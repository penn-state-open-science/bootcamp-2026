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4.xml" ContentType="application/vnd.openxmlformats-officedocument.presentationml.slideMaster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  <p:sldMasterId id="2147483717" r:id="rId2"/>
    <p:sldMasterId id="2147483705" r:id="rId3"/>
    <p:sldMasterId id="2147483729" r:id="rId4"/>
  </p:sldMasterIdLst>
  <p:notesMasterIdLst>
    <p:notesMasterId r:id="rId32"/>
  </p:notesMasterIdLst>
  <p:sldIdLst>
    <p:sldId id="256" r:id="rId5"/>
    <p:sldId id="364" r:id="rId6"/>
    <p:sldId id="292" r:id="rId7"/>
    <p:sldId id="343" r:id="rId8"/>
    <p:sldId id="265" r:id="rId9"/>
    <p:sldId id="261" r:id="rId10"/>
    <p:sldId id="290" r:id="rId11"/>
    <p:sldId id="278" r:id="rId12"/>
    <p:sldId id="274" r:id="rId13"/>
    <p:sldId id="346" r:id="rId14"/>
    <p:sldId id="263" r:id="rId15"/>
    <p:sldId id="264" r:id="rId16"/>
    <p:sldId id="266" r:id="rId17"/>
    <p:sldId id="267" r:id="rId18"/>
    <p:sldId id="325" r:id="rId19"/>
    <p:sldId id="345" r:id="rId20"/>
    <p:sldId id="270" r:id="rId21"/>
    <p:sldId id="365" r:id="rId22"/>
    <p:sldId id="283" r:id="rId23"/>
    <p:sldId id="347" r:id="rId24"/>
    <p:sldId id="363" r:id="rId25"/>
    <p:sldId id="368" r:id="rId26"/>
    <p:sldId id="357" r:id="rId27"/>
    <p:sldId id="326" r:id="rId28"/>
    <p:sldId id="371" r:id="rId29"/>
    <p:sldId id="331" r:id="rId30"/>
    <p:sldId id="2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A3B36-35AB-86F4-5EEB-DFE8CCE15D06}" v="17" dt="2026-05-19T15:05:45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ustomXml" Target="../customXml/item1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40" Type="http://schemas.openxmlformats.org/officeDocument/2006/relationships/customXml" Target="../customXml/item2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inhart, Danielle" userId="S::djs7648@psu.edu::7c00474a-171b-4bab-b592-d420c669f0c2" providerId="AD" clId="Web-{1D8A3B36-35AB-86F4-5EEB-DFE8CCE15D06}"/>
    <pc:docChg chg="delSld modSld">
      <pc:chgData name="Steinhart, Danielle" userId="S::djs7648@psu.edu::7c00474a-171b-4bab-b592-d420c669f0c2" providerId="AD" clId="Web-{1D8A3B36-35AB-86F4-5EEB-DFE8CCE15D06}" dt="2026-05-19T15:05:45.256" v="17" actId="20577"/>
      <pc:docMkLst>
        <pc:docMk/>
      </pc:docMkLst>
      <pc:sldChg chg="modSp mod modClrScheme chgLayout">
        <pc:chgData name="Steinhart, Danielle" userId="S::djs7648@psu.edu::7c00474a-171b-4bab-b592-d420c669f0c2" providerId="AD" clId="Web-{1D8A3B36-35AB-86F4-5EEB-DFE8CCE15D06}" dt="2026-05-19T15:00:00.881" v="4"/>
        <pc:sldMkLst>
          <pc:docMk/>
          <pc:sldMk cId="2079858143" sldId="256"/>
        </pc:sldMkLst>
        <pc:spChg chg="mod">
          <ac:chgData name="Steinhart, Danielle" userId="S::djs7648@psu.edu::7c00474a-171b-4bab-b592-d420c669f0c2" providerId="AD" clId="Web-{1D8A3B36-35AB-86F4-5EEB-DFE8CCE15D06}" dt="2026-05-19T15:00:00.881" v="4"/>
          <ac:spMkLst>
            <pc:docMk/>
            <pc:sldMk cId="2079858143" sldId="256"/>
            <ac:spMk id="5" creationId="{498AB44B-2337-E2AA-F371-9A5DC6AD8993}"/>
          </ac:spMkLst>
        </pc:spChg>
        <pc:spChg chg="mod">
          <ac:chgData name="Steinhart, Danielle" userId="S::djs7648@psu.edu::7c00474a-171b-4bab-b592-d420c669f0c2" providerId="AD" clId="Web-{1D8A3B36-35AB-86F4-5EEB-DFE8CCE15D06}" dt="2026-05-19T15:00:00.881" v="4"/>
          <ac:spMkLst>
            <pc:docMk/>
            <pc:sldMk cId="2079858143" sldId="256"/>
            <ac:spMk id="7" creationId="{376BF7CC-DE0A-4E03-3DBB-4614AED9AA28}"/>
          </ac:spMkLst>
        </pc:spChg>
      </pc:sldChg>
      <pc:sldChg chg="addSp modSp">
        <pc:chgData name="Steinhart, Danielle" userId="S::djs7648@psu.edu::7c00474a-171b-4bab-b592-d420c669f0c2" providerId="AD" clId="Web-{1D8A3B36-35AB-86F4-5EEB-DFE8CCE15D06}" dt="2026-05-19T15:05:18.850" v="15" actId="1076"/>
        <pc:sldMkLst>
          <pc:docMk/>
          <pc:sldMk cId="220448429" sldId="278"/>
        </pc:sldMkLst>
        <pc:spChg chg="add mod">
          <ac:chgData name="Steinhart, Danielle" userId="S::djs7648@psu.edu::7c00474a-171b-4bab-b592-d420c669f0c2" providerId="AD" clId="Web-{1D8A3B36-35AB-86F4-5EEB-DFE8CCE15D06}" dt="2026-05-19T15:05:18.850" v="15" actId="1076"/>
          <ac:spMkLst>
            <pc:docMk/>
            <pc:sldMk cId="220448429" sldId="278"/>
            <ac:spMk id="3" creationId="{B21A4BFF-2DDC-51E1-5B56-88D92A6FDF73}"/>
          </ac:spMkLst>
        </pc:spChg>
      </pc:sldChg>
      <pc:sldChg chg="modSp">
        <pc:chgData name="Steinhart, Danielle" userId="S::djs7648@psu.edu::7c00474a-171b-4bab-b592-d420c669f0c2" providerId="AD" clId="Web-{1D8A3B36-35AB-86F4-5EEB-DFE8CCE15D06}" dt="2026-05-19T14:59:38.709" v="3" actId="20577"/>
        <pc:sldMkLst>
          <pc:docMk/>
          <pc:sldMk cId="3793621196" sldId="280"/>
        </pc:sldMkLst>
        <pc:spChg chg="mod">
          <ac:chgData name="Steinhart, Danielle" userId="S::djs7648@psu.edu::7c00474a-171b-4bab-b592-d420c669f0c2" providerId="AD" clId="Web-{1D8A3B36-35AB-86F4-5EEB-DFE8CCE15D06}" dt="2026-05-19T14:59:38.709" v="3" actId="20577"/>
          <ac:spMkLst>
            <pc:docMk/>
            <pc:sldMk cId="3793621196" sldId="280"/>
            <ac:spMk id="3" creationId="{F22B6719-65DA-8F7B-311B-92C5D49677AD}"/>
          </ac:spMkLst>
        </pc:spChg>
      </pc:sldChg>
      <pc:sldChg chg="del">
        <pc:chgData name="Steinhart, Danielle" userId="S::djs7648@psu.edu::7c00474a-171b-4bab-b592-d420c669f0c2" providerId="AD" clId="Web-{1D8A3B36-35AB-86F4-5EEB-DFE8CCE15D06}" dt="2026-05-19T14:58:50.256" v="0"/>
        <pc:sldMkLst>
          <pc:docMk/>
          <pc:sldMk cId="1950903088" sldId="358"/>
        </pc:sldMkLst>
      </pc:sldChg>
      <pc:sldChg chg="modSp">
        <pc:chgData name="Steinhart, Danielle" userId="S::djs7648@psu.edu::7c00474a-171b-4bab-b592-d420c669f0c2" providerId="AD" clId="Web-{1D8A3B36-35AB-86F4-5EEB-DFE8CCE15D06}" dt="2026-05-19T15:05:45.256" v="17" actId="20577"/>
        <pc:sldMkLst>
          <pc:docMk/>
          <pc:sldMk cId="3532557923" sldId="365"/>
        </pc:sldMkLst>
        <pc:spChg chg="mod">
          <ac:chgData name="Steinhart, Danielle" userId="S::djs7648@psu.edu::7c00474a-171b-4bab-b592-d420c669f0c2" providerId="AD" clId="Web-{1D8A3B36-35AB-86F4-5EEB-DFE8CCE15D06}" dt="2026-05-19T15:05:45.256" v="17" actId="20577"/>
          <ac:spMkLst>
            <pc:docMk/>
            <pc:sldMk cId="3532557923" sldId="365"/>
            <ac:spMk id="6" creationId="{43C3E442-636A-F613-096E-113DAD04F885}"/>
          </ac:spMkLst>
        </pc:spChg>
      </pc:sldChg>
      <pc:sldChg chg="modSp">
        <pc:chgData name="Steinhart, Danielle" userId="S::djs7648@psu.edu::7c00474a-171b-4bab-b592-d420c669f0c2" providerId="AD" clId="Web-{1D8A3B36-35AB-86F4-5EEB-DFE8CCE15D06}" dt="2026-05-19T15:04:30.162" v="13" actId="20577"/>
        <pc:sldMkLst>
          <pc:docMk/>
          <pc:sldMk cId="1799621223" sldId="371"/>
        </pc:sldMkLst>
        <pc:spChg chg="mod">
          <ac:chgData name="Steinhart, Danielle" userId="S::djs7648@psu.edu::7c00474a-171b-4bab-b592-d420c669f0c2" providerId="AD" clId="Web-{1D8A3B36-35AB-86F4-5EEB-DFE8CCE15D06}" dt="2026-05-19T15:04:30.162" v="13" actId="20577"/>
          <ac:spMkLst>
            <pc:docMk/>
            <pc:sldMk cId="1799621223" sldId="371"/>
            <ac:spMk id="3" creationId="{C5439073-F75D-F286-4BD5-E20C1439B0BA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hyperlink" Target="mailto:Copyright@psu.edu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mailto:Copyright@psu.edu" TargetMode="External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DF9C94-37B9-44E4-92CD-56EE759BEC5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18D1B37-AD47-4DE1-8C16-A3799CD7CAF1}">
      <dgm:prSet/>
      <dgm:spPr/>
      <dgm:t>
        <a:bodyPr/>
        <a:lstStyle/>
        <a:p>
          <a:r>
            <a:rPr lang="en-US"/>
            <a:t>Reproduction</a:t>
          </a:r>
        </a:p>
      </dgm:t>
    </dgm:pt>
    <dgm:pt modelId="{79CF815B-0231-47DD-BE31-FF5059182CFD}" type="parTrans" cxnId="{577ADFD0-3539-45EF-AB7C-5F436C03C92E}">
      <dgm:prSet/>
      <dgm:spPr/>
      <dgm:t>
        <a:bodyPr/>
        <a:lstStyle/>
        <a:p>
          <a:endParaRPr lang="en-US"/>
        </a:p>
      </dgm:t>
    </dgm:pt>
    <dgm:pt modelId="{7FAE23BE-EA57-4CC9-9963-7E98313035BA}" type="sibTrans" cxnId="{577ADFD0-3539-45EF-AB7C-5F436C03C92E}">
      <dgm:prSet/>
      <dgm:spPr/>
      <dgm:t>
        <a:bodyPr/>
        <a:lstStyle/>
        <a:p>
          <a:endParaRPr lang="en-US"/>
        </a:p>
      </dgm:t>
    </dgm:pt>
    <dgm:pt modelId="{97583DEF-24ED-4587-8939-8CE17122C391}">
      <dgm:prSet/>
      <dgm:spPr/>
      <dgm:t>
        <a:bodyPr/>
        <a:lstStyle/>
        <a:p>
          <a:r>
            <a:rPr lang="en-US"/>
            <a:t>Derivative Works</a:t>
          </a:r>
        </a:p>
      </dgm:t>
    </dgm:pt>
    <dgm:pt modelId="{F972466B-A227-4774-A80E-C58EFC7E94C7}" type="parTrans" cxnId="{29005EDE-B02C-476D-BDEF-0069392B427E}">
      <dgm:prSet/>
      <dgm:spPr/>
      <dgm:t>
        <a:bodyPr/>
        <a:lstStyle/>
        <a:p>
          <a:endParaRPr lang="en-US"/>
        </a:p>
      </dgm:t>
    </dgm:pt>
    <dgm:pt modelId="{6F50634B-1FBB-435C-955F-5B68B6F859F3}" type="sibTrans" cxnId="{29005EDE-B02C-476D-BDEF-0069392B427E}">
      <dgm:prSet/>
      <dgm:spPr/>
      <dgm:t>
        <a:bodyPr/>
        <a:lstStyle/>
        <a:p>
          <a:endParaRPr lang="en-US"/>
        </a:p>
      </dgm:t>
    </dgm:pt>
    <dgm:pt modelId="{15A7EA15-80E9-4BD7-9335-2FDE37A57E87}">
      <dgm:prSet/>
      <dgm:spPr/>
      <dgm:t>
        <a:bodyPr/>
        <a:lstStyle/>
        <a:p>
          <a:r>
            <a:rPr lang="en-US"/>
            <a:t>Distribution to the Public</a:t>
          </a:r>
        </a:p>
      </dgm:t>
    </dgm:pt>
    <dgm:pt modelId="{DD94DBF3-87E7-4A81-82B2-4450CADDA3CE}" type="parTrans" cxnId="{8B61EA1E-4E41-42FC-A984-1BF71B3FE519}">
      <dgm:prSet/>
      <dgm:spPr/>
      <dgm:t>
        <a:bodyPr/>
        <a:lstStyle/>
        <a:p>
          <a:endParaRPr lang="en-US"/>
        </a:p>
      </dgm:t>
    </dgm:pt>
    <dgm:pt modelId="{1F722E78-B0DD-45FD-A4FA-AF5E9A7F2E76}" type="sibTrans" cxnId="{8B61EA1E-4E41-42FC-A984-1BF71B3FE519}">
      <dgm:prSet/>
      <dgm:spPr/>
      <dgm:t>
        <a:bodyPr/>
        <a:lstStyle/>
        <a:p>
          <a:endParaRPr lang="en-US"/>
        </a:p>
      </dgm:t>
    </dgm:pt>
    <dgm:pt modelId="{8C4AB0E6-F987-43FA-9A1B-902B9A6D45DF}">
      <dgm:prSet/>
      <dgm:spPr/>
      <dgm:t>
        <a:bodyPr/>
        <a:lstStyle/>
        <a:p>
          <a:r>
            <a:rPr lang="en-US"/>
            <a:t>Public Performance and Display</a:t>
          </a:r>
        </a:p>
      </dgm:t>
    </dgm:pt>
    <dgm:pt modelId="{3EB31B5D-DE5B-449E-AE02-0F7A77B7B6AA}" type="parTrans" cxnId="{C86A07FF-D363-460E-9EF7-E34BE5B0B185}">
      <dgm:prSet/>
      <dgm:spPr/>
      <dgm:t>
        <a:bodyPr/>
        <a:lstStyle/>
        <a:p>
          <a:endParaRPr lang="en-US"/>
        </a:p>
      </dgm:t>
    </dgm:pt>
    <dgm:pt modelId="{208F3845-F6C2-4481-96F1-78E50868F054}" type="sibTrans" cxnId="{C86A07FF-D363-460E-9EF7-E34BE5B0B185}">
      <dgm:prSet/>
      <dgm:spPr/>
      <dgm:t>
        <a:bodyPr/>
        <a:lstStyle/>
        <a:p>
          <a:endParaRPr lang="en-US"/>
        </a:p>
      </dgm:t>
    </dgm:pt>
    <dgm:pt modelId="{AAFF3376-0FC3-4306-A734-25B4C34051AE}" type="pres">
      <dgm:prSet presAssocID="{54DF9C94-37B9-44E4-92CD-56EE759BEC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38DC14E-7E07-4CFB-A83A-DC7F3B8A8BE3}" type="pres">
      <dgm:prSet presAssocID="{118D1B37-AD47-4DE1-8C16-A3799CD7CAF1}" presName="hierRoot1" presStyleCnt="0"/>
      <dgm:spPr/>
    </dgm:pt>
    <dgm:pt modelId="{808A933B-38AC-4689-88FC-ACD3386A086C}" type="pres">
      <dgm:prSet presAssocID="{118D1B37-AD47-4DE1-8C16-A3799CD7CAF1}" presName="composite" presStyleCnt="0"/>
      <dgm:spPr/>
    </dgm:pt>
    <dgm:pt modelId="{D5819C6F-152E-4211-BAFF-E0B5A3860F91}" type="pres">
      <dgm:prSet presAssocID="{118D1B37-AD47-4DE1-8C16-A3799CD7CAF1}" presName="background" presStyleLbl="node0" presStyleIdx="0" presStyleCnt="4"/>
      <dgm:spPr/>
    </dgm:pt>
    <dgm:pt modelId="{7DA68DD2-7C88-4C3B-B296-61D4D3161CA4}" type="pres">
      <dgm:prSet presAssocID="{118D1B37-AD47-4DE1-8C16-A3799CD7CAF1}" presName="text" presStyleLbl="fgAcc0" presStyleIdx="0" presStyleCnt="4">
        <dgm:presLayoutVars>
          <dgm:chPref val="3"/>
        </dgm:presLayoutVars>
      </dgm:prSet>
      <dgm:spPr/>
    </dgm:pt>
    <dgm:pt modelId="{34E6D035-0A80-4B5E-969B-E9A0EB516B78}" type="pres">
      <dgm:prSet presAssocID="{118D1B37-AD47-4DE1-8C16-A3799CD7CAF1}" presName="hierChild2" presStyleCnt="0"/>
      <dgm:spPr/>
    </dgm:pt>
    <dgm:pt modelId="{D776AC19-BC47-45DE-8396-BD21851EA06B}" type="pres">
      <dgm:prSet presAssocID="{97583DEF-24ED-4587-8939-8CE17122C391}" presName="hierRoot1" presStyleCnt="0"/>
      <dgm:spPr/>
    </dgm:pt>
    <dgm:pt modelId="{0F01065C-23B3-4595-B1D9-86C17524D2DD}" type="pres">
      <dgm:prSet presAssocID="{97583DEF-24ED-4587-8939-8CE17122C391}" presName="composite" presStyleCnt="0"/>
      <dgm:spPr/>
    </dgm:pt>
    <dgm:pt modelId="{5DEB2773-11A4-4A5E-B716-07A4A3C5B02E}" type="pres">
      <dgm:prSet presAssocID="{97583DEF-24ED-4587-8939-8CE17122C391}" presName="background" presStyleLbl="node0" presStyleIdx="1" presStyleCnt="4"/>
      <dgm:spPr/>
    </dgm:pt>
    <dgm:pt modelId="{516D5699-9EA9-4AB0-8CBC-2922D7511C7F}" type="pres">
      <dgm:prSet presAssocID="{97583DEF-24ED-4587-8939-8CE17122C391}" presName="text" presStyleLbl="fgAcc0" presStyleIdx="1" presStyleCnt="4">
        <dgm:presLayoutVars>
          <dgm:chPref val="3"/>
        </dgm:presLayoutVars>
      </dgm:prSet>
      <dgm:spPr/>
    </dgm:pt>
    <dgm:pt modelId="{3B9B9491-736E-4326-8CE4-2523A82F7ACE}" type="pres">
      <dgm:prSet presAssocID="{97583DEF-24ED-4587-8939-8CE17122C391}" presName="hierChild2" presStyleCnt="0"/>
      <dgm:spPr/>
    </dgm:pt>
    <dgm:pt modelId="{19C2E412-6B18-493A-A107-DB4DC4807018}" type="pres">
      <dgm:prSet presAssocID="{15A7EA15-80E9-4BD7-9335-2FDE37A57E87}" presName="hierRoot1" presStyleCnt="0"/>
      <dgm:spPr/>
    </dgm:pt>
    <dgm:pt modelId="{34522D0E-93DA-4B34-80A8-0E92AF6F5CE1}" type="pres">
      <dgm:prSet presAssocID="{15A7EA15-80E9-4BD7-9335-2FDE37A57E87}" presName="composite" presStyleCnt="0"/>
      <dgm:spPr/>
    </dgm:pt>
    <dgm:pt modelId="{C01EA107-868E-4C83-BF74-C28A32218D5E}" type="pres">
      <dgm:prSet presAssocID="{15A7EA15-80E9-4BD7-9335-2FDE37A57E87}" presName="background" presStyleLbl="node0" presStyleIdx="2" presStyleCnt="4"/>
      <dgm:spPr/>
    </dgm:pt>
    <dgm:pt modelId="{C9A22AA3-F354-4FE5-BB93-475F85A6B828}" type="pres">
      <dgm:prSet presAssocID="{15A7EA15-80E9-4BD7-9335-2FDE37A57E87}" presName="text" presStyleLbl="fgAcc0" presStyleIdx="2" presStyleCnt="4">
        <dgm:presLayoutVars>
          <dgm:chPref val="3"/>
        </dgm:presLayoutVars>
      </dgm:prSet>
      <dgm:spPr/>
    </dgm:pt>
    <dgm:pt modelId="{C36BF2F7-BE8C-411C-B385-0DD87AA9399E}" type="pres">
      <dgm:prSet presAssocID="{15A7EA15-80E9-4BD7-9335-2FDE37A57E87}" presName="hierChild2" presStyleCnt="0"/>
      <dgm:spPr/>
    </dgm:pt>
    <dgm:pt modelId="{5935A0D1-FA1F-4FFE-8EF8-A77DCAB0CCC8}" type="pres">
      <dgm:prSet presAssocID="{8C4AB0E6-F987-43FA-9A1B-902B9A6D45DF}" presName="hierRoot1" presStyleCnt="0"/>
      <dgm:spPr/>
    </dgm:pt>
    <dgm:pt modelId="{0CFF2C16-A2E5-4338-B0D8-55FCEBF43426}" type="pres">
      <dgm:prSet presAssocID="{8C4AB0E6-F987-43FA-9A1B-902B9A6D45DF}" presName="composite" presStyleCnt="0"/>
      <dgm:spPr/>
    </dgm:pt>
    <dgm:pt modelId="{FF8EC16E-DC3B-44CC-9DFA-D11829F10770}" type="pres">
      <dgm:prSet presAssocID="{8C4AB0E6-F987-43FA-9A1B-902B9A6D45DF}" presName="background" presStyleLbl="node0" presStyleIdx="3" presStyleCnt="4"/>
      <dgm:spPr/>
    </dgm:pt>
    <dgm:pt modelId="{194BFD40-F848-41E5-A0E1-AC0CC685E334}" type="pres">
      <dgm:prSet presAssocID="{8C4AB0E6-F987-43FA-9A1B-902B9A6D45DF}" presName="text" presStyleLbl="fgAcc0" presStyleIdx="3" presStyleCnt="4">
        <dgm:presLayoutVars>
          <dgm:chPref val="3"/>
        </dgm:presLayoutVars>
      </dgm:prSet>
      <dgm:spPr/>
    </dgm:pt>
    <dgm:pt modelId="{85075B4D-4D78-4444-847D-9F3969F1987D}" type="pres">
      <dgm:prSet presAssocID="{8C4AB0E6-F987-43FA-9A1B-902B9A6D45DF}" presName="hierChild2" presStyleCnt="0"/>
      <dgm:spPr/>
    </dgm:pt>
  </dgm:ptLst>
  <dgm:cxnLst>
    <dgm:cxn modelId="{8B61EA1E-4E41-42FC-A984-1BF71B3FE519}" srcId="{54DF9C94-37B9-44E4-92CD-56EE759BEC5A}" destId="{15A7EA15-80E9-4BD7-9335-2FDE37A57E87}" srcOrd="2" destOrd="0" parTransId="{DD94DBF3-87E7-4A81-82B2-4450CADDA3CE}" sibTransId="{1F722E78-B0DD-45FD-A4FA-AF5E9A7F2E76}"/>
    <dgm:cxn modelId="{609F743E-64AA-4D5E-A49F-4887CF97F466}" type="presOf" srcId="{54DF9C94-37B9-44E4-92CD-56EE759BEC5A}" destId="{AAFF3376-0FC3-4306-A734-25B4C34051AE}" srcOrd="0" destOrd="0" presId="urn:microsoft.com/office/officeart/2005/8/layout/hierarchy1"/>
    <dgm:cxn modelId="{C58F1365-D524-4682-8090-5141DCCFE9A0}" type="presOf" srcId="{97583DEF-24ED-4587-8939-8CE17122C391}" destId="{516D5699-9EA9-4AB0-8CBC-2922D7511C7F}" srcOrd="0" destOrd="0" presId="urn:microsoft.com/office/officeart/2005/8/layout/hierarchy1"/>
    <dgm:cxn modelId="{577ADFD0-3539-45EF-AB7C-5F436C03C92E}" srcId="{54DF9C94-37B9-44E4-92CD-56EE759BEC5A}" destId="{118D1B37-AD47-4DE1-8C16-A3799CD7CAF1}" srcOrd="0" destOrd="0" parTransId="{79CF815B-0231-47DD-BE31-FF5059182CFD}" sibTransId="{7FAE23BE-EA57-4CC9-9963-7E98313035BA}"/>
    <dgm:cxn modelId="{651C8FD2-A1EF-4FDF-B52E-FF98440C1C40}" type="presOf" srcId="{8C4AB0E6-F987-43FA-9A1B-902B9A6D45DF}" destId="{194BFD40-F848-41E5-A0E1-AC0CC685E334}" srcOrd="0" destOrd="0" presId="urn:microsoft.com/office/officeart/2005/8/layout/hierarchy1"/>
    <dgm:cxn modelId="{6470C8D4-5F34-4BB1-9F30-8862F314C95F}" type="presOf" srcId="{118D1B37-AD47-4DE1-8C16-A3799CD7CAF1}" destId="{7DA68DD2-7C88-4C3B-B296-61D4D3161CA4}" srcOrd="0" destOrd="0" presId="urn:microsoft.com/office/officeart/2005/8/layout/hierarchy1"/>
    <dgm:cxn modelId="{36A41BDE-2C9F-4AF8-8310-238193D5307A}" type="presOf" srcId="{15A7EA15-80E9-4BD7-9335-2FDE37A57E87}" destId="{C9A22AA3-F354-4FE5-BB93-475F85A6B828}" srcOrd="0" destOrd="0" presId="urn:microsoft.com/office/officeart/2005/8/layout/hierarchy1"/>
    <dgm:cxn modelId="{29005EDE-B02C-476D-BDEF-0069392B427E}" srcId="{54DF9C94-37B9-44E4-92CD-56EE759BEC5A}" destId="{97583DEF-24ED-4587-8939-8CE17122C391}" srcOrd="1" destOrd="0" parTransId="{F972466B-A227-4774-A80E-C58EFC7E94C7}" sibTransId="{6F50634B-1FBB-435C-955F-5B68B6F859F3}"/>
    <dgm:cxn modelId="{C86A07FF-D363-460E-9EF7-E34BE5B0B185}" srcId="{54DF9C94-37B9-44E4-92CD-56EE759BEC5A}" destId="{8C4AB0E6-F987-43FA-9A1B-902B9A6D45DF}" srcOrd="3" destOrd="0" parTransId="{3EB31B5D-DE5B-449E-AE02-0F7A77B7B6AA}" sibTransId="{208F3845-F6C2-4481-96F1-78E50868F054}"/>
    <dgm:cxn modelId="{59230E39-EFF1-449E-B0B6-6B48B38CA356}" type="presParOf" srcId="{AAFF3376-0FC3-4306-A734-25B4C34051AE}" destId="{F38DC14E-7E07-4CFB-A83A-DC7F3B8A8BE3}" srcOrd="0" destOrd="0" presId="urn:microsoft.com/office/officeart/2005/8/layout/hierarchy1"/>
    <dgm:cxn modelId="{EF11E473-4F5C-4DAE-89C5-3690DFF20147}" type="presParOf" srcId="{F38DC14E-7E07-4CFB-A83A-DC7F3B8A8BE3}" destId="{808A933B-38AC-4689-88FC-ACD3386A086C}" srcOrd="0" destOrd="0" presId="urn:microsoft.com/office/officeart/2005/8/layout/hierarchy1"/>
    <dgm:cxn modelId="{33911474-8F52-4D75-B6B4-D026831C2ADA}" type="presParOf" srcId="{808A933B-38AC-4689-88FC-ACD3386A086C}" destId="{D5819C6F-152E-4211-BAFF-E0B5A3860F91}" srcOrd="0" destOrd="0" presId="urn:microsoft.com/office/officeart/2005/8/layout/hierarchy1"/>
    <dgm:cxn modelId="{88A1D1B8-0390-4127-9DA6-696122EF6502}" type="presParOf" srcId="{808A933B-38AC-4689-88FC-ACD3386A086C}" destId="{7DA68DD2-7C88-4C3B-B296-61D4D3161CA4}" srcOrd="1" destOrd="0" presId="urn:microsoft.com/office/officeart/2005/8/layout/hierarchy1"/>
    <dgm:cxn modelId="{02DD942E-6EEA-4818-9134-5762A2716B39}" type="presParOf" srcId="{F38DC14E-7E07-4CFB-A83A-DC7F3B8A8BE3}" destId="{34E6D035-0A80-4B5E-969B-E9A0EB516B78}" srcOrd="1" destOrd="0" presId="urn:microsoft.com/office/officeart/2005/8/layout/hierarchy1"/>
    <dgm:cxn modelId="{AF065E80-6343-4543-A545-737A0A12038A}" type="presParOf" srcId="{AAFF3376-0FC3-4306-A734-25B4C34051AE}" destId="{D776AC19-BC47-45DE-8396-BD21851EA06B}" srcOrd="1" destOrd="0" presId="urn:microsoft.com/office/officeart/2005/8/layout/hierarchy1"/>
    <dgm:cxn modelId="{39C1F948-47A6-4FE9-9242-C3792A566C2B}" type="presParOf" srcId="{D776AC19-BC47-45DE-8396-BD21851EA06B}" destId="{0F01065C-23B3-4595-B1D9-86C17524D2DD}" srcOrd="0" destOrd="0" presId="urn:microsoft.com/office/officeart/2005/8/layout/hierarchy1"/>
    <dgm:cxn modelId="{44DC7B23-0CEB-42F3-9AB3-4F6E41996811}" type="presParOf" srcId="{0F01065C-23B3-4595-B1D9-86C17524D2DD}" destId="{5DEB2773-11A4-4A5E-B716-07A4A3C5B02E}" srcOrd="0" destOrd="0" presId="urn:microsoft.com/office/officeart/2005/8/layout/hierarchy1"/>
    <dgm:cxn modelId="{A5A19D93-CC57-4EFA-8265-7F1F44FE51F0}" type="presParOf" srcId="{0F01065C-23B3-4595-B1D9-86C17524D2DD}" destId="{516D5699-9EA9-4AB0-8CBC-2922D7511C7F}" srcOrd="1" destOrd="0" presId="urn:microsoft.com/office/officeart/2005/8/layout/hierarchy1"/>
    <dgm:cxn modelId="{515CAD51-609B-4239-8F7D-59B6CD1E134C}" type="presParOf" srcId="{D776AC19-BC47-45DE-8396-BD21851EA06B}" destId="{3B9B9491-736E-4326-8CE4-2523A82F7ACE}" srcOrd="1" destOrd="0" presId="urn:microsoft.com/office/officeart/2005/8/layout/hierarchy1"/>
    <dgm:cxn modelId="{26D99139-6649-4880-94CB-1641EBCD3C7D}" type="presParOf" srcId="{AAFF3376-0FC3-4306-A734-25B4C34051AE}" destId="{19C2E412-6B18-493A-A107-DB4DC4807018}" srcOrd="2" destOrd="0" presId="urn:microsoft.com/office/officeart/2005/8/layout/hierarchy1"/>
    <dgm:cxn modelId="{698DCB1F-0C63-47F8-9523-319E350865E2}" type="presParOf" srcId="{19C2E412-6B18-493A-A107-DB4DC4807018}" destId="{34522D0E-93DA-4B34-80A8-0E92AF6F5CE1}" srcOrd="0" destOrd="0" presId="urn:microsoft.com/office/officeart/2005/8/layout/hierarchy1"/>
    <dgm:cxn modelId="{D0B39637-2292-4656-8F12-FC4FFACFFC39}" type="presParOf" srcId="{34522D0E-93DA-4B34-80A8-0E92AF6F5CE1}" destId="{C01EA107-868E-4C83-BF74-C28A32218D5E}" srcOrd="0" destOrd="0" presId="urn:microsoft.com/office/officeart/2005/8/layout/hierarchy1"/>
    <dgm:cxn modelId="{FE75EF2F-BB9A-442E-90B9-B114DFA5067F}" type="presParOf" srcId="{34522D0E-93DA-4B34-80A8-0E92AF6F5CE1}" destId="{C9A22AA3-F354-4FE5-BB93-475F85A6B828}" srcOrd="1" destOrd="0" presId="urn:microsoft.com/office/officeart/2005/8/layout/hierarchy1"/>
    <dgm:cxn modelId="{4B7BCB59-A78E-423C-A58A-0D342A06E2C1}" type="presParOf" srcId="{19C2E412-6B18-493A-A107-DB4DC4807018}" destId="{C36BF2F7-BE8C-411C-B385-0DD87AA9399E}" srcOrd="1" destOrd="0" presId="urn:microsoft.com/office/officeart/2005/8/layout/hierarchy1"/>
    <dgm:cxn modelId="{5D75CD8F-FBFA-4A12-A695-50DBF8A0FFDC}" type="presParOf" srcId="{AAFF3376-0FC3-4306-A734-25B4C34051AE}" destId="{5935A0D1-FA1F-4FFE-8EF8-A77DCAB0CCC8}" srcOrd="3" destOrd="0" presId="urn:microsoft.com/office/officeart/2005/8/layout/hierarchy1"/>
    <dgm:cxn modelId="{787C8F61-F15C-4798-A774-F17AB3161F5B}" type="presParOf" srcId="{5935A0D1-FA1F-4FFE-8EF8-A77DCAB0CCC8}" destId="{0CFF2C16-A2E5-4338-B0D8-55FCEBF43426}" srcOrd="0" destOrd="0" presId="urn:microsoft.com/office/officeart/2005/8/layout/hierarchy1"/>
    <dgm:cxn modelId="{23278C96-AEE5-426E-9594-9F16864951C4}" type="presParOf" srcId="{0CFF2C16-A2E5-4338-B0D8-55FCEBF43426}" destId="{FF8EC16E-DC3B-44CC-9DFA-D11829F10770}" srcOrd="0" destOrd="0" presId="urn:microsoft.com/office/officeart/2005/8/layout/hierarchy1"/>
    <dgm:cxn modelId="{D6EE563C-442F-4DB3-9600-C87D347FEAD7}" type="presParOf" srcId="{0CFF2C16-A2E5-4338-B0D8-55FCEBF43426}" destId="{194BFD40-F848-41E5-A0E1-AC0CC685E334}" srcOrd="1" destOrd="0" presId="urn:microsoft.com/office/officeart/2005/8/layout/hierarchy1"/>
    <dgm:cxn modelId="{77B236FC-DFC5-426C-A475-B8BD648C9ED4}" type="presParOf" srcId="{5935A0D1-FA1F-4FFE-8EF8-A77DCAB0CCC8}" destId="{85075B4D-4D78-4444-847D-9F3969F198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B8242A-6C20-4E0B-AB43-28CA499D1BF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6788AAF9-FABB-4A86-B83B-DBE977C198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Questions?</a:t>
          </a:r>
        </a:p>
      </dgm:t>
    </dgm:pt>
    <dgm:pt modelId="{B17A69EE-D4D1-4C71-9135-D0D09201FA13}" type="parTrans" cxnId="{C3678999-8249-403D-9914-E7006C02CD8C}">
      <dgm:prSet/>
      <dgm:spPr/>
      <dgm:t>
        <a:bodyPr/>
        <a:lstStyle/>
        <a:p>
          <a:endParaRPr lang="en-US"/>
        </a:p>
      </dgm:t>
    </dgm:pt>
    <dgm:pt modelId="{3B13EC36-418A-442F-9CF9-B5202FB91DE9}" type="sibTrans" cxnId="{C3678999-8249-403D-9914-E7006C02CD8C}">
      <dgm:prSet/>
      <dgm:spPr/>
      <dgm:t>
        <a:bodyPr/>
        <a:lstStyle/>
        <a:p>
          <a:endParaRPr lang="en-US"/>
        </a:p>
      </dgm:t>
    </dgm:pt>
    <dgm:pt modelId="{A1A22B77-8576-4A9E-A4AE-94EEB744C6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1"/>
            </a:rPr>
            <a:t>copyright@psu.edu</a:t>
          </a:r>
          <a:endParaRPr lang="en-US" dirty="0"/>
        </a:p>
      </dgm:t>
    </dgm:pt>
    <dgm:pt modelId="{18632891-0F33-48F0-899B-F61D8D71AA24}" type="parTrans" cxnId="{ABC1E873-4734-42EA-9728-77C53AD5C80D}">
      <dgm:prSet/>
      <dgm:spPr/>
      <dgm:t>
        <a:bodyPr/>
        <a:lstStyle/>
        <a:p>
          <a:endParaRPr lang="en-US"/>
        </a:p>
      </dgm:t>
    </dgm:pt>
    <dgm:pt modelId="{7763EE9D-0FE9-4BA8-8C4D-FEEA13D458DA}" type="sibTrans" cxnId="{ABC1E873-4734-42EA-9728-77C53AD5C80D}">
      <dgm:prSet/>
      <dgm:spPr/>
      <dgm:t>
        <a:bodyPr/>
        <a:lstStyle/>
        <a:p>
          <a:endParaRPr lang="en-US"/>
        </a:p>
      </dgm:t>
    </dgm:pt>
    <dgm:pt modelId="{9EF6A237-1E06-41AA-AB23-160C8C8C0512}" type="pres">
      <dgm:prSet presAssocID="{F3B8242A-6C20-4E0B-AB43-28CA499D1BFE}" presName="root" presStyleCnt="0">
        <dgm:presLayoutVars>
          <dgm:dir/>
          <dgm:resizeHandles val="exact"/>
        </dgm:presLayoutVars>
      </dgm:prSet>
      <dgm:spPr/>
    </dgm:pt>
    <dgm:pt modelId="{37CC71C8-0824-4C8C-B8F1-B66B59BAEBB0}" type="pres">
      <dgm:prSet presAssocID="{6788AAF9-FABB-4A86-B83B-DBE977C1987B}" presName="compNode" presStyleCnt="0"/>
      <dgm:spPr/>
    </dgm:pt>
    <dgm:pt modelId="{E4F7E538-84E6-48F7-970A-F792E25C2956}" type="pres">
      <dgm:prSet presAssocID="{6788AAF9-FABB-4A86-B83B-DBE977C1987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983FD591-A67A-431A-8252-3E24D67EB859}" type="pres">
      <dgm:prSet presAssocID="{6788AAF9-FABB-4A86-B83B-DBE977C1987B}" presName="spaceRect" presStyleCnt="0"/>
      <dgm:spPr/>
    </dgm:pt>
    <dgm:pt modelId="{57E1D1AF-6DA9-4DBC-A752-05A2EE9931E5}" type="pres">
      <dgm:prSet presAssocID="{6788AAF9-FABB-4A86-B83B-DBE977C1987B}" presName="textRect" presStyleLbl="revTx" presStyleIdx="0" presStyleCnt="2">
        <dgm:presLayoutVars>
          <dgm:chMax val="1"/>
          <dgm:chPref val="1"/>
        </dgm:presLayoutVars>
      </dgm:prSet>
      <dgm:spPr/>
    </dgm:pt>
    <dgm:pt modelId="{FDB86B8D-1CD1-4C48-834C-EB88A582334D}" type="pres">
      <dgm:prSet presAssocID="{3B13EC36-418A-442F-9CF9-B5202FB91DE9}" presName="sibTrans" presStyleCnt="0"/>
      <dgm:spPr/>
    </dgm:pt>
    <dgm:pt modelId="{605BD099-5C65-48B3-96FC-FACA118B5BC2}" type="pres">
      <dgm:prSet presAssocID="{A1A22B77-8576-4A9E-A4AE-94EEB744C68E}" presName="compNode" presStyleCnt="0"/>
      <dgm:spPr/>
    </dgm:pt>
    <dgm:pt modelId="{8E164E2F-25FD-4025-9B57-3B21FF22520F}" type="pres">
      <dgm:prSet presAssocID="{A1A22B77-8576-4A9E-A4AE-94EEB744C68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FDD709DB-2D3A-4879-81E7-9C975CD871E4}" type="pres">
      <dgm:prSet presAssocID="{A1A22B77-8576-4A9E-A4AE-94EEB744C68E}" presName="spaceRect" presStyleCnt="0"/>
      <dgm:spPr/>
    </dgm:pt>
    <dgm:pt modelId="{A5C9E90F-BD9C-4137-B0CA-A68697B48EC1}" type="pres">
      <dgm:prSet presAssocID="{A1A22B77-8576-4A9E-A4AE-94EEB744C68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21B0E06-B478-4011-957C-EBF45D40405A}" type="presOf" srcId="{A1A22B77-8576-4A9E-A4AE-94EEB744C68E}" destId="{A5C9E90F-BD9C-4137-B0CA-A68697B48EC1}" srcOrd="0" destOrd="0" presId="urn:microsoft.com/office/officeart/2018/2/layout/IconLabelList"/>
    <dgm:cxn modelId="{05684E0F-7EBE-44B9-9253-B727BD2C00E1}" type="presOf" srcId="{F3B8242A-6C20-4E0B-AB43-28CA499D1BFE}" destId="{9EF6A237-1E06-41AA-AB23-160C8C8C0512}" srcOrd="0" destOrd="0" presId="urn:microsoft.com/office/officeart/2018/2/layout/IconLabelList"/>
    <dgm:cxn modelId="{ABC1E873-4734-42EA-9728-77C53AD5C80D}" srcId="{F3B8242A-6C20-4E0B-AB43-28CA499D1BFE}" destId="{A1A22B77-8576-4A9E-A4AE-94EEB744C68E}" srcOrd="1" destOrd="0" parTransId="{18632891-0F33-48F0-899B-F61D8D71AA24}" sibTransId="{7763EE9D-0FE9-4BA8-8C4D-FEEA13D458DA}"/>
    <dgm:cxn modelId="{E1647354-8DC9-4D10-A9E1-8D040DF81C8E}" type="presOf" srcId="{6788AAF9-FABB-4A86-B83B-DBE977C1987B}" destId="{57E1D1AF-6DA9-4DBC-A752-05A2EE9931E5}" srcOrd="0" destOrd="0" presId="urn:microsoft.com/office/officeart/2018/2/layout/IconLabelList"/>
    <dgm:cxn modelId="{C3678999-8249-403D-9914-E7006C02CD8C}" srcId="{F3B8242A-6C20-4E0B-AB43-28CA499D1BFE}" destId="{6788AAF9-FABB-4A86-B83B-DBE977C1987B}" srcOrd="0" destOrd="0" parTransId="{B17A69EE-D4D1-4C71-9135-D0D09201FA13}" sibTransId="{3B13EC36-418A-442F-9CF9-B5202FB91DE9}"/>
    <dgm:cxn modelId="{7E316E52-B9B1-41C8-A25B-A57608E718DD}" type="presParOf" srcId="{9EF6A237-1E06-41AA-AB23-160C8C8C0512}" destId="{37CC71C8-0824-4C8C-B8F1-B66B59BAEBB0}" srcOrd="0" destOrd="0" presId="urn:microsoft.com/office/officeart/2018/2/layout/IconLabelList"/>
    <dgm:cxn modelId="{CB324B82-645B-48FA-9063-BF0105248508}" type="presParOf" srcId="{37CC71C8-0824-4C8C-B8F1-B66B59BAEBB0}" destId="{E4F7E538-84E6-48F7-970A-F792E25C2956}" srcOrd="0" destOrd="0" presId="urn:microsoft.com/office/officeart/2018/2/layout/IconLabelList"/>
    <dgm:cxn modelId="{77754418-B59E-4E36-A17C-9C7FCDF326F4}" type="presParOf" srcId="{37CC71C8-0824-4C8C-B8F1-B66B59BAEBB0}" destId="{983FD591-A67A-431A-8252-3E24D67EB859}" srcOrd="1" destOrd="0" presId="urn:microsoft.com/office/officeart/2018/2/layout/IconLabelList"/>
    <dgm:cxn modelId="{47520C42-F299-4B14-A7BF-987254F8BF82}" type="presParOf" srcId="{37CC71C8-0824-4C8C-B8F1-B66B59BAEBB0}" destId="{57E1D1AF-6DA9-4DBC-A752-05A2EE9931E5}" srcOrd="2" destOrd="0" presId="urn:microsoft.com/office/officeart/2018/2/layout/IconLabelList"/>
    <dgm:cxn modelId="{C386E6F3-C055-450B-963B-507640D03974}" type="presParOf" srcId="{9EF6A237-1E06-41AA-AB23-160C8C8C0512}" destId="{FDB86B8D-1CD1-4C48-834C-EB88A582334D}" srcOrd="1" destOrd="0" presId="urn:microsoft.com/office/officeart/2018/2/layout/IconLabelList"/>
    <dgm:cxn modelId="{62AB5682-C2CE-4A5B-AB5B-3CC5D45FA3B7}" type="presParOf" srcId="{9EF6A237-1E06-41AA-AB23-160C8C8C0512}" destId="{605BD099-5C65-48B3-96FC-FACA118B5BC2}" srcOrd="2" destOrd="0" presId="urn:microsoft.com/office/officeart/2018/2/layout/IconLabelList"/>
    <dgm:cxn modelId="{17B2875A-C9A3-49CA-83D3-1136573AC21B}" type="presParOf" srcId="{605BD099-5C65-48B3-96FC-FACA118B5BC2}" destId="{8E164E2F-25FD-4025-9B57-3B21FF22520F}" srcOrd="0" destOrd="0" presId="urn:microsoft.com/office/officeart/2018/2/layout/IconLabelList"/>
    <dgm:cxn modelId="{F152D424-EAF2-4C86-842B-52656C2113BB}" type="presParOf" srcId="{605BD099-5C65-48B3-96FC-FACA118B5BC2}" destId="{FDD709DB-2D3A-4879-81E7-9C975CD871E4}" srcOrd="1" destOrd="0" presId="urn:microsoft.com/office/officeart/2018/2/layout/IconLabelList"/>
    <dgm:cxn modelId="{10120D53-4D50-4EC9-AB97-575638EB2A11}" type="presParOf" srcId="{605BD099-5C65-48B3-96FC-FACA118B5BC2}" destId="{A5C9E90F-BD9C-4137-B0CA-A68697B48EC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819C6F-152E-4211-BAFF-E0B5A3860F91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68DD2-7C88-4C3B-B296-61D4D3161CA4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Reproduction</a:t>
          </a:r>
        </a:p>
      </dsp:txBody>
      <dsp:txXfrm>
        <a:off x="299702" y="1282093"/>
        <a:ext cx="2200851" cy="1366505"/>
      </dsp:txXfrm>
    </dsp:sp>
    <dsp:sp modelId="{5DEB2773-11A4-4A5E-B716-07A4A3C5B02E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D5699-9EA9-4AB0-8CBC-2922D7511C7F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Derivative Works</a:t>
          </a:r>
        </a:p>
      </dsp:txBody>
      <dsp:txXfrm>
        <a:off x="3093555" y="1282093"/>
        <a:ext cx="2200851" cy="1366505"/>
      </dsp:txXfrm>
    </dsp:sp>
    <dsp:sp modelId="{C01EA107-868E-4C83-BF74-C28A32218D5E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22AA3-F354-4FE5-BB93-475F85A6B828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Distribution to the Public</a:t>
          </a:r>
        </a:p>
      </dsp:txBody>
      <dsp:txXfrm>
        <a:off x="5887408" y="1282093"/>
        <a:ext cx="2200851" cy="1366505"/>
      </dsp:txXfrm>
    </dsp:sp>
    <dsp:sp modelId="{FF8EC16E-DC3B-44CC-9DFA-D11829F10770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BFD40-F848-41E5-A0E1-AC0CC685E334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Public Performance and Display</a:t>
          </a:r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F7E538-84E6-48F7-970A-F792E25C2956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1D1AF-6DA9-4DBC-A752-05A2EE9931E5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866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More Questions?</a:t>
          </a:r>
        </a:p>
      </dsp:txBody>
      <dsp:txXfrm>
        <a:off x="765914" y="2943510"/>
        <a:ext cx="4320000" cy="720000"/>
      </dsp:txXfrm>
    </dsp:sp>
    <dsp:sp modelId="{8E164E2F-25FD-4025-9B57-3B21FF22520F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9E90F-BD9C-4137-B0CA-A68697B48EC1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866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hlinkClick xmlns:r="http://schemas.openxmlformats.org/officeDocument/2006/relationships" r:id="rId3"/>
            </a:rPr>
            <a:t>copyright@psu.edu</a:t>
          </a:r>
          <a:endParaRPr lang="en-US" sz="4200" kern="1200" dirty="0"/>
        </a:p>
      </dsp:txBody>
      <dsp:txXfrm>
        <a:off x="5841914" y="2943510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60D78-D4F4-42EF-A411-EB50CA25FC9B}" type="datetimeFigureOut"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ED33D-1DD0-4EC1-8E0C-2AE8D6FE2C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2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463800" y="685800"/>
            <a:ext cx="1930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  <a:p>
            <a:pPr marL="628650" indent="-1714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cs typeface="+mn-lt"/>
            </a:endParaRPr>
          </a:p>
          <a:p>
            <a:br>
              <a:rPr lang="en-US">
                <a:cs typeface="+mn-lt"/>
              </a:rPr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0D585-286D-C849-91AC-F313DB31B0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5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463800" y="685800"/>
            <a:ext cx="1930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0D585-286D-C849-91AC-F313DB31B03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19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F0C25-C6A1-4A78-8F0D-6454BB56419F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00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F0C25-C6A1-4A78-8F0D-6454BB56419F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12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0D585-286D-C849-91AC-F313DB31B03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01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1CD74-87F8-2233-5D94-7FE57312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5D8E8-49C4-0F3E-2066-A2A8EE4DE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DD70C-77F2-18F7-F96C-17FB45A6F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DC093-94DB-EA99-6ADF-AB2139222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F0C25-C6A1-4A78-8F0D-6454BB56419F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80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463800" y="685800"/>
            <a:ext cx="1930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0D585-286D-C849-91AC-F313DB31B03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48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2C7D29-55BF-0948-8544-0D1F082A479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1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esentation Title">
            <a:extLst>
              <a:ext uri="{FF2B5EF4-FFF2-40B4-BE49-F238E27FC236}">
                <a16:creationId xmlns:a16="http://schemas.microsoft.com/office/drawing/2014/main" id="{A6365D5F-F141-4E3E-FF97-7EFE7D7569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80160" y="368133"/>
            <a:ext cx="9137073" cy="2223343"/>
          </a:xfrm>
        </p:spPr>
        <p:txBody>
          <a:bodyPr lIns="91440" rIns="91440" anchor="b" anchorCtr="0">
            <a:normAutofit/>
          </a:bodyPr>
          <a:lstStyle>
            <a:lvl1pPr marL="0"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6000" b="0" i="0" kern="1200" baseline="0" dirty="0">
                <a:solidFill>
                  <a:schemeClr val="bg1"/>
                </a:solidFill>
                <a:latin typeface="+mj-lt"/>
                <a:ea typeface="Roboto Slab" pitchFamily="2" charset="0"/>
                <a:cs typeface="Roboto Slab" pitchFamily="2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Optional Subtitle">
            <a:extLst>
              <a:ext uri="{FF2B5EF4-FFF2-40B4-BE49-F238E27FC236}">
                <a16:creationId xmlns:a16="http://schemas.microsoft.com/office/drawing/2014/main" id="{6377A039-ED85-49CC-9DC6-AE1E4D48EB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280160" y="2617841"/>
            <a:ext cx="9143567" cy="938027"/>
          </a:xfrm>
        </p:spPr>
        <p:txBody>
          <a:bodyPr lIns="91440" rIns="91440">
            <a:normAutofit/>
          </a:bodyPr>
          <a:lstStyle>
            <a:lvl1pPr marL="0" indent="0" algn="l" defTabSz="685800" rtl="0" eaLnBrk="1" fontAlgn="t" latinLnBrk="0" hangingPunct="1">
              <a:lnSpc>
                <a:spcPct val="8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32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Optional Subtitle</a:t>
            </a:r>
          </a:p>
        </p:txBody>
      </p:sp>
      <p:sp>
        <p:nvSpPr>
          <p:cNvPr id="2" name="Presenter Name">
            <a:extLst>
              <a:ext uri="{FF2B5EF4-FFF2-40B4-BE49-F238E27FC236}">
                <a16:creationId xmlns:a16="http://schemas.microsoft.com/office/drawing/2014/main" id="{C566E610-EA19-29A0-936C-7C6369DBF6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1280160" y="4035651"/>
            <a:ext cx="8336045" cy="232628"/>
          </a:xfrm>
        </p:spPr>
        <p:txBody>
          <a:bodyPr wrap="square" lIns="91440" anchor="b" anchorCtr="0">
            <a:spAutoFit/>
          </a:bodyPr>
          <a:lstStyle>
            <a:lvl1pPr marL="0" indent="0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 i="1">
                <a:solidFill>
                  <a:schemeClr val="bg1"/>
                </a:solidFill>
              </a:defRPr>
            </a:lvl2pPr>
            <a:lvl3pPr marL="914400" indent="0">
              <a:buNone/>
              <a:defRPr sz="2000" i="1">
                <a:solidFill>
                  <a:schemeClr val="bg1"/>
                </a:solidFill>
              </a:defRPr>
            </a:lvl3pPr>
            <a:lvl4pPr marL="1371600" indent="0">
              <a:buNone/>
              <a:defRPr sz="2000" i="1">
                <a:solidFill>
                  <a:schemeClr val="bg1"/>
                </a:solidFill>
              </a:defRPr>
            </a:lvl4pPr>
            <a:lvl5pPr marL="1828800" indent="0">
              <a:buNone/>
              <a:defRPr sz="20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Title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E98963C8-D5BF-21E2-05C1-86E2339EA6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1280160" y="4297943"/>
            <a:ext cx="5961681" cy="366264"/>
          </a:xfrm>
        </p:spPr>
        <p:txBody>
          <a:bodyPr lIns="91440">
            <a:noAutofit/>
          </a:bodyPr>
          <a:lstStyle>
            <a:lvl1pPr marL="0" indent="0">
              <a:buNone/>
              <a:defRPr sz="1800" i="0">
                <a:solidFill>
                  <a:schemeClr val="bg1"/>
                </a:solidFill>
              </a:defRPr>
            </a:lvl1pPr>
            <a:lvl2pPr marL="457200" indent="0">
              <a:buNone/>
              <a:defRPr sz="2000" i="1">
                <a:solidFill>
                  <a:schemeClr val="bg1"/>
                </a:solidFill>
              </a:defRPr>
            </a:lvl2pPr>
            <a:lvl3pPr marL="914400" indent="0">
              <a:buNone/>
              <a:defRPr sz="2000" i="1">
                <a:solidFill>
                  <a:schemeClr val="bg1"/>
                </a:solidFill>
              </a:defRPr>
            </a:lvl3pPr>
            <a:lvl4pPr marL="1371600" indent="0">
              <a:buNone/>
              <a:defRPr sz="2000" i="1">
                <a:solidFill>
                  <a:schemeClr val="bg1"/>
                </a:solidFill>
              </a:defRPr>
            </a:lvl4pPr>
            <a:lvl5pPr marL="1828800" indent="0">
              <a:buNone/>
              <a:defRPr sz="20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Month Day, Year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98F540E-4129-CC6A-943C-A8CE5CAEBF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7AE81EE8-44D6-3349-8A8F-5240534244A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su mark">
            <a:extLst>
              <a:ext uri="{FF2B5EF4-FFF2-40B4-BE49-F238E27FC236}">
                <a16:creationId xmlns:a16="http://schemas.microsoft.com/office/drawing/2014/main" id="{9FB3ACA9-A4F2-FB0E-BE65-AA917A07C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23" b="12323"/>
          <a:stretch/>
        </p:blipFill>
        <p:spPr>
          <a:xfrm>
            <a:off x="980688" y="4963558"/>
            <a:ext cx="3342135" cy="116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54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5303-0D88-FC4F-A64A-0DABCD2F0B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21D-5040-E443-B438-B5DF5DB17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0" y="1251284"/>
            <a:ext cx="10515600" cy="4095631"/>
          </a:xfrm>
        </p:spPr>
        <p:txBody>
          <a:bodyPr/>
          <a:lstStyle>
            <a:lvl1pPr marL="233363" indent="-233363">
              <a:buClr>
                <a:schemeClr val="accent2"/>
              </a:buClr>
              <a:buFont typeface="Wingdings" pitchFamily="2" charset="2"/>
              <a:buChar char="§"/>
              <a:tabLst/>
              <a:defRPr/>
            </a:lvl1pPr>
            <a:lvl2pPr marL="628650" indent="-171450">
              <a:buClr>
                <a:schemeClr val="accent2"/>
              </a:buClr>
              <a:tabLst/>
              <a:defRPr/>
            </a:lvl2pPr>
            <a:lvl3pPr marL="1035050" indent="-120650">
              <a:buClr>
                <a:schemeClr val="accent2"/>
              </a:buClr>
              <a:tabLst/>
              <a:defRPr/>
            </a:lvl3pPr>
            <a:lvl4pPr marL="1492250" indent="-120650">
              <a:buClr>
                <a:schemeClr val="accent2"/>
              </a:buClr>
              <a:tabLst/>
              <a:defRPr/>
            </a:lvl4pPr>
            <a:lvl5pPr marL="1949450" indent="-120650">
              <a:buClr>
                <a:schemeClr val="accent2"/>
              </a:buClr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footer background">
            <a:extLst>
              <a:ext uri="{FF2B5EF4-FFF2-40B4-BE49-F238E27FC236}">
                <a16:creationId xmlns:a16="http://schemas.microsoft.com/office/drawing/2014/main" id="{8F7DCC58-E9BF-DC24-EA3E-FA312DF84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78"/>
          <a:stretch/>
        </p:blipFill>
        <p:spPr>
          <a:xfrm>
            <a:off x="-5414" y="5882641"/>
            <a:ext cx="12192000" cy="975360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5" name="psu mark">
            <a:extLst>
              <a:ext uri="{FF2B5EF4-FFF2-40B4-BE49-F238E27FC236}">
                <a16:creationId xmlns:a16="http://schemas.microsoft.com/office/drawing/2014/main" id="{2D601A3A-57A9-CBAF-587B-F1E6083F7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91" y="5807978"/>
            <a:ext cx="2415997" cy="1116759"/>
          </a:xfrm>
          <a:prstGeom prst="rect">
            <a:avLst/>
          </a:prstGeom>
        </p:spPr>
      </p:pic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15A991F1-A2A4-1361-3EBC-74A159F744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7AE81EE8-44D6-3349-8A8F-524053424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20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F4AE6DC-E826-EBD2-8C59-EBB4A16D88C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262313"/>
            <a:ext cx="12192000" cy="3595687"/>
          </a:xfrm>
          <a:gradFill>
            <a:gsLst>
              <a:gs pos="0">
                <a:srgbClr val="001E44">
                  <a:alpha val="24770"/>
                </a:srgbClr>
              </a:gs>
              <a:gs pos="73000">
                <a:srgbClr val="001E44">
                  <a:alpha val="15000"/>
                </a:srgbClr>
              </a:gs>
              <a:gs pos="98000">
                <a:srgbClr val="001E44">
                  <a:alpha val="49989"/>
                </a:srgbClr>
              </a:gs>
            </a:gsLst>
            <a:lin ang="5400000" scaled="1"/>
          </a:gradFill>
        </p:spPr>
        <p:txBody>
          <a:bodyPr bIns="365760" anchor="b" anchorCtr="1"/>
          <a:lstStyle>
            <a:lvl1pPr marL="0" indent="0" algn="ctr">
              <a:buFontTx/>
              <a:buNone/>
              <a:defRPr i="1">
                <a:solidFill>
                  <a:schemeClr val="tx2">
                    <a:lumMod val="10000"/>
                    <a:lumOff val="90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(Click icon to add picture)</a:t>
            </a:r>
          </a:p>
        </p:txBody>
      </p:sp>
      <p:sp>
        <p:nvSpPr>
          <p:cNvPr id="2" name="Section Header">
            <a:extLst>
              <a:ext uri="{FF2B5EF4-FFF2-40B4-BE49-F238E27FC236}">
                <a16:creationId xmlns:a16="http://schemas.microsoft.com/office/drawing/2014/main" id="{ED51F017-07A9-6C4C-D0A2-5A1A64E359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2050975"/>
            <a:ext cx="10515600" cy="377989"/>
          </a:xfrm>
        </p:spPr>
        <p:txBody>
          <a:bodyPr wrap="square" anchor="b" anchorCtr="0">
            <a:spAutoFit/>
          </a:bodyPr>
          <a:lstStyle>
            <a:lvl1pPr fontAlgn="b">
              <a:lnSpc>
                <a:spcPct val="75000"/>
              </a:lnSpc>
              <a:defRPr lang="en-US" sz="4400" b="0" i="0" kern="1200" baseline="0" dirty="0">
                <a:solidFill>
                  <a:schemeClr val="bg1"/>
                </a:solidFill>
                <a:latin typeface="+mj-lt"/>
                <a:ea typeface="Roboto Slab" pitchFamily="2" charset="0"/>
                <a:cs typeface="Roboto Slab" pitchFamily="2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9" name="Optional body copy">
            <a:extLst>
              <a:ext uri="{FF2B5EF4-FFF2-40B4-BE49-F238E27FC236}">
                <a16:creationId xmlns:a16="http://schemas.microsoft.com/office/drawing/2014/main" id="{1371F1C5-C3F6-31DC-E6E9-453970B774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0160" y="2460687"/>
            <a:ext cx="7442964" cy="279307"/>
          </a:xfr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Optional body copy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455B1A6E-8412-04AE-C1F5-61D5ABFA40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81EE8-44D6-3349-8A8F-524053424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17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B867689E-0C87-8E15-2658-02B16F033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9C9D6B-EB83-C858-87BA-84D26638E8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0" y="1250951"/>
            <a:ext cx="5085945" cy="4204452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Wingdings" pitchFamily="2" charset="2"/>
              <a:buChar char="§"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accent2"/>
              </a:buClr>
              <a:tabLst/>
              <a:defRPr/>
            </a:lvl2pPr>
            <a:lvl3pPr marL="1035050" indent="-120650">
              <a:buClr>
                <a:schemeClr val="accent2"/>
              </a:buClr>
              <a:tabLst/>
              <a:defRPr/>
            </a:lvl3pPr>
            <a:lvl4pPr marL="1492250" indent="-120650">
              <a:buClr>
                <a:schemeClr val="accent2"/>
              </a:buClr>
              <a:tabLst/>
              <a:defRPr/>
            </a:lvl4pPr>
            <a:lvl5pPr marL="1949450" indent="-120650">
              <a:buClr>
                <a:schemeClr val="accent2"/>
              </a:buClr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Image Placeholder">
            <a:extLst>
              <a:ext uri="{FF2B5EF4-FFF2-40B4-BE49-F238E27FC236}">
                <a16:creationId xmlns:a16="http://schemas.microsoft.com/office/drawing/2014/main" id="{C4DC67E1-6259-0C57-AF9E-AB48FB8AB7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6049963" y="1250950"/>
            <a:ext cx="5303837" cy="4204453"/>
          </a:xfrm>
          <a:noFill/>
        </p:spPr>
        <p:txBody>
          <a:bodyPr anchor="b" anchorCtr="1"/>
          <a:lstStyle>
            <a:lvl1pPr marL="0" indent="0" algn="ctr" fontAlgn="ctr">
              <a:spcBef>
                <a:spcPts val="2800"/>
              </a:spcBef>
              <a:buNone/>
              <a:defRPr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(Click icon to add picture)</a:t>
            </a:r>
          </a:p>
        </p:txBody>
      </p:sp>
      <p:pic>
        <p:nvPicPr>
          <p:cNvPr id="2" name="footer background">
            <a:extLst>
              <a:ext uri="{FF2B5EF4-FFF2-40B4-BE49-F238E27FC236}">
                <a16:creationId xmlns:a16="http://schemas.microsoft.com/office/drawing/2014/main" id="{CDF92713-E4A8-DEA2-784F-637EC1817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78"/>
          <a:stretch/>
        </p:blipFill>
        <p:spPr>
          <a:xfrm>
            <a:off x="-5414" y="5882641"/>
            <a:ext cx="12192000" cy="975360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4" name="psu mark">
            <a:extLst>
              <a:ext uri="{FF2B5EF4-FFF2-40B4-BE49-F238E27FC236}">
                <a16:creationId xmlns:a16="http://schemas.microsoft.com/office/drawing/2014/main" id="{7CAA8439-44FC-7563-A6F9-02F74B092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91" y="5807978"/>
            <a:ext cx="2415997" cy="1116759"/>
          </a:xfrm>
          <a:prstGeom prst="rect">
            <a:avLst/>
          </a:prstGeom>
        </p:spPr>
      </p:pic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0790543-8ACA-1DB6-C551-4CAEAE19A3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81EE8-44D6-3349-8A8F-524053424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3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hank you">
            <a:extLst>
              <a:ext uri="{FF2B5EF4-FFF2-40B4-BE49-F238E27FC236}">
                <a16:creationId xmlns:a16="http://schemas.microsoft.com/office/drawing/2014/main" id="{84CE99D6-8899-B645-F25D-000CF20DD6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80160" y="2831635"/>
            <a:ext cx="7485618" cy="481863"/>
          </a:xfrm>
        </p:spPr>
        <p:txBody>
          <a:bodyPr wrap="square" lIns="91440" anchor="b" anchorCtr="0">
            <a:spAutoFit/>
          </a:bodyPr>
          <a:lstStyle>
            <a:lvl1pPr fontAlgn="b">
              <a:lnSpc>
                <a:spcPct val="75000"/>
              </a:lnSpc>
              <a:defRPr lang="en-US" sz="6000" b="0" i="0" kern="1200" baseline="0" dirty="0">
                <a:solidFill>
                  <a:schemeClr val="bg1"/>
                </a:solidFill>
                <a:latin typeface="+mj-lt"/>
                <a:ea typeface="Roboto Slab" pitchFamily="2" charset="0"/>
                <a:cs typeface="Roboto Slab" pitchFamily="2" charset="0"/>
              </a:defRPr>
            </a:lvl1pPr>
          </a:lstStyle>
          <a:p>
            <a:r>
              <a:rPr lang="en-US"/>
              <a:t>Thank you.</a:t>
            </a:r>
          </a:p>
        </p:txBody>
      </p:sp>
      <p:sp>
        <p:nvSpPr>
          <p:cNvPr id="6" name="Contact information">
            <a:extLst>
              <a:ext uri="{FF2B5EF4-FFF2-40B4-BE49-F238E27FC236}">
                <a16:creationId xmlns:a16="http://schemas.microsoft.com/office/drawing/2014/main" id="{C8587763-AED3-9FA3-765C-D018ECA72B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280160" y="3354485"/>
            <a:ext cx="7442964" cy="279307"/>
          </a:xfrm>
        </p:spPr>
        <p:txBody>
          <a:bodyPr wrap="square" lIns="91440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FBAE165-854E-B03A-D7AF-9765A4CEE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81EE8-44D6-3349-8A8F-5240534244A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su mark">
            <a:extLst>
              <a:ext uri="{FF2B5EF4-FFF2-40B4-BE49-F238E27FC236}">
                <a16:creationId xmlns:a16="http://schemas.microsoft.com/office/drawing/2014/main" id="{6B45AAC9-2E53-4961-2F94-E67ECD843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23" b="12323"/>
          <a:stretch/>
        </p:blipFill>
        <p:spPr>
          <a:xfrm>
            <a:off x="980688" y="4963558"/>
            <a:ext cx="3342135" cy="116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8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833E-270F-A032-251C-648EA040A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6749C-C528-5E14-B873-7F3F9465B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90AC7-27D1-1044-2354-7CB0835C5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E158-7F89-8E62-3F7A-118FE940B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F04C9-4C3A-E7E9-48AE-3914F55AE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66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esentation Title">
            <a:extLst>
              <a:ext uri="{FF2B5EF4-FFF2-40B4-BE49-F238E27FC236}">
                <a16:creationId xmlns:a16="http://schemas.microsoft.com/office/drawing/2014/main" id="{A6365D5F-F141-4E3E-FF97-7EFE7D756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368133"/>
            <a:ext cx="6217920" cy="2223343"/>
          </a:xfrm>
        </p:spPr>
        <p:txBody>
          <a:bodyPr lIns="91440" rIns="91440" anchor="b" anchorCtr="0">
            <a:normAutofit/>
          </a:bodyPr>
          <a:lstStyle>
            <a:lvl1pPr marL="0"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400" b="1" i="0" kern="1200" baseline="0" dirty="0">
                <a:solidFill>
                  <a:schemeClr val="bg1"/>
                </a:solidFill>
                <a:latin typeface="Rockwell" panose="02060603020205020403" pitchFamily="18" charset="77"/>
                <a:ea typeface="Rockwell" panose="02060603020205020403" pitchFamily="18" charset="77"/>
                <a:cs typeface="Roboto Slab" pitchFamily="2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Optional Subtitle">
            <a:extLst>
              <a:ext uri="{FF2B5EF4-FFF2-40B4-BE49-F238E27FC236}">
                <a16:creationId xmlns:a16="http://schemas.microsoft.com/office/drawing/2014/main" id="{6377A039-ED85-49CC-9DC6-AE1E4D48EB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69280" y="2617841"/>
            <a:ext cx="6217920" cy="938027"/>
          </a:xfrm>
        </p:spPr>
        <p:txBody>
          <a:bodyPr lIns="91440" rIns="91440">
            <a:normAutofit/>
          </a:bodyPr>
          <a:lstStyle>
            <a:lvl1pPr marL="0" indent="0" algn="l" defTabSz="685800" rtl="0" eaLnBrk="1" fontAlgn="t" latinLnBrk="0" hangingPunct="1">
              <a:lnSpc>
                <a:spcPct val="8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3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Optional Subtitle</a:t>
            </a:r>
          </a:p>
        </p:txBody>
      </p:sp>
      <p:sp>
        <p:nvSpPr>
          <p:cNvPr id="2" name="Presenter Name">
            <a:extLst>
              <a:ext uri="{FF2B5EF4-FFF2-40B4-BE49-F238E27FC236}">
                <a16:creationId xmlns:a16="http://schemas.microsoft.com/office/drawing/2014/main" id="{C566E610-EA19-29A0-936C-7C6369DBF6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69280" y="4035651"/>
            <a:ext cx="6217920" cy="232628"/>
          </a:xfrm>
        </p:spPr>
        <p:txBody>
          <a:bodyPr wrap="square" lIns="91440" anchor="b" anchorCtr="0">
            <a:spAutoFit/>
          </a:bodyPr>
          <a:lstStyle>
            <a:lvl1pPr marL="0" indent="0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 i="1">
                <a:solidFill>
                  <a:schemeClr val="bg1"/>
                </a:solidFill>
              </a:defRPr>
            </a:lvl2pPr>
            <a:lvl3pPr marL="914400" indent="0">
              <a:buNone/>
              <a:defRPr sz="2000" i="1">
                <a:solidFill>
                  <a:schemeClr val="bg1"/>
                </a:solidFill>
              </a:defRPr>
            </a:lvl3pPr>
            <a:lvl4pPr marL="1371600" indent="0">
              <a:buNone/>
              <a:defRPr sz="2000" i="1">
                <a:solidFill>
                  <a:schemeClr val="bg1"/>
                </a:solidFill>
              </a:defRPr>
            </a:lvl4pPr>
            <a:lvl5pPr marL="1828800" indent="0">
              <a:buNone/>
              <a:defRPr sz="20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Title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E98963C8-D5BF-21E2-05C1-86E2339EA6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279" y="4297943"/>
            <a:ext cx="5315396" cy="366264"/>
          </a:xfrm>
        </p:spPr>
        <p:txBody>
          <a:bodyPr lIns="91440">
            <a:noAutofit/>
          </a:bodyPr>
          <a:lstStyle>
            <a:lvl1pPr marL="0" indent="0">
              <a:buNone/>
              <a:defRPr sz="1800" i="0">
                <a:solidFill>
                  <a:schemeClr val="bg1"/>
                </a:solidFill>
              </a:defRPr>
            </a:lvl1pPr>
            <a:lvl2pPr marL="457200" indent="0">
              <a:buNone/>
              <a:defRPr sz="2000" i="1">
                <a:solidFill>
                  <a:schemeClr val="bg1"/>
                </a:solidFill>
              </a:defRPr>
            </a:lvl2pPr>
            <a:lvl3pPr marL="914400" indent="0">
              <a:buNone/>
              <a:defRPr sz="2000" i="1">
                <a:solidFill>
                  <a:schemeClr val="bg1"/>
                </a:solidFill>
              </a:defRPr>
            </a:lvl3pPr>
            <a:lvl4pPr marL="1371600" indent="0">
              <a:buNone/>
              <a:defRPr sz="2000" i="1">
                <a:solidFill>
                  <a:schemeClr val="bg1"/>
                </a:solidFill>
              </a:defRPr>
            </a:lvl4pPr>
            <a:lvl5pPr marL="1828800" indent="0">
              <a:buNone/>
              <a:defRPr sz="20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Month Day, Year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98F540E-4129-CC6A-943C-A8CE5CAEBF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>
          <a:xfrm>
            <a:off x="929132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Penn State University mark">
            <a:extLst>
              <a:ext uri="{FF2B5EF4-FFF2-40B4-BE49-F238E27FC236}">
                <a16:creationId xmlns:a16="http://schemas.microsoft.com/office/drawing/2014/main" id="{0E33E67F-C7CF-BA81-9A89-4020C2834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91" y="5807978"/>
            <a:ext cx="2415997" cy="111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071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5303-0D88-FC4F-A64A-0DABCD2F0B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21D-5040-E443-B438-B5DF5DB17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0" y="1251284"/>
            <a:ext cx="10515600" cy="4095631"/>
          </a:xfrm>
        </p:spPr>
        <p:txBody>
          <a:bodyPr/>
          <a:lstStyle>
            <a:lvl1pPr marL="233363" indent="-233363">
              <a:buClr>
                <a:schemeClr val="accent2"/>
              </a:buClr>
              <a:buFont typeface="Wingdings" pitchFamily="2" charset="2"/>
              <a:buChar char="§"/>
              <a:tabLst/>
              <a:defRPr/>
            </a:lvl1pPr>
            <a:lvl2pPr marL="628650" indent="-171450">
              <a:buClr>
                <a:schemeClr val="accent2"/>
              </a:buClr>
              <a:tabLst/>
              <a:defRPr/>
            </a:lvl2pPr>
            <a:lvl3pPr marL="1035050" indent="-120650">
              <a:buClr>
                <a:schemeClr val="accent2"/>
              </a:buClr>
              <a:tabLst/>
              <a:defRPr/>
            </a:lvl3pPr>
            <a:lvl4pPr marL="1492250" indent="-120650">
              <a:buClr>
                <a:schemeClr val="accent2"/>
              </a:buClr>
              <a:tabLst/>
              <a:defRPr/>
            </a:lvl4pPr>
            <a:lvl5pPr marL="1949450" indent="-120650">
              <a:buClr>
                <a:schemeClr val="accent2"/>
              </a:buClr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footer image" descr="A blue background with white lines&#10;&#10;Description automatically generated">
            <a:extLst>
              <a:ext uri="{FF2B5EF4-FFF2-40B4-BE49-F238E27FC236}">
                <a16:creationId xmlns:a16="http://schemas.microsoft.com/office/drawing/2014/main" id="{E74D2AC2-3E14-8F36-4C21-7B0AADF10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95"/>
          <a:stretch/>
        </p:blipFill>
        <p:spPr>
          <a:xfrm>
            <a:off x="0" y="5830784"/>
            <a:ext cx="12192000" cy="1027216"/>
          </a:xfrm>
          <a:prstGeom prst="rect">
            <a:avLst/>
          </a:prstGeom>
        </p:spPr>
      </p:pic>
      <p:pic>
        <p:nvPicPr>
          <p:cNvPr id="5" name="psu mark">
            <a:extLst>
              <a:ext uri="{FF2B5EF4-FFF2-40B4-BE49-F238E27FC236}">
                <a16:creationId xmlns:a16="http://schemas.microsoft.com/office/drawing/2014/main" id="{2D601A3A-57A9-CBAF-587B-F1E6083F7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91" y="5807978"/>
            <a:ext cx="2415997" cy="1116759"/>
          </a:xfrm>
          <a:prstGeom prst="rect">
            <a:avLst/>
          </a:prstGeom>
        </p:spPr>
      </p:pic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15A991F1-A2A4-1361-3EBC-74A159F744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9132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44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Header">
            <a:extLst>
              <a:ext uri="{FF2B5EF4-FFF2-40B4-BE49-F238E27FC236}">
                <a16:creationId xmlns:a16="http://schemas.microsoft.com/office/drawing/2014/main" id="{ED51F017-07A9-6C4C-D0A2-5A1A64E359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2025007"/>
            <a:ext cx="10515600" cy="403957"/>
          </a:xfrm>
        </p:spPr>
        <p:txBody>
          <a:bodyPr wrap="square" anchor="b" anchorCtr="0">
            <a:spAutoFit/>
          </a:bodyPr>
          <a:lstStyle>
            <a:lvl1pPr fontAlgn="b">
              <a:lnSpc>
                <a:spcPct val="75000"/>
              </a:lnSpc>
              <a:defRPr lang="en-US" sz="4800" b="0" i="0" kern="1200" baseline="0" dirty="0">
                <a:solidFill>
                  <a:schemeClr val="bg1"/>
                </a:solidFill>
                <a:latin typeface="Rockwell" panose="02060603020205020403" pitchFamily="18" charset="77"/>
                <a:ea typeface="Rockwell" panose="02060603020205020403" pitchFamily="18" charset="77"/>
                <a:cs typeface="Roboto Slab" pitchFamily="2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9" name="Optional body copy">
            <a:extLst>
              <a:ext uri="{FF2B5EF4-FFF2-40B4-BE49-F238E27FC236}">
                <a16:creationId xmlns:a16="http://schemas.microsoft.com/office/drawing/2014/main" id="{1371F1C5-C3F6-31DC-E6E9-453970B774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0160" y="2460687"/>
            <a:ext cx="7442964" cy="279307"/>
          </a:xfr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Optional body copy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455B1A6E-8412-04AE-C1F5-61D5ABFA40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929132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Penn State University mark">
            <a:extLst>
              <a:ext uri="{FF2B5EF4-FFF2-40B4-BE49-F238E27FC236}">
                <a16:creationId xmlns:a16="http://schemas.microsoft.com/office/drawing/2014/main" id="{3F235648-8BD2-735D-EFB9-69EE8C12A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91" y="5807978"/>
            <a:ext cx="2415997" cy="111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49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B867689E-0C87-8E15-2658-02B16F033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9C9D6B-EB83-C858-87BA-84D26638E8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0" y="1250951"/>
            <a:ext cx="5085945" cy="4204452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Wingdings" pitchFamily="2" charset="2"/>
              <a:buChar char="§"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accent2"/>
              </a:buClr>
              <a:tabLst/>
              <a:defRPr/>
            </a:lvl2pPr>
            <a:lvl3pPr marL="1035050" indent="-120650">
              <a:buClr>
                <a:schemeClr val="accent2"/>
              </a:buClr>
              <a:tabLst/>
              <a:defRPr/>
            </a:lvl3pPr>
            <a:lvl4pPr marL="1492250" indent="-120650">
              <a:buClr>
                <a:schemeClr val="accent2"/>
              </a:buClr>
              <a:tabLst/>
              <a:defRPr/>
            </a:lvl4pPr>
            <a:lvl5pPr marL="1949450" indent="-120650">
              <a:buClr>
                <a:schemeClr val="accent2"/>
              </a:buClr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Image Placeholder">
            <a:extLst>
              <a:ext uri="{FF2B5EF4-FFF2-40B4-BE49-F238E27FC236}">
                <a16:creationId xmlns:a16="http://schemas.microsoft.com/office/drawing/2014/main" id="{C4DC67E1-6259-0C57-AF9E-AB48FB8AB7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6049963" y="1250950"/>
            <a:ext cx="5303837" cy="4204453"/>
          </a:xfrm>
          <a:noFill/>
        </p:spPr>
        <p:txBody>
          <a:bodyPr anchor="b" anchorCtr="1"/>
          <a:lstStyle>
            <a:lvl1pPr marL="0" indent="0" algn="ctr" fontAlgn="ctr">
              <a:spcBef>
                <a:spcPts val="2800"/>
              </a:spcBef>
              <a:buNone/>
              <a:defRPr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(Click icon to add picture)</a:t>
            </a:r>
          </a:p>
        </p:txBody>
      </p:sp>
      <p:pic>
        <p:nvPicPr>
          <p:cNvPr id="3" name="footer image" descr="A blue background with white lines&#10;&#10;Description automatically generated">
            <a:extLst>
              <a:ext uri="{FF2B5EF4-FFF2-40B4-BE49-F238E27FC236}">
                <a16:creationId xmlns:a16="http://schemas.microsoft.com/office/drawing/2014/main" id="{353B4554-C026-E0D7-1D29-D7939D5B2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95"/>
          <a:stretch/>
        </p:blipFill>
        <p:spPr>
          <a:xfrm>
            <a:off x="0" y="5830784"/>
            <a:ext cx="12192000" cy="1027216"/>
          </a:xfrm>
          <a:prstGeom prst="rect">
            <a:avLst/>
          </a:prstGeom>
        </p:spPr>
      </p:pic>
      <p:pic>
        <p:nvPicPr>
          <p:cNvPr id="7" name="psu mark">
            <a:extLst>
              <a:ext uri="{FF2B5EF4-FFF2-40B4-BE49-F238E27FC236}">
                <a16:creationId xmlns:a16="http://schemas.microsoft.com/office/drawing/2014/main" id="{FC312A6D-73AC-2DC3-C595-2C27CD22B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91" y="5807978"/>
            <a:ext cx="2415997" cy="1116759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A98DBFF2-0CDB-3D60-67DC-18F4E6513D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9132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50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ank you">
            <a:extLst>
              <a:ext uri="{FF2B5EF4-FFF2-40B4-BE49-F238E27FC236}">
                <a16:creationId xmlns:a16="http://schemas.microsoft.com/office/drawing/2014/main" id="{BCAB40A4-26A9-077E-EE4B-FDF9C2CAA0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368133"/>
            <a:ext cx="6217920" cy="2223343"/>
          </a:xfrm>
        </p:spPr>
        <p:txBody>
          <a:bodyPr lIns="91440" rIns="91440" anchor="b" anchorCtr="0">
            <a:normAutofit/>
          </a:bodyPr>
          <a:lstStyle>
            <a:lvl1pPr marL="0"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400" b="1" i="0" kern="1200" baseline="0" dirty="0">
                <a:solidFill>
                  <a:schemeClr val="bg1"/>
                </a:solidFill>
                <a:latin typeface="Rockwell" panose="02060603020205020403" pitchFamily="18" charset="77"/>
                <a:ea typeface="Rockwell" panose="02060603020205020403" pitchFamily="18" charset="77"/>
                <a:cs typeface="Roboto Slab" pitchFamily="2" charset="0"/>
              </a:defRPr>
            </a:lvl1pPr>
          </a:lstStyle>
          <a:p>
            <a:r>
              <a:rPr lang="en-US"/>
              <a:t>Thank you.</a:t>
            </a:r>
          </a:p>
        </p:txBody>
      </p:sp>
      <p:sp>
        <p:nvSpPr>
          <p:cNvPr id="7" name="Contact information">
            <a:extLst>
              <a:ext uri="{FF2B5EF4-FFF2-40B4-BE49-F238E27FC236}">
                <a16:creationId xmlns:a16="http://schemas.microsoft.com/office/drawing/2014/main" id="{1C8BEF5A-1CA0-17F3-9DDA-FB4F752C2F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69280" y="2617841"/>
            <a:ext cx="6217920" cy="938027"/>
          </a:xfrm>
        </p:spPr>
        <p:txBody>
          <a:bodyPr lIns="91440" rIns="91440">
            <a:normAutofit/>
          </a:bodyPr>
          <a:lstStyle>
            <a:lvl1pPr marL="0" indent="0" algn="l" defTabSz="685800" rtl="0" eaLnBrk="1" fontAlgn="t" latinLnBrk="0" hangingPunct="1">
              <a:lnSpc>
                <a:spcPct val="8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3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pic>
        <p:nvPicPr>
          <p:cNvPr id="2" name="psu mark" descr="Penn State University mark">
            <a:extLst>
              <a:ext uri="{FF2B5EF4-FFF2-40B4-BE49-F238E27FC236}">
                <a16:creationId xmlns:a16="http://schemas.microsoft.com/office/drawing/2014/main" id="{EFB5FC8C-0C5E-C0D7-9411-FC80D202A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91" y="5807978"/>
            <a:ext cx="2415997" cy="1116759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FBAE165-854E-B03A-D7AF-9765A4CEE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929132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22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98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87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67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87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485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93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27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21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16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00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17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941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thors Alliance WIB Content">
  <p:cSld name="Authors Alliance WIB Content">
    <p:bg>
      <p:bgPr>
        <a:solidFill>
          <a:srgbClr val="F5F6F7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98" name="Google Shape;298;p6"/>
          <p:cNvCxnSpPr/>
          <p:nvPr/>
        </p:nvCxnSpPr>
        <p:spPr>
          <a:xfrm>
            <a:off x="2759700" y="4533"/>
            <a:ext cx="674000" cy="34300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99" name="Google Shape;299;p6"/>
          <p:cNvCxnSpPr/>
          <p:nvPr/>
        </p:nvCxnSpPr>
        <p:spPr>
          <a:xfrm flipH="1">
            <a:off x="2760800" y="3457067"/>
            <a:ext cx="666800" cy="34108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300" name="Google Shape;300;p6"/>
          <p:cNvSpPr txBox="1"/>
          <p:nvPr/>
        </p:nvSpPr>
        <p:spPr>
          <a:xfrm>
            <a:off x="4470433" y="1801800"/>
            <a:ext cx="7488800" cy="47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4122833" y="282900"/>
            <a:ext cx="8069200" cy="1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600" b="1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93134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esentation Title">
            <a:extLst>
              <a:ext uri="{FF2B5EF4-FFF2-40B4-BE49-F238E27FC236}">
                <a16:creationId xmlns:a16="http://schemas.microsoft.com/office/drawing/2014/main" id="{A6365D5F-F141-4E3E-FF97-7EFE7D7569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80160" y="368133"/>
            <a:ext cx="9137073" cy="2223343"/>
          </a:xfrm>
        </p:spPr>
        <p:txBody>
          <a:bodyPr lIns="91440" rIns="91440" anchor="b" anchorCtr="0">
            <a:normAutofit/>
          </a:bodyPr>
          <a:lstStyle>
            <a:lvl1pPr marL="0"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6000" b="0" i="0" kern="1200" baseline="0" dirty="0">
                <a:solidFill>
                  <a:schemeClr val="accent2"/>
                </a:solidFill>
                <a:latin typeface="Rockwell" panose="02060603020205020403" pitchFamily="18" charset="77"/>
                <a:ea typeface="Roboto Slab" pitchFamily="2" charset="0"/>
                <a:cs typeface="Roboto Slab" pitchFamily="2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Optional Subtitle">
            <a:extLst>
              <a:ext uri="{FF2B5EF4-FFF2-40B4-BE49-F238E27FC236}">
                <a16:creationId xmlns:a16="http://schemas.microsoft.com/office/drawing/2014/main" id="{6377A039-ED85-49CC-9DC6-AE1E4D48EB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280160" y="2617841"/>
            <a:ext cx="9143567" cy="938027"/>
          </a:xfrm>
        </p:spPr>
        <p:txBody>
          <a:bodyPr lIns="91440" rIns="91440">
            <a:normAutofit/>
          </a:bodyPr>
          <a:lstStyle>
            <a:lvl1pPr marL="0" indent="0" algn="l" defTabSz="685800" rtl="0" eaLnBrk="1" fontAlgn="t" latinLnBrk="0" hangingPunct="1">
              <a:lnSpc>
                <a:spcPct val="8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3200" kern="1200" dirty="0">
                <a:solidFill>
                  <a:srgbClr val="00B0F0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Optional Subtitle</a:t>
            </a:r>
          </a:p>
        </p:txBody>
      </p:sp>
      <p:sp>
        <p:nvSpPr>
          <p:cNvPr id="2" name="Presenter Name">
            <a:extLst>
              <a:ext uri="{FF2B5EF4-FFF2-40B4-BE49-F238E27FC236}">
                <a16:creationId xmlns:a16="http://schemas.microsoft.com/office/drawing/2014/main" id="{C566E610-EA19-29A0-936C-7C6369DBF6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1280160" y="4034754"/>
            <a:ext cx="8336045" cy="233525"/>
          </a:xfrm>
        </p:spPr>
        <p:txBody>
          <a:bodyPr wrap="square" lIns="91440" anchor="b" anchorCtr="0">
            <a:sp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  <a:lvl2pPr marL="457200" indent="0">
              <a:buNone/>
              <a:defRPr sz="2000" i="1">
                <a:solidFill>
                  <a:schemeClr val="bg1"/>
                </a:solidFill>
              </a:defRPr>
            </a:lvl2pPr>
            <a:lvl3pPr marL="914400" indent="0">
              <a:buNone/>
              <a:defRPr sz="2000" i="1">
                <a:solidFill>
                  <a:schemeClr val="bg1"/>
                </a:solidFill>
              </a:defRPr>
            </a:lvl3pPr>
            <a:lvl4pPr marL="1371600" indent="0">
              <a:buNone/>
              <a:defRPr sz="2000" i="1">
                <a:solidFill>
                  <a:schemeClr val="bg1"/>
                </a:solidFill>
              </a:defRPr>
            </a:lvl4pPr>
            <a:lvl5pPr marL="1828800" indent="0">
              <a:buNone/>
              <a:defRPr sz="20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Title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E98963C8-D5BF-21E2-05C1-86E2339EA6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1280160" y="4297943"/>
            <a:ext cx="5961681" cy="366264"/>
          </a:xfrm>
        </p:spPr>
        <p:txBody>
          <a:bodyPr lIns="91440">
            <a:noAutofit/>
          </a:bodyPr>
          <a:lstStyle>
            <a:lvl1pPr marL="0" indent="0">
              <a:buNone/>
              <a:defRPr sz="1800" i="0">
                <a:solidFill>
                  <a:schemeClr val="tx1"/>
                </a:solidFill>
              </a:defRPr>
            </a:lvl1pPr>
            <a:lvl2pPr marL="457200" indent="0">
              <a:buNone/>
              <a:defRPr sz="2000" i="1">
                <a:solidFill>
                  <a:schemeClr val="bg1"/>
                </a:solidFill>
              </a:defRPr>
            </a:lvl2pPr>
            <a:lvl3pPr marL="914400" indent="0">
              <a:buNone/>
              <a:defRPr sz="2000" i="1">
                <a:solidFill>
                  <a:schemeClr val="bg1"/>
                </a:solidFill>
              </a:defRPr>
            </a:lvl3pPr>
            <a:lvl4pPr marL="1371600" indent="0">
              <a:buNone/>
              <a:defRPr sz="2000" i="1">
                <a:solidFill>
                  <a:schemeClr val="bg1"/>
                </a:solidFill>
              </a:defRPr>
            </a:lvl4pPr>
            <a:lvl5pPr marL="1828800" indent="0">
              <a:buNone/>
              <a:defRPr sz="20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Month Day, Year</a:t>
            </a:r>
          </a:p>
        </p:txBody>
      </p:sp>
      <p:pic>
        <p:nvPicPr>
          <p:cNvPr id="7" name="psu mark" descr="Penn State University mark">
            <a:extLst>
              <a:ext uri="{FF2B5EF4-FFF2-40B4-BE49-F238E27FC236}">
                <a16:creationId xmlns:a16="http://schemas.microsoft.com/office/drawing/2014/main" id="{266186B5-DA00-DAAD-EBC3-1C314E3330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39" b="11939"/>
          <a:stretch/>
        </p:blipFill>
        <p:spPr>
          <a:xfrm>
            <a:off x="1028191" y="4987176"/>
            <a:ext cx="3212577" cy="1118984"/>
          </a:xfrm>
          <a:prstGeom prst="rect">
            <a:avLst/>
          </a:prstGeom>
        </p:spPr>
      </p:pic>
      <p:pic>
        <p:nvPicPr>
          <p:cNvPr id="4" name="Corner Shield Image">
            <a:extLst>
              <a:ext uri="{FF2B5EF4-FFF2-40B4-BE49-F238E27FC236}">
                <a16:creationId xmlns:a16="http://schemas.microsoft.com/office/drawing/2014/main" id="{D66202D9-6563-B177-C712-53A7F7141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114300"/>
            <a:ext cx="5676900" cy="6743700"/>
          </a:xfrm>
          <a:prstGeom prst="rect">
            <a:avLst/>
          </a:prstGeom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98F540E-4129-CC6A-943C-A8CE5CAEBF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793608D5-1586-F84E-AC54-632C635393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37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B867689E-0C87-8E15-2658-02B16F033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9C9D6B-EB83-C858-87BA-84D26638E8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0" y="1250951"/>
            <a:ext cx="5085945" cy="4204452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Wingdings" pitchFamily="2" charset="2"/>
              <a:buChar char="§"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accent2"/>
              </a:buClr>
              <a:tabLst/>
              <a:defRPr/>
            </a:lvl2pPr>
            <a:lvl3pPr marL="1035050" indent="-120650">
              <a:buClr>
                <a:schemeClr val="accent2"/>
              </a:buClr>
              <a:tabLst/>
              <a:defRPr/>
            </a:lvl3pPr>
            <a:lvl4pPr marL="1492250" indent="-120650">
              <a:buClr>
                <a:schemeClr val="accent2"/>
              </a:buClr>
              <a:tabLst/>
              <a:defRPr/>
            </a:lvl4pPr>
            <a:lvl5pPr marL="1949450" indent="-120650">
              <a:buClr>
                <a:schemeClr val="accent2"/>
              </a:buClr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Image Placeholder">
            <a:extLst>
              <a:ext uri="{FF2B5EF4-FFF2-40B4-BE49-F238E27FC236}">
                <a16:creationId xmlns:a16="http://schemas.microsoft.com/office/drawing/2014/main" id="{C4DC67E1-6259-0C57-AF9E-AB48FB8AB7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6049963" y="1250950"/>
            <a:ext cx="5303837" cy="4204453"/>
          </a:xfrm>
          <a:noFill/>
        </p:spPr>
        <p:txBody>
          <a:bodyPr anchor="b" anchorCtr="1"/>
          <a:lstStyle>
            <a:lvl1pPr marL="0" indent="0" algn="ctr" fontAlgn="ctr">
              <a:spcBef>
                <a:spcPts val="2800"/>
              </a:spcBef>
              <a:buNone/>
              <a:defRPr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(Click icon to add picture)</a:t>
            </a:r>
          </a:p>
        </p:txBody>
      </p:sp>
      <p:pic>
        <p:nvPicPr>
          <p:cNvPr id="10" name="psu mark">
            <a:extLst>
              <a:ext uri="{FF2B5EF4-FFF2-40B4-BE49-F238E27FC236}">
                <a16:creationId xmlns:a16="http://schemas.microsoft.com/office/drawing/2014/main" id="{3E095005-93B0-D9A5-216F-D42A63127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39" b="11939"/>
          <a:stretch/>
        </p:blipFill>
        <p:spPr>
          <a:xfrm>
            <a:off x="8343391" y="5830456"/>
            <a:ext cx="2121409" cy="738915"/>
          </a:xfrm>
          <a:prstGeom prst="rect">
            <a:avLst/>
          </a:prstGeom>
        </p:spPr>
      </p:pic>
      <p:pic>
        <p:nvPicPr>
          <p:cNvPr id="3" name="Corner Shield Image">
            <a:extLst>
              <a:ext uri="{FF2B5EF4-FFF2-40B4-BE49-F238E27FC236}">
                <a16:creationId xmlns:a16="http://schemas.microsoft.com/office/drawing/2014/main" id="{5C30A1A7-2137-E2B3-4D6F-A8BD72540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45" y="3993267"/>
            <a:ext cx="2411555" cy="2864733"/>
          </a:xfrm>
          <a:prstGeom prst="rect">
            <a:avLst/>
          </a:prstGeom>
        </p:spPr>
      </p:pic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0790543-8ACA-1DB6-C551-4CAEAE19A3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93608D5-1586-F84E-AC54-632C635393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86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thors Alliance WIB Spotlight 1">
  <p:cSld name="Authors Alliance WIB Spotlight 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/>
          <p:nvPr/>
        </p:nvSpPr>
        <p:spPr>
          <a:xfrm>
            <a:off x="3481448" y="2371468"/>
            <a:ext cx="2366000" cy="2366000"/>
          </a:xfrm>
          <a:prstGeom prst="ellipse">
            <a:avLst/>
          </a:prstGeom>
          <a:noFill/>
          <a:ln w="9525" cap="rnd" cmpd="sng">
            <a:solidFill>
              <a:srgbClr val="CC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351C7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26817" y="2371468"/>
            <a:ext cx="2366000" cy="2366000"/>
          </a:xfrm>
          <a:prstGeom prst="ellipse">
            <a:avLst/>
          </a:prstGeom>
          <a:noFill/>
          <a:ln w="9525" cap="rnd" cmpd="sng">
            <a:solidFill>
              <a:srgbClr val="CC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351C7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390315" y="2371468"/>
            <a:ext cx="2366000" cy="2366000"/>
          </a:xfrm>
          <a:prstGeom prst="ellipse">
            <a:avLst/>
          </a:prstGeom>
          <a:noFill/>
          <a:ln w="9525" cap="rnd" cmpd="sng">
            <a:solidFill>
              <a:srgbClr val="CC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351C7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21" name="Google Shape;321;p9"/>
          <p:cNvSpPr txBox="1"/>
          <p:nvPr/>
        </p:nvSpPr>
        <p:spPr>
          <a:xfrm>
            <a:off x="0" y="102467"/>
            <a:ext cx="12192000" cy="1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67" b="1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9299181" y="2371468"/>
            <a:ext cx="2366000" cy="2366000"/>
          </a:xfrm>
          <a:prstGeom prst="ellipse">
            <a:avLst/>
          </a:prstGeom>
          <a:noFill/>
          <a:ln w="9525" cap="rnd" cmpd="sng">
            <a:solidFill>
              <a:srgbClr val="CC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351C7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17473960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thors Alliance WIB Spotlight">
  <p:cSld name="Authors Alliance WIB Spotlight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"/>
          <p:cNvSpPr/>
          <p:nvPr/>
        </p:nvSpPr>
        <p:spPr>
          <a:xfrm>
            <a:off x="4568600" y="1863475"/>
            <a:ext cx="3054800" cy="3054800"/>
          </a:xfrm>
          <a:prstGeom prst="ellipse">
            <a:avLst/>
          </a:prstGeom>
          <a:noFill/>
          <a:ln w="9525" cap="rnd" cmpd="sng">
            <a:solidFill>
              <a:srgbClr val="CC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351C7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753967" y="1863475"/>
            <a:ext cx="3054800" cy="3054800"/>
          </a:xfrm>
          <a:prstGeom prst="ellipse">
            <a:avLst/>
          </a:prstGeom>
          <a:noFill/>
          <a:ln w="9525" cap="rnd" cmpd="sng">
            <a:solidFill>
              <a:srgbClr val="CC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351C7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8324147" y="1863475"/>
            <a:ext cx="3054800" cy="3054800"/>
          </a:xfrm>
          <a:prstGeom prst="ellipse">
            <a:avLst/>
          </a:prstGeom>
          <a:noFill/>
          <a:ln w="9525" cap="rnd" cmpd="sng">
            <a:solidFill>
              <a:srgbClr val="CC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351C7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633367" y="4922933"/>
            <a:ext cx="3296000" cy="2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 sz="2667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4442600" y="4922933"/>
            <a:ext cx="3296000" cy="2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 sz="2667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 txBox="1"/>
          <p:nvPr/>
        </p:nvSpPr>
        <p:spPr>
          <a:xfrm>
            <a:off x="8103747" y="4922933"/>
            <a:ext cx="3495600" cy="2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 sz="2667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 txBox="1"/>
          <p:nvPr/>
        </p:nvSpPr>
        <p:spPr>
          <a:xfrm>
            <a:off x="0" y="102467"/>
            <a:ext cx="12192000" cy="1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67" b="1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3367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thors Alliance WIB Blank">
  <p:cSld name="Authors Alliance WIB Blank">
    <p:bg>
      <p:bgPr>
        <a:solidFill>
          <a:srgbClr val="F5F6F7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32" name="Google Shape;332;p11"/>
          <p:cNvSpPr txBox="1"/>
          <p:nvPr/>
        </p:nvSpPr>
        <p:spPr>
          <a:xfrm>
            <a:off x="4470433" y="79700"/>
            <a:ext cx="7277200" cy="1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600" b="1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4470433" y="1801800"/>
            <a:ext cx="7488800" cy="47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33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34957798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thors Alliance WIB Subtitle">
  <p:cSld name="Authors Alliance WIB Subtitle">
    <p:bg>
      <p:bgPr>
        <a:solidFill>
          <a:srgbClr val="95A5A6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5"/>
          <p:cNvGrpSpPr/>
          <p:nvPr/>
        </p:nvGrpSpPr>
        <p:grpSpPr>
          <a:xfrm>
            <a:off x="124" y="-5"/>
            <a:ext cx="12202753" cy="6863893"/>
            <a:chOff x="3843650" y="238125"/>
            <a:chExt cx="3447625" cy="2585725"/>
          </a:xfrm>
        </p:grpSpPr>
        <p:sp>
          <p:nvSpPr>
            <p:cNvPr id="37" name="Google Shape;37;p5"/>
            <p:cNvSpPr/>
            <p:nvPr/>
          </p:nvSpPr>
          <p:spPr>
            <a:xfrm>
              <a:off x="4904200" y="1929925"/>
              <a:ext cx="1327375" cy="316500"/>
            </a:xfrm>
            <a:custGeom>
              <a:avLst/>
              <a:gdLst/>
              <a:ahLst/>
              <a:cxnLst/>
              <a:rect l="l" t="t" r="r" b="b"/>
              <a:pathLst>
                <a:path w="53095" h="12660" extrusionOk="0">
                  <a:moveTo>
                    <a:pt x="48112" y="1"/>
                  </a:moveTo>
                  <a:lnTo>
                    <a:pt x="46496" y="34"/>
                  </a:lnTo>
                  <a:lnTo>
                    <a:pt x="43264" y="135"/>
                  </a:lnTo>
                  <a:lnTo>
                    <a:pt x="40032" y="236"/>
                  </a:lnTo>
                  <a:lnTo>
                    <a:pt x="36699" y="371"/>
                  </a:lnTo>
                  <a:lnTo>
                    <a:pt x="33365" y="438"/>
                  </a:lnTo>
                  <a:lnTo>
                    <a:pt x="29999" y="472"/>
                  </a:lnTo>
                  <a:lnTo>
                    <a:pt x="26666" y="506"/>
                  </a:lnTo>
                  <a:lnTo>
                    <a:pt x="20067" y="506"/>
                  </a:lnTo>
                  <a:lnTo>
                    <a:pt x="13501" y="472"/>
                  </a:lnTo>
                  <a:lnTo>
                    <a:pt x="6768" y="405"/>
                  </a:lnTo>
                  <a:lnTo>
                    <a:pt x="3569" y="371"/>
                  </a:lnTo>
                  <a:lnTo>
                    <a:pt x="1145" y="371"/>
                  </a:lnTo>
                  <a:lnTo>
                    <a:pt x="337" y="438"/>
                  </a:lnTo>
                  <a:lnTo>
                    <a:pt x="202" y="236"/>
                  </a:lnTo>
                  <a:lnTo>
                    <a:pt x="169" y="236"/>
                  </a:lnTo>
                  <a:lnTo>
                    <a:pt x="169" y="270"/>
                  </a:lnTo>
                  <a:lnTo>
                    <a:pt x="169" y="438"/>
                  </a:lnTo>
                  <a:lnTo>
                    <a:pt x="68" y="438"/>
                  </a:lnTo>
                  <a:lnTo>
                    <a:pt x="34" y="472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202" y="539"/>
                  </a:lnTo>
                  <a:lnTo>
                    <a:pt x="236" y="809"/>
                  </a:lnTo>
                  <a:lnTo>
                    <a:pt x="303" y="1045"/>
                  </a:lnTo>
                  <a:lnTo>
                    <a:pt x="472" y="1550"/>
                  </a:lnTo>
                  <a:lnTo>
                    <a:pt x="977" y="3065"/>
                  </a:lnTo>
                  <a:lnTo>
                    <a:pt x="2088" y="6330"/>
                  </a:lnTo>
                  <a:lnTo>
                    <a:pt x="4243" y="12593"/>
                  </a:lnTo>
                  <a:lnTo>
                    <a:pt x="4276" y="12626"/>
                  </a:lnTo>
                  <a:lnTo>
                    <a:pt x="4310" y="12660"/>
                  </a:lnTo>
                  <a:lnTo>
                    <a:pt x="4377" y="12660"/>
                  </a:lnTo>
                  <a:lnTo>
                    <a:pt x="4445" y="12626"/>
                  </a:lnTo>
                  <a:lnTo>
                    <a:pt x="4478" y="12559"/>
                  </a:lnTo>
                  <a:lnTo>
                    <a:pt x="4445" y="12525"/>
                  </a:lnTo>
                  <a:lnTo>
                    <a:pt x="2391" y="6229"/>
                  </a:lnTo>
                  <a:lnTo>
                    <a:pt x="1280" y="2997"/>
                  </a:lnTo>
                  <a:lnTo>
                    <a:pt x="741" y="1482"/>
                  </a:lnTo>
                  <a:lnTo>
                    <a:pt x="606" y="1011"/>
                  </a:lnTo>
                  <a:lnTo>
                    <a:pt x="438" y="573"/>
                  </a:lnTo>
                  <a:lnTo>
                    <a:pt x="1179" y="640"/>
                  </a:lnTo>
                  <a:lnTo>
                    <a:pt x="1953" y="640"/>
                  </a:lnTo>
                  <a:lnTo>
                    <a:pt x="3468" y="674"/>
                  </a:lnTo>
                  <a:lnTo>
                    <a:pt x="6498" y="674"/>
                  </a:lnTo>
                  <a:lnTo>
                    <a:pt x="13232" y="708"/>
                  </a:lnTo>
                  <a:lnTo>
                    <a:pt x="19932" y="775"/>
                  </a:lnTo>
                  <a:lnTo>
                    <a:pt x="26666" y="775"/>
                  </a:lnTo>
                  <a:lnTo>
                    <a:pt x="29931" y="742"/>
                  </a:lnTo>
                  <a:lnTo>
                    <a:pt x="33231" y="708"/>
                  </a:lnTo>
                  <a:lnTo>
                    <a:pt x="36497" y="607"/>
                  </a:lnTo>
                  <a:lnTo>
                    <a:pt x="39796" y="506"/>
                  </a:lnTo>
                  <a:lnTo>
                    <a:pt x="43062" y="405"/>
                  </a:lnTo>
                  <a:lnTo>
                    <a:pt x="46328" y="304"/>
                  </a:lnTo>
                  <a:lnTo>
                    <a:pt x="47944" y="270"/>
                  </a:lnTo>
                  <a:lnTo>
                    <a:pt x="49593" y="270"/>
                  </a:lnTo>
                  <a:lnTo>
                    <a:pt x="51210" y="304"/>
                  </a:lnTo>
                  <a:lnTo>
                    <a:pt x="52859" y="337"/>
                  </a:lnTo>
                  <a:lnTo>
                    <a:pt x="52624" y="674"/>
                  </a:lnTo>
                  <a:lnTo>
                    <a:pt x="52422" y="1011"/>
                  </a:lnTo>
                  <a:lnTo>
                    <a:pt x="52051" y="1752"/>
                  </a:lnTo>
                  <a:lnTo>
                    <a:pt x="51445" y="3267"/>
                  </a:lnTo>
                  <a:lnTo>
                    <a:pt x="50873" y="4647"/>
                  </a:lnTo>
                  <a:lnTo>
                    <a:pt x="50334" y="6095"/>
                  </a:lnTo>
                  <a:lnTo>
                    <a:pt x="49762" y="7542"/>
                  </a:lnTo>
                  <a:lnTo>
                    <a:pt x="49257" y="9058"/>
                  </a:lnTo>
                  <a:lnTo>
                    <a:pt x="48752" y="10539"/>
                  </a:lnTo>
                  <a:lnTo>
                    <a:pt x="48314" y="12054"/>
                  </a:lnTo>
                  <a:lnTo>
                    <a:pt x="26531" y="12121"/>
                  </a:lnTo>
                  <a:lnTo>
                    <a:pt x="15589" y="12088"/>
                  </a:lnTo>
                  <a:lnTo>
                    <a:pt x="10067" y="12054"/>
                  </a:lnTo>
                  <a:lnTo>
                    <a:pt x="7306" y="12088"/>
                  </a:lnTo>
                  <a:lnTo>
                    <a:pt x="4546" y="12121"/>
                  </a:lnTo>
                  <a:lnTo>
                    <a:pt x="4512" y="12155"/>
                  </a:lnTo>
                  <a:lnTo>
                    <a:pt x="4478" y="12189"/>
                  </a:lnTo>
                  <a:lnTo>
                    <a:pt x="4512" y="12256"/>
                  </a:lnTo>
                  <a:lnTo>
                    <a:pt x="4546" y="12256"/>
                  </a:lnTo>
                  <a:lnTo>
                    <a:pt x="7239" y="12323"/>
                  </a:lnTo>
                  <a:lnTo>
                    <a:pt x="9933" y="12357"/>
                  </a:lnTo>
                  <a:lnTo>
                    <a:pt x="15319" y="12323"/>
                  </a:lnTo>
                  <a:lnTo>
                    <a:pt x="48247" y="12323"/>
                  </a:lnTo>
                  <a:lnTo>
                    <a:pt x="48247" y="12391"/>
                  </a:lnTo>
                  <a:lnTo>
                    <a:pt x="48314" y="12424"/>
                  </a:lnTo>
                  <a:lnTo>
                    <a:pt x="48381" y="12424"/>
                  </a:lnTo>
                  <a:lnTo>
                    <a:pt x="48449" y="12357"/>
                  </a:lnTo>
                  <a:lnTo>
                    <a:pt x="48482" y="12323"/>
                  </a:lnTo>
                  <a:lnTo>
                    <a:pt x="48516" y="12323"/>
                  </a:lnTo>
                  <a:lnTo>
                    <a:pt x="48583" y="12290"/>
                  </a:lnTo>
                  <a:lnTo>
                    <a:pt x="48617" y="12222"/>
                  </a:lnTo>
                  <a:lnTo>
                    <a:pt x="48617" y="12121"/>
                  </a:lnTo>
                  <a:lnTo>
                    <a:pt x="48550" y="12054"/>
                  </a:lnTo>
                  <a:lnTo>
                    <a:pt x="49055" y="10640"/>
                  </a:lnTo>
                  <a:lnTo>
                    <a:pt x="49526" y="9226"/>
                  </a:lnTo>
                  <a:lnTo>
                    <a:pt x="49964" y="7812"/>
                  </a:lnTo>
                  <a:lnTo>
                    <a:pt x="50469" y="6398"/>
                  </a:lnTo>
                  <a:lnTo>
                    <a:pt x="51075" y="4748"/>
                  </a:lnTo>
                  <a:lnTo>
                    <a:pt x="51748" y="3132"/>
                  </a:lnTo>
                  <a:lnTo>
                    <a:pt x="52051" y="2459"/>
                  </a:lnTo>
                  <a:lnTo>
                    <a:pt x="52388" y="1752"/>
                  </a:lnTo>
                  <a:lnTo>
                    <a:pt x="52725" y="1078"/>
                  </a:lnTo>
                  <a:lnTo>
                    <a:pt x="52859" y="708"/>
                  </a:lnTo>
                  <a:lnTo>
                    <a:pt x="52960" y="371"/>
                  </a:lnTo>
                  <a:lnTo>
                    <a:pt x="53028" y="337"/>
                  </a:lnTo>
                  <a:lnTo>
                    <a:pt x="53061" y="337"/>
                  </a:lnTo>
                  <a:lnTo>
                    <a:pt x="53095" y="236"/>
                  </a:lnTo>
                  <a:lnTo>
                    <a:pt x="53061" y="135"/>
                  </a:lnTo>
                  <a:lnTo>
                    <a:pt x="53028" y="102"/>
                  </a:lnTo>
                  <a:lnTo>
                    <a:pt x="52960" y="102"/>
                  </a:lnTo>
                  <a:lnTo>
                    <a:pt x="51344" y="34"/>
                  </a:lnTo>
                  <a:lnTo>
                    <a:pt x="497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5562400" y="1903850"/>
              <a:ext cx="15175" cy="15175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338" y="0"/>
                  </a:moveTo>
                  <a:lnTo>
                    <a:pt x="237" y="34"/>
                  </a:lnTo>
                  <a:lnTo>
                    <a:pt x="102" y="67"/>
                  </a:lnTo>
                  <a:lnTo>
                    <a:pt x="35" y="135"/>
                  </a:lnTo>
                  <a:lnTo>
                    <a:pt x="1" y="202"/>
                  </a:lnTo>
                  <a:lnTo>
                    <a:pt x="1" y="269"/>
                  </a:lnTo>
                  <a:lnTo>
                    <a:pt x="1" y="370"/>
                  </a:lnTo>
                  <a:lnTo>
                    <a:pt x="35" y="438"/>
                  </a:lnTo>
                  <a:lnTo>
                    <a:pt x="68" y="505"/>
                  </a:lnTo>
                  <a:lnTo>
                    <a:pt x="136" y="572"/>
                  </a:lnTo>
                  <a:lnTo>
                    <a:pt x="203" y="606"/>
                  </a:lnTo>
                  <a:lnTo>
                    <a:pt x="405" y="606"/>
                  </a:lnTo>
                  <a:lnTo>
                    <a:pt x="472" y="539"/>
                  </a:lnTo>
                  <a:lnTo>
                    <a:pt x="540" y="471"/>
                  </a:lnTo>
                  <a:lnTo>
                    <a:pt x="573" y="404"/>
                  </a:lnTo>
                  <a:lnTo>
                    <a:pt x="607" y="303"/>
                  </a:lnTo>
                  <a:lnTo>
                    <a:pt x="607" y="236"/>
                  </a:lnTo>
                  <a:lnTo>
                    <a:pt x="573" y="135"/>
                  </a:lnTo>
                  <a:lnTo>
                    <a:pt x="540" y="67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5150825" y="2276725"/>
              <a:ext cx="837500" cy="7600"/>
            </a:xfrm>
            <a:custGeom>
              <a:avLst/>
              <a:gdLst/>
              <a:ahLst/>
              <a:cxnLst/>
              <a:rect l="l" t="t" r="r" b="b"/>
              <a:pathLst>
                <a:path w="33500" h="304" extrusionOk="0">
                  <a:moveTo>
                    <a:pt x="23130" y="0"/>
                  </a:moveTo>
                  <a:lnTo>
                    <a:pt x="21009" y="67"/>
                  </a:lnTo>
                  <a:lnTo>
                    <a:pt x="18922" y="101"/>
                  </a:lnTo>
                  <a:lnTo>
                    <a:pt x="16834" y="135"/>
                  </a:lnTo>
                  <a:lnTo>
                    <a:pt x="4242" y="135"/>
                  </a:lnTo>
                  <a:lnTo>
                    <a:pt x="34" y="168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0" y="236"/>
                  </a:lnTo>
                  <a:lnTo>
                    <a:pt x="34" y="236"/>
                  </a:lnTo>
                  <a:lnTo>
                    <a:pt x="4242" y="303"/>
                  </a:lnTo>
                  <a:lnTo>
                    <a:pt x="8417" y="303"/>
                  </a:lnTo>
                  <a:lnTo>
                    <a:pt x="16834" y="269"/>
                  </a:lnTo>
                  <a:lnTo>
                    <a:pt x="18854" y="269"/>
                  </a:lnTo>
                  <a:lnTo>
                    <a:pt x="20874" y="202"/>
                  </a:lnTo>
                  <a:lnTo>
                    <a:pt x="22928" y="168"/>
                  </a:lnTo>
                  <a:lnTo>
                    <a:pt x="27069" y="168"/>
                  </a:lnTo>
                  <a:lnTo>
                    <a:pt x="29190" y="202"/>
                  </a:lnTo>
                  <a:lnTo>
                    <a:pt x="33433" y="303"/>
                  </a:lnTo>
                  <a:lnTo>
                    <a:pt x="33500" y="269"/>
                  </a:lnTo>
                  <a:lnTo>
                    <a:pt x="33500" y="202"/>
                  </a:lnTo>
                  <a:lnTo>
                    <a:pt x="33500" y="168"/>
                  </a:lnTo>
                  <a:lnTo>
                    <a:pt x="33433" y="135"/>
                  </a:lnTo>
                  <a:lnTo>
                    <a:pt x="29325" y="34"/>
                  </a:lnTo>
                  <a:lnTo>
                    <a:pt x="272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6030400" y="634550"/>
              <a:ext cx="6750" cy="14350"/>
            </a:xfrm>
            <a:custGeom>
              <a:avLst/>
              <a:gdLst/>
              <a:ahLst/>
              <a:cxnLst/>
              <a:rect l="l" t="t" r="r" b="b"/>
              <a:pathLst>
                <a:path w="270" h="574" extrusionOk="0">
                  <a:moveTo>
                    <a:pt x="169" y="1"/>
                  </a:moveTo>
                  <a:lnTo>
                    <a:pt x="135" y="34"/>
                  </a:lnTo>
                  <a:lnTo>
                    <a:pt x="34" y="236"/>
                  </a:lnTo>
                  <a:lnTo>
                    <a:pt x="0" y="472"/>
                  </a:lnTo>
                  <a:lnTo>
                    <a:pt x="34" y="573"/>
                  </a:lnTo>
                  <a:lnTo>
                    <a:pt x="169" y="573"/>
                  </a:lnTo>
                  <a:lnTo>
                    <a:pt x="202" y="472"/>
                  </a:lnTo>
                  <a:lnTo>
                    <a:pt x="236" y="304"/>
                  </a:lnTo>
                  <a:lnTo>
                    <a:pt x="270" y="102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5362925" y="2780900"/>
              <a:ext cx="430975" cy="42950"/>
            </a:xfrm>
            <a:custGeom>
              <a:avLst/>
              <a:gdLst/>
              <a:ahLst/>
              <a:cxnLst/>
              <a:rect l="l" t="t" r="r" b="b"/>
              <a:pathLst>
                <a:path w="17239" h="1718" extrusionOk="0">
                  <a:moveTo>
                    <a:pt x="17070" y="0"/>
                  </a:moveTo>
                  <a:lnTo>
                    <a:pt x="8552" y="34"/>
                  </a:lnTo>
                  <a:lnTo>
                    <a:pt x="4310" y="68"/>
                  </a:lnTo>
                  <a:lnTo>
                    <a:pt x="2256" y="68"/>
                  </a:lnTo>
                  <a:lnTo>
                    <a:pt x="1246" y="101"/>
                  </a:lnTo>
                  <a:lnTo>
                    <a:pt x="741" y="169"/>
                  </a:lnTo>
                  <a:lnTo>
                    <a:pt x="236" y="236"/>
                  </a:lnTo>
                  <a:lnTo>
                    <a:pt x="203" y="101"/>
                  </a:lnTo>
                  <a:lnTo>
                    <a:pt x="169" y="68"/>
                  </a:lnTo>
                  <a:lnTo>
                    <a:pt x="135" y="68"/>
                  </a:lnTo>
                  <a:lnTo>
                    <a:pt x="34" y="303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1" y="404"/>
                  </a:lnTo>
                  <a:lnTo>
                    <a:pt x="1" y="707"/>
                  </a:lnTo>
                  <a:lnTo>
                    <a:pt x="1" y="977"/>
                  </a:lnTo>
                  <a:lnTo>
                    <a:pt x="1" y="1347"/>
                  </a:lnTo>
                  <a:lnTo>
                    <a:pt x="1" y="1717"/>
                  </a:lnTo>
                  <a:lnTo>
                    <a:pt x="270" y="1717"/>
                  </a:lnTo>
                  <a:lnTo>
                    <a:pt x="203" y="1145"/>
                  </a:lnTo>
                  <a:lnTo>
                    <a:pt x="236" y="775"/>
                  </a:lnTo>
                  <a:lnTo>
                    <a:pt x="236" y="404"/>
                  </a:lnTo>
                  <a:lnTo>
                    <a:pt x="1246" y="438"/>
                  </a:lnTo>
                  <a:lnTo>
                    <a:pt x="2290" y="371"/>
                  </a:lnTo>
                  <a:lnTo>
                    <a:pt x="3300" y="303"/>
                  </a:lnTo>
                  <a:lnTo>
                    <a:pt x="4310" y="270"/>
                  </a:lnTo>
                  <a:lnTo>
                    <a:pt x="8552" y="270"/>
                  </a:lnTo>
                  <a:lnTo>
                    <a:pt x="16936" y="303"/>
                  </a:lnTo>
                  <a:lnTo>
                    <a:pt x="16969" y="1650"/>
                  </a:lnTo>
                  <a:lnTo>
                    <a:pt x="16969" y="1717"/>
                  </a:lnTo>
                  <a:lnTo>
                    <a:pt x="17239" y="1717"/>
                  </a:lnTo>
                  <a:lnTo>
                    <a:pt x="17239" y="741"/>
                  </a:lnTo>
                  <a:lnTo>
                    <a:pt x="17205" y="135"/>
                  </a:lnTo>
                  <a:lnTo>
                    <a:pt x="17205" y="101"/>
                  </a:lnTo>
                  <a:lnTo>
                    <a:pt x="17171" y="34"/>
                  </a:lnTo>
                  <a:lnTo>
                    <a:pt x="17138" y="34"/>
                  </a:lnTo>
                  <a:lnTo>
                    <a:pt x="170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4575925" y="2354150"/>
              <a:ext cx="326625" cy="469700"/>
            </a:xfrm>
            <a:custGeom>
              <a:avLst/>
              <a:gdLst/>
              <a:ahLst/>
              <a:cxnLst/>
              <a:rect l="l" t="t" r="r" b="b"/>
              <a:pathLst>
                <a:path w="13065" h="18788" extrusionOk="0">
                  <a:moveTo>
                    <a:pt x="1146" y="1"/>
                  </a:moveTo>
                  <a:lnTo>
                    <a:pt x="977" y="34"/>
                  </a:lnTo>
                  <a:lnTo>
                    <a:pt x="809" y="68"/>
                  </a:lnTo>
                  <a:lnTo>
                    <a:pt x="641" y="135"/>
                  </a:lnTo>
                  <a:lnTo>
                    <a:pt x="472" y="270"/>
                  </a:lnTo>
                  <a:lnTo>
                    <a:pt x="338" y="438"/>
                  </a:lnTo>
                  <a:lnTo>
                    <a:pt x="237" y="573"/>
                  </a:lnTo>
                  <a:lnTo>
                    <a:pt x="136" y="741"/>
                  </a:lnTo>
                  <a:lnTo>
                    <a:pt x="68" y="943"/>
                  </a:lnTo>
                  <a:lnTo>
                    <a:pt x="35" y="1112"/>
                  </a:lnTo>
                  <a:lnTo>
                    <a:pt x="1" y="1516"/>
                  </a:lnTo>
                  <a:lnTo>
                    <a:pt x="35" y="1953"/>
                  </a:lnTo>
                  <a:lnTo>
                    <a:pt x="68" y="2391"/>
                  </a:lnTo>
                  <a:lnTo>
                    <a:pt x="169" y="2795"/>
                  </a:lnTo>
                  <a:lnTo>
                    <a:pt x="338" y="3536"/>
                  </a:lnTo>
                  <a:lnTo>
                    <a:pt x="573" y="4310"/>
                  </a:lnTo>
                  <a:lnTo>
                    <a:pt x="809" y="5084"/>
                  </a:lnTo>
                  <a:lnTo>
                    <a:pt x="910" y="5387"/>
                  </a:lnTo>
                  <a:lnTo>
                    <a:pt x="1011" y="5690"/>
                  </a:lnTo>
                  <a:lnTo>
                    <a:pt x="1078" y="5825"/>
                  </a:lnTo>
                  <a:lnTo>
                    <a:pt x="1179" y="5926"/>
                  </a:lnTo>
                  <a:lnTo>
                    <a:pt x="1314" y="5993"/>
                  </a:lnTo>
                  <a:lnTo>
                    <a:pt x="1449" y="6027"/>
                  </a:lnTo>
                  <a:lnTo>
                    <a:pt x="1415" y="6094"/>
                  </a:lnTo>
                  <a:lnTo>
                    <a:pt x="1415" y="6633"/>
                  </a:lnTo>
                  <a:lnTo>
                    <a:pt x="1415" y="6869"/>
                  </a:lnTo>
                  <a:lnTo>
                    <a:pt x="1449" y="7138"/>
                  </a:lnTo>
                  <a:lnTo>
                    <a:pt x="1516" y="7374"/>
                  </a:lnTo>
                  <a:lnTo>
                    <a:pt x="1583" y="7609"/>
                  </a:lnTo>
                  <a:lnTo>
                    <a:pt x="1718" y="7845"/>
                  </a:lnTo>
                  <a:lnTo>
                    <a:pt x="1886" y="8081"/>
                  </a:lnTo>
                  <a:lnTo>
                    <a:pt x="2156" y="8384"/>
                  </a:lnTo>
                  <a:lnTo>
                    <a:pt x="2425" y="8721"/>
                  </a:lnTo>
                  <a:lnTo>
                    <a:pt x="2694" y="9024"/>
                  </a:lnTo>
                  <a:lnTo>
                    <a:pt x="2964" y="9360"/>
                  </a:lnTo>
                  <a:lnTo>
                    <a:pt x="3132" y="9596"/>
                  </a:lnTo>
                  <a:lnTo>
                    <a:pt x="3233" y="9865"/>
                  </a:lnTo>
                  <a:lnTo>
                    <a:pt x="3267" y="10135"/>
                  </a:lnTo>
                  <a:lnTo>
                    <a:pt x="3267" y="10404"/>
                  </a:lnTo>
                  <a:lnTo>
                    <a:pt x="3233" y="10673"/>
                  </a:lnTo>
                  <a:lnTo>
                    <a:pt x="3166" y="10943"/>
                  </a:lnTo>
                  <a:lnTo>
                    <a:pt x="3031" y="11178"/>
                  </a:lnTo>
                  <a:lnTo>
                    <a:pt x="2930" y="11448"/>
                  </a:lnTo>
                  <a:lnTo>
                    <a:pt x="2492" y="12188"/>
                  </a:lnTo>
                  <a:lnTo>
                    <a:pt x="2324" y="12559"/>
                  </a:lnTo>
                  <a:lnTo>
                    <a:pt x="2156" y="12895"/>
                  </a:lnTo>
                  <a:lnTo>
                    <a:pt x="2055" y="13266"/>
                  </a:lnTo>
                  <a:lnTo>
                    <a:pt x="1987" y="13636"/>
                  </a:lnTo>
                  <a:lnTo>
                    <a:pt x="1987" y="14074"/>
                  </a:lnTo>
                  <a:lnTo>
                    <a:pt x="2055" y="14511"/>
                  </a:lnTo>
                  <a:lnTo>
                    <a:pt x="2156" y="14915"/>
                  </a:lnTo>
                  <a:lnTo>
                    <a:pt x="2324" y="15319"/>
                  </a:lnTo>
                  <a:lnTo>
                    <a:pt x="2560" y="15723"/>
                  </a:lnTo>
                  <a:lnTo>
                    <a:pt x="2795" y="16128"/>
                  </a:lnTo>
                  <a:lnTo>
                    <a:pt x="3065" y="16498"/>
                  </a:lnTo>
                  <a:lnTo>
                    <a:pt x="3368" y="16868"/>
                  </a:lnTo>
                  <a:lnTo>
                    <a:pt x="3671" y="17171"/>
                  </a:lnTo>
                  <a:lnTo>
                    <a:pt x="4007" y="17474"/>
                  </a:lnTo>
                  <a:lnTo>
                    <a:pt x="4243" y="17676"/>
                  </a:lnTo>
                  <a:lnTo>
                    <a:pt x="4512" y="17845"/>
                  </a:lnTo>
                  <a:lnTo>
                    <a:pt x="4815" y="17979"/>
                  </a:lnTo>
                  <a:lnTo>
                    <a:pt x="5118" y="18080"/>
                  </a:lnTo>
                  <a:lnTo>
                    <a:pt x="5421" y="18181"/>
                  </a:lnTo>
                  <a:lnTo>
                    <a:pt x="5758" y="18249"/>
                  </a:lnTo>
                  <a:lnTo>
                    <a:pt x="6364" y="18249"/>
                  </a:lnTo>
                  <a:lnTo>
                    <a:pt x="6701" y="18181"/>
                  </a:lnTo>
                  <a:lnTo>
                    <a:pt x="6970" y="18080"/>
                  </a:lnTo>
                  <a:lnTo>
                    <a:pt x="7172" y="17912"/>
                  </a:lnTo>
                  <a:lnTo>
                    <a:pt x="7341" y="17710"/>
                  </a:lnTo>
                  <a:lnTo>
                    <a:pt x="7475" y="17474"/>
                  </a:lnTo>
                  <a:lnTo>
                    <a:pt x="7610" y="17205"/>
                  </a:lnTo>
                  <a:lnTo>
                    <a:pt x="7677" y="16902"/>
                  </a:lnTo>
                  <a:lnTo>
                    <a:pt x="7745" y="16599"/>
                  </a:lnTo>
                  <a:lnTo>
                    <a:pt x="7812" y="16161"/>
                  </a:lnTo>
                  <a:lnTo>
                    <a:pt x="7846" y="15757"/>
                  </a:lnTo>
                  <a:lnTo>
                    <a:pt x="7913" y="14882"/>
                  </a:lnTo>
                  <a:lnTo>
                    <a:pt x="7980" y="14444"/>
                  </a:lnTo>
                  <a:lnTo>
                    <a:pt x="8014" y="14006"/>
                  </a:lnTo>
                  <a:lnTo>
                    <a:pt x="8115" y="13569"/>
                  </a:lnTo>
                  <a:lnTo>
                    <a:pt x="8250" y="13165"/>
                  </a:lnTo>
                  <a:lnTo>
                    <a:pt x="8452" y="12727"/>
                  </a:lnTo>
                  <a:lnTo>
                    <a:pt x="8687" y="12357"/>
                  </a:lnTo>
                  <a:lnTo>
                    <a:pt x="8957" y="11986"/>
                  </a:lnTo>
                  <a:lnTo>
                    <a:pt x="9125" y="11818"/>
                  </a:lnTo>
                  <a:lnTo>
                    <a:pt x="9293" y="11683"/>
                  </a:lnTo>
                  <a:lnTo>
                    <a:pt x="9462" y="11582"/>
                  </a:lnTo>
                  <a:lnTo>
                    <a:pt x="9596" y="11515"/>
                  </a:lnTo>
                  <a:lnTo>
                    <a:pt x="9731" y="11481"/>
                  </a:lnTo>
                  <a:lnTo>
                    <a:pt x="10000" y="11481"/>
                  </a:lnTo>
                  <a:lnTo>
                    <a:pt x="10135" y="11549"/>
                  </a:lnTo>
                  <a:lnTo>
                    <a:pt x="10236" y="11582"/>
                  </a:lnTo>
                  <a:lnTo>
                    <a:pt x="10337" y="11683"/>
                  </a:lnTo>
                  <a:lnTo>
                    <a:pt x="10539" y="11852"/>
                  </a:lnTo>
                  <a:lnTo>
                    <a:pt x="10674" y="12121"/>
                  </a:lnTo>
                  <a:lnTo>
                    <a:pt x="10741" y="12390"/>
                  </a:lnTo>
                  <a:lnTo>
                    <a:pt x="10775" y="12693"/>
                  </a:lnTo>
                  <a:lnTo>
                    <a:pt x="10707" y="12727"/>
                  </a:lnTo>
                  <a:lnTo>
                    <a:pt x="10640" y="12761"/>
                  </a:lnTo>
                  <a:lnTo>
                    <a:pt x="10606" y="12828"/>
                  </a:lnTo>
                  <a:lnTo>
                    <a:pt x="10640" y="12862"/>
                  </a:lnTo>
                  <a:lnTo>
                    <a:pt x="10707" y="12895"/>
                  </a:lnTo>
                  <a:lnTo>
                    <a:pt x="10775" y="12929"/>
                  </a:lnTo>
                  <a:lnTo>
                    <a:pt x="11078" y="12895"/>
                  </a:lnTo>
                  <a:lnTo>
                    <a:pt x="11347" y="12862"/>
                  </a:lnTo>
                  <a:lnTo>
                    <a:pt x="11650" y="12794"/>
                  </a:lnTo>
                  <a:lnTo>
                    <a:pt x="11684" y="12761"/>
                  </a:lnTo>
                  <a:lnTo>
                    <a:pt x="11717" y="12727"/>
                  </a:lnTo>
                  <a:lnTo>
                    <a:pt x="11717" y="12660"/>
                  </a:lnTo>
                  <a:lnTo>
                    <a:pt x="11684" y="12592"/>
                  </a:lnTo>
                  <a:lnTo>
                    <a:pt x="11650" y="12559"/>
                  </a:lnTo>
                  <a:lnTo>
                    <a:pt x="11583" y="12559"/>
                  </a:lnTo>
                  <a:lnTo>
                    <a:pt x="11347" y="12626"/>
                  </a:lnTo>
                  <a:lnTo>
                    <a:pt x="11078" y="12660"/>
                  </a:lnTo>
                  <a:lnTo>
                    <a:pt x="11078" y="12390"/>
                  </a:lnTo>
                  <a:lnTo>
                    <a:pt x="11010" y="12155"/>
                  </a:lnTo>
                  <a:lnTo>
                    <a:pt x="10943" y="11919"/>
                  </a:lnTo>
                  <a:lnTo>
                    <a:pt x="10808" y="11683"/>
                  </a:lnTo>
                  <a:lnTo>
                    <a:pt x="10640" y="11515"/>
                  </a:lnTo>
                  <a:lnTo>
                    <a:pt x="10472" y="11347"/>
                  </a:lnTo>
                  <a:lnTo>
                    <a:pt x="10236" y="11246"/>
                  </a:lnTo>
                  <a:lnTo>
                    <a:pt x="9967" y="11178"/>
                  </a:lnTo>
                  <a:lnTo>
                    <a:pt x="9697" y="11178"/>
                  </a:lnTo>
                  <a:lnTo>
                    <a:pt x="9428" y="11246"/>
                  </a:lnTo>
                  <a:lnTo>
                    <a:pt x="9192" y="11380"/>
                  </a:lnTo>
                  <a:lnTo>
                    <a:pt x="8957" y="11549"/>
                  </a:lnTo>
                  <a:lnTo>
                    <a:pt x="8755" y="11751"/>
                  </a:lnTo>
                  <a:lnTo>
                    <a:pt x="8553" y="11986"/>
                  </a:lnTo>
                  <a:lnTo>
                    <a:pt x="8250" y="12424"/>
                  </a:lnTo>
                  <a:lnTo>
                    <a:pt x="8081" y="12761"/>
                  </a:lnTo>
                  <a:lnTo>
                    <a:pt x="7947" y="13131"/>
                  </a:lnTo>
                  <a:lnTo>
                    <a:pt x="7846" y="13468"/>
                  </a:lnTo>
                  <a:lnTo>
                    <a:pt x="7745" y="13804"/>
                  </a:lnTo>
                  <a:lnTo>
                    <a:pt x="7644" y="14545"/>
                  </a:lnTo>
                  <a:lnTo>
                    <a:pt x="7576" y="15286"/>
                  </a:lnTo>
                  <a:lnTo>
                    <a:pt x="7543" y="15824"/>
                  </a:lnTo>
                  <a:lnTo>
                    <a:pt x="7475" y="16363"/>
                  </a:lnTo>
                  <a:lnTo>
                    <a:pt x="7374" y="16902"/>
                  </a:lnTo>
                  <a:lnTo>
                    <a:pt x="7273" y="17171"/>
                  </a:lnTo>
                  <a:lnTo>
                    <a:pt x="7172" y="17407"/>
                  </a:lnTo>
                  <a:lnTo>
                    <a:pt x="7105" y="17542"/>
                  </a:lnTo>
                  <a:lnTo>
                    <a:pt x="7038" y="17643"/>
                  </a:lnTo>
                  <a:lnTo>
                    <a:pt x="6836" y="17811"/>
                  </a:lnTo>
                  <a:lnTo>
                    <a:pt x="6600" y="17912"/>
                  </a:lnTo>
                  <a:lnTo>
                    <a:pt x="6364" y="17946"/>
                  </a:lnTo>
                  <a:lnTo>
                    <a:pt x="6095" y="17946"/>
                  </a:lnTo>
                  <a:lnTo>
                    <a:pt x="5825" y="17912"/>
                  </a:lnTo>
                  <a:lnTo>
                    <a:pt x="5354" y="17811"/>
                  </a:lnTo>
                  <a:lnTo>
                    <a:pt x="4883" y="17643"/>
                  </a:lnTo>
                  <a:lnTo>
                    <a:pt x="4479" y="17441"/>
                  </a:lnTo>
                  <a:lnTo>
                    <a:pt x="4108" y="17138"/>
                  </a:lnTo>
                  <a:lnTo>
                    <a:pt x="3772" y="16801"/>
                  </a:lnTo>
                  <a:lnTo>
                    <a:pt x="3435" y="16464"/>
                  </a:lnTo>
                  <a:lnTo>
                    <a:pt x="3166" y="16060"/>
                  </a:lnTo>
                  <a:lnTo>
                    <a:pt x="2896" y="15656"/>
                  </a:lnTo>
                  <a:lnTo>
                    <a:pt x="2661" y="15252"/>
                  </a:lnTo>
                  <a:lnTo>
                    <a:pt x="2526" y="14915"/>
                  </a:lnTo>
                  <a:lnTo>
                    <a:pt x="2391" y="14612"/>
                  </a:lnTo>
                  <a:lnTo>
                    <a:pt x="2324" y="14276"/>
                  </a:lnTo>
                  <a:lnTo>
                    <a:pt x="2290" y="13939"/>
                  </a:lnTo>
                  <a:lnTo>
                    <a:pt x="2290" y="13602"/>
                  </a:lnTo>
                  <a:lnTo>
                    <a:pt x="2324" y="13266"/>
                  </a:lnTo>
                  <a:lnTo>
                    <a:pt x="2425" y="12929"/>
                  </a:lnTo>
                  <a:lnTo>
                    <a:pt x="2560" y="12592"/>
                  </a:lnTo>
                  <a:lnTo>
                    <a:pt x="2795" y="12222"/>
                  </a:lnTo>
                  <a:lnTo>
                    <a:pt x="3031" y="11852"/>
                  </a:lnTo>
                  <a:lnTo>
                    <a:pt x="3233" y="11481"/>
                  </a:lnTo>
                  <a:lnTo>
                    <a:pt x="3435" y="11077"/>
                  </a:lnTo>
                  <a:lnTo>
                    <a:pt x="3536" y="10741"/>
                  </a:lnTo>
                  <a:lnTo>
                    <a:pt x="3603" y="10438"/>
                  </a:lnTo>
                  <a:lnTo>
                    <a:pt x="3570" y="10135"/>
                  </a:lnTo>
                  <a:lnTo>
                    <a:pt x="3536" y="9832"/>
                  </a:lnTo>
                  <a:lnTo>
                    <a:pt x="3401" y="9562"/>
                  </a:lnTo>
                  <a:lnTo>
                    <a:pt x="3267" y="9293"/>
                  </a:lnTo>
                  <a:lnTo>
                    <a:pt x="3098" y="9024"/>
                  </a:lnTo>
                  <a:lnTo>
                    <a:pt x="2896" y="8788"/>
                  </a:lnTo>
                  <a:lnTo>
                    <a:pt x="2324" y="8148"/>
                  </a:lnTo>
                  <a:lnTo>
                    <a:pt x="2088" y="7811"/>
                  </a:lnTo>
                  <a:lnTo>
                    <a:pt x="1853" y="7475"/>
                  </a:lnTo>
                  <a:lnTo>
                    <a:pt x="1752" y="7306"/>
                  </a:lnTo>
                  <a:lnTo>
                    <a:pt x="1718" y="7138"/>
                  </a:lnTo>
                  <a:lnTo>
                    <a:pt x="1684" y="6801"/>
                  </a:lnTo>
                  <a:lnTo>
                    <a:pt x="1684" y="6094"/>
                  </a:lnTo>
                  <a:lnTo>
                    <a:pt x="1651" y="5993"/>
                  </a:lnTo>
                  <a:lnTo>
                    <a:pt x="1684" y="5960"/>
                  </a:lnTo>
                  <a:lnTo>
                    <a:pt x="1684" y="5892"/>
                  </a:lnTo>
                  <a:lnTo>
                    <a:pt x="1651" y="5825"/>
                  </a:lnTo>
                  <a:lnTo>
                    <a:pt x="1550" y="5791"/>
                  </a:lnTo>
                  <a:lnTo>
                    <a:pt x="1482" y="5791"/>
                  </a:lnTo>
                  <a:lnTo>
                    <a:pt x="1415" y="5758"/>
                  </a:lnTo>
                  <a:lnTo>
                    <a:pt x="1247" y="5589"/>
                  </a:lnTo>
                  <a:lnTo>
                    <a:pt x="1146" y="5354"/>
                  </a:lnTo>
                  <a:lnTo>
                    <a:pt x="1011" y="5084"/>
                  </a:lnTo>
                  <a:lnTo>
                    <a:pt x="843" y="4512"/>
                  </a:lnTo>
                  <a:lnTo>
                    <a:pt x="742" y="4074"/>
                  </a:lnTo>
                  <a:lnTo>
                    <a:pt x="573" y="3569"/>
                  </a:lnTo>
                  <a:lnTo>
                    <a:pt x="439" y="3031"/>
                  </a:lnTo>
                  <a:lnTo>
                    <a:pt x="338" y="2492"/>
                  </a:lnTo>
                  <a:lnTo>
                    <a:pt x="270" y="1953"/>
                  </a:lnTo>
                  <a:lnTo>
                    <a:pt x="270" y="1448"/>
                  </a:lnTo>
                  <a:lnTo>
                    <a:pt x="270" y="1213"/>
                  </a:lnTo>
                  <a:lnTo>
                    <a:pt x="338" y="943"/>
                  </a:lnTo>
                  <a:lnTo>
                    <a:pt x="405" y="741"/>
                  </a:lnTo>
                  <a:lnTo>
                    <a:pt x="540" y="539"/>
                  </a:lnTo>
                  <a:lnTo>
                    <a:pt x="708" y="371"/>
                  </a:lnTo>
                  <a:lnTo>
                    <a:pt x="944" y="270"/>
                  </a:lnTo>
                  <a:lnTo>
                    <a:pt x="1112" y="236"/>
                  </a:lnTo>
                  <a:lnTo>
                    <a:pt x="1112" y="236"/>
                  </a:lnTo>
                  <a:lnTo>
                    <a:pt x="977" y="337"/>
                  </a:lnTo>
                  <a:lnTo>
                    <a:pt x="843" y="472"/>
                  </a:lnTo>
                  <a:lnTo>
                    <a:pt x="742" y="640"/>
                  </a:lnTo>
                  <a:lnTo>
                    <a:pt x="674" y="842"/>
                  </a:lnTo>
                  <a:lnTo>
                    <a:pt x="674" y="1044"/>
                  </a:lnTo>
                  <a:lnTo>
                    <a:pt x="674" y="1246"/>
                  </a:lnTo>
                  <a:lnTo>
                    <a:pt x="742" y="1415"/>
                  </a:lnTo>
                  <a:lnTo>
                    <a:pt x="876" y="1549"/>
                  </a:lnTo>
                  <a:lnTo>
                    <a:pt x="910" y="1583"/>
                  </a:lnTo>
                  <a:lnTo>
                    <a:pt x="977" y="1583"/>
                  </a:lnTo>
                  <a:lnTo>
                    <a:pt x="1011" y="1549"/>
                  </a:lnTo>
                  <a:lnTo>
                    <a:pt x="1011" y="1482"/>
                  </a:lnTo>
                  <a:lnTo>
                    <a:pt x="910" y="1179"/>
                  </a:lnTo>
                  <a:lnTo>
                    <a:pt x="876" y="1044"/>
                  </a:lnTo>
                  <a:lnTo>
                    <a:pt x="910" y="876"/>
                  </a:lnTo>
                  <a:lnTo>
                    <a:pt x="944" y="741"/>
                  </a:lnTo>
                  <a:lnTo>
                    <a:pt x="1011" y="607"/>
                  </a:lnTo>
                  <a:lnTo>
                    <a:pt x="1213" y="405"/>
                  </a:lnTo>
                  <a:lnTo>
                    <a:pt x="1247" y="371"/>
                  </a:lnTo>
                  <a:lnTo>
                    <a:pt x="1213" y="304"/>
                  </a:lnTo>
                  <a:lnTo>
                    <a:pt x="1213" y="270"/>
                  </a:lnTo>
                  <a:lnTo>
                    <a:pt x="1146" y="236"/>
                  </a:lnTo>
                  <a:lnTo>
                    <a:pt x="1314" y="270"/>
                  </a:lnTo>
                  <a:lnTo>
                    <a:pt x="1449" y="270"/>
                  </a:lnTo>
                  <a:lnTo>
                    <a:pt x="1583" y="337"/>
                  </a:lnTo>
                  <a:lnTo>
                    <a:pt x="1718" y="405"/>
                  </a:lnTo>
                  <a:lnTo>
                    <a:pt x="1954" y="607"/>
                  </a:lnTo>
                  <a:lnTo>
                    <a:pt x="2122" y="876"/>
                  </a:lnTo>
                  <a:lnTo>
                    <a:pt x="2088" y="842"/>
                  </a:lnTo>
                  <a:lnTo>
                    <a:pt x="2021" y="842"/>
                  </a:lnTo>
                  <a:lnTo>
                    <a:pt x="1987" y="876"/>
                  </a:lnTo>
                  <a:lnTo>
                    <a:pt x="1954" y="910"/>
                  </a:lnTo>
                  <a:lnTo>
                    <a:pt x="1920" y="943"/>
                  </a:lnTo>
                  <a:lnTo>
                    <a:pt x="1886" y="943"/>
                  </a:lnTo>
                  <a:lnTo>
                    <a:pt x="1819" y="977"/>
                  </a:lnTo>
                  <a:lnTo>
                    <a:pt x="1785" y="1044"/>
                  </a:lnTo>
                  <a:lnTo>
                    <a:pt x="1752" y="1179"/>
                  </a:lnTo>
                  <a:lnTo>
                    <a:pt x="1785" y="1347"/>
                  </a:lnTo>
                  <a:lnTo>
                    <a:pt x="1785" y="1516"/>
                  </a:lnTo>
                  <a:lnTo>
                    <a:pt x="1853" y="1684"/>
                  </a:lnTo>
                  <a:lnTo>
                    <a:pt x="1954" y="1819"/>
                  </a:lnTo>
                  <a:lnTo>
                    <a:pt x="2088" y="1920"/>
                  </a:lnTo>
                  <a:lnTo>
                    <a:pt x="2156" y="1953"/>
                  </a:lnTo>
                  <a:lnTo>
                    <a:pt x="2223" y="1920"/>
                  </a:lnTo>
                  <a:lnTo>
                    <a:pt x="2257" y="1819"/>
                  </a:lnTo>
                  <a:lnTo>
                    <a:pt x="2223" y="1751"/>
                  </a:lnTo>
                  <a:lnTo>
                    <a:pt x="2290" y="1650"/>
                  </a:lnTo>
                  <a:lnTo>
                    <a:pt x="2257" y="1953"/>
                  </a:lnTo>
                  <a:lnTo>
                    <a:pt x="2189" y="2155"/>
                  </a:lnTo>
                  <a:lnTo>
                    <a:pt x="2055" y="2324"/>
                  </a:lnTo>
                  <a:lnTo>
                    <a:pt x="1920" y="2458"/>
                  </a:lnTo>
                  <a:lnTo>
                    <a:pt x="1752" y="2526"/>
                  </a:lnTo>
                  <a:lnTo>
                    <a:pt x="1550" y="2559"/>
                  </a:lnTo>
                  <a:lnTo>
                    <a:pt x="1381" y="2492"/>
                  </a:lnTo>
                  <a:lnTo>
                    <a:pt x="1314" y="2458"/>
                  </a:lnTo>
                  <a:lnTo>
                    <a:pt x="1213" y="2357"/>
                  </a:lnTo>
                  <a:lnTo>
                    <a:pt x="1146" y="2290"/>
                  </a:lnTo>
                  <a:lnTo>
                    <a:pt x="1112" y="2155"/>
                  </a:lnTo>
                  <a:lnTo>
                    <a:pt x="1045" y="2088"/>
                  </a:lnTo>
                  <a:lnTo>
                    <a:pt x="977" y="2088"/>
                  </a:lnTo>
                  <a:lnTo>
                    <a:pt x="944" y="2122"/>
                  </a:lnTo>
                  <a:lnTo>
                    <a:pt x="910" y="2189"/>
                  </a:lnTo>
                  <a:lnTo>
                    <a:pt x="1011" y="2391"/>
                  </a:lnTo>
                  <a:lnTo>
                    <a:pt x="1146" y="2593"/>
                  </a:lnTo>
                  <a:lnTo>
                    <a:pt x="1179" y="2997"/>
                  </a:lnTo>
                  <a:lnTo>
                    <a:pt x="1247" y="3401"/>
                  </a:lnTo>
                  <a:lnTo>
                    <a:pt x="1415" y="4209"/>
                  </a:lnTo>
                  <a:lnTo>
                    <a:pt x="1583" y="4983"/>
                  </a:lnTo>
                  <a:lnTo>
                    <a:pt x="1651" y="5421"/>
                  </a:lnTo>
                  <a:lnTo>
                    <a:pt x="1718" y="5825"/>
                  </a:lnTo>
                  <a:lnTo>
                    <a:pt x="1718" y="5859"/>
                  </a:lnTo>
                  <a:lnTo>
                    <a:pt x="1785" y="5892"/>
                  </a:lnTo>
                  <a:lnTo>
                    <a:pt x="1819" y="5859"/>
                  </a:lnTo>
                  <a:lnTo>
                    <a:pt x="1853" y="5825"/>
                  </a:lnTo>
                  <a:lnTo>
                    <a:pt x="1853" y="5421"/>
                  </a:lnTo>
                  <a:lnTo>
                    <a:pt x="1819" y="5051"/>
                  </a:lnTo>
                  <a:lnTo>
                    <a:pt x="1718" y="4276"/>
                  </a:lnTo>
                  <a:lnTo>
                    <a:pt x="1550" y="3502"/>
                  </a:lnTo>
                  <a:lnTo>
                    <a:pt x="1348" y="2728"/>
                  </a:lnTo>
                  <a:lnTo>
                    <a:pt x="1482" y="2795"/>
                  </a:lnTo>
                  <a:lnTo>
                    <a:pt x="1752" y="2795"/>
                  </a:lnTo>
                  <a:lnTo>
                    <a:pt x="1920" y="2728"/>
                  </a:lnTo>
                  <a:lnTo>
                    <a:pt x="2055" y="2627"/>
                  </a:lnTo>
                  <a:lnTo>
                    <a:pt x="2223" y="2492"/>
                  </a:lnTo>
                  <a:lnTo>
                    <a:pt x="2324" y="2324"/>
                  </a:lnTo>
                  <a:lnTo>
                    <a:pt x="2425" y="2155"/>
                  </a:lnTo>
                  <a:lnTo>
                    <a:pt x="2492" y="1953"/>
                  </a:lnTo>
                  <a:lnTo>
                    <a:pt x="2526" y="1785"/>
                  </a:lnTo>
                  <a:lnTo>
                    <a:pt x="2526" y="1583"/>
                  </a:lnTo>
                  <a:lnTo>
                    <a:pt x="2492" y="1381"/>
                  </a:lnTo>
                  <a:lnTo>
                    <a:pt x="2459" y="1213"/>
                  </a:lnTo>
                  <a:lnTo>
                    <a:pt x="2391" y="1011"/>
                  </a:lnTo>
                  <a:lnTo>
                    <a:pt x="2324" y="842"/>
                  </a:lnTo>
                  <a:lnTo>
                    <a:pt x="2223" y="674"/>
                  </a:lnTo>
                  <a:lnTo>
                    <a:pt x="1954" y="371"/>
                  </a:lnTo>
                  <a:lnTo>
                    <a:pt x="1819" y="270"/>
                  </a:lnTo>
                  <a:lnTo>
                    <a:pt x="1651" y="169"/>
                  </a:lnTo>
                  <a:lnTo>
                    <a:pt x="1482" y="102"/>
                  </a:lnTo>
                  <a:lnTo>
                    <a:pt x="1314" y="34"/>
                  </a:lnTo>
                  <a:lnTo>
                    <a:pt x="1146" y="1"/>
                  </a:lnTo>
                  <a:close/>
                  <a:moveTo>
                    <a:pt x="11785" y="12592"/>
                  </a:moveTo>
                  <a:lnTo>
                    <a:pt x="11751" y="12626"/>
                  </a:lnTo>
                  <a:lnTo>
                    <a:pt x="11717" y="12727"/>
                  </a:lnTo>
                  <a:lnTo>
                    <a:pt x="11684" y="12929"/>
                  </a:lnTo>
                  <a:lnTo>
                    <a:pt x="11684" y="13165"/>
                  </a:lnTo>
                  <a:lnTo>
                    <a:pt x="11684" y="13400"/>
                  </a:lnTo>
                  <a:lnTo>
                    <a:pt x="11751" y="13636"/>
                  </a:lnTo>
                  <a:lnTo>
                    <a:pt x="11886" y="14074"/>
                  </a:lnTo>
                  <a:lnTo>
                    <a:pt x="12020" y="14478"/>
                  </a:lnTo>
                  <a:lnTo>
                    <a:pt x="12222" y="15286"/>
                  </a:lnTo>
                  <a:lnTo>
                    <a:pt x="12357" y="16128"/>
                  </a:lnTo>
                  <a:lnTo>
                    <a:pt x="12492" y="16936"/>
                  </a:lnTo>
                  <a:lnTo>
                    <a:pt x="12660" y="17777"/>
                  </a:lnTo>
                  <a:lnTo>
                    <a:pt x="12458" y="17811"/>
                  </a:lnTo>
                  <a:lnTo>
                    <a:pt x="12290" y="17777"/>
                  </a:lnTo>
                  <a:lnTo>
                    <a:pt x="12155" y="17710"/>
                  </a:lnTo>
                  <a:lnTo>
                    <a:pt x="12020" y="17609"/>
                  </a:lnTo>
                  <a:lnTo>
                    <a:pt x="11886" y="17474"/>
                  </a:lnTo>
                  <a:lnTo>
                    <a:pt x="11785" y="17340"/>
                  </a:lnTo>
                  <a:lnTo>
                    <a:pt x="11650" y="16969"/>
                  </a:lnTo>
                  <a:lnTo>
                    <a:pt x="11515" y="16565"/>
                  </a:lnTo>
                  <a:lnTo>
                    <a:pt x="11448" y="16161"/>
                  </a:lnTo>
                  <a:lnTo>
                    <a:pt x="11347" y="15454"/>
                  </a:lnTo>
                  <a:lnTo>
                    <a:pt x="11212" y="14781"/>
                  </a:lnTo>
                  <a:lnTo>
                    <a:pt x="11044" y="14141"/>
                  </a:lnTo>
                  <a:lnTo>
                    <a:pt x="10943" y="13501"/>
                  </a:lnTo>
                  <a:lnTo>
                    <a:pt x="10842" y="13198"/>
                  </a:lnTo>
                  <a:lnTo>
                    <a:pt x="10775" y="13064"/>
                  </a:lnTo>
                  <a:lnTo>
                    <a:pt x="10707" y="12963"/>
                  </a:lnTo>
                  <a:lnTo>
                    <a:pt x="10640" y="12929"/>
                  </a:lnTo>
                  <a:lnTo>
                    <a:pt x="10606" y="12963"/>
                  </a:lnTo>
                  <a:lnTo>
                    <a:pt x="10539" y="13097"/>
                  </a:lnTo>
                  <a:lnTo>
                    <a:pt x="10539" y="13299"/>
                  </a:lnTo>
                  <a:lnTo>
                    <a:pt x="10573" y="13501"/>
                  </a:lnTo>
                  <a:lnTo>
                    <a:pt x="10640" y="13737"/>
                  </a:lnTo>
                  <a:lnTo>
                    <a:pt x="10909" y="14511"/>
                  </a:lnTo>
                  <a:lnTo>
                    <a:pt x="11078" y="15387"/>
                  </a:lnTo>
                  <a:lnTo>
                    <a:pt x="11212" y="16229"/>
                  </a:lnTo>
                  <a:lnTo>
                    <a:pt x="11347" y="16835"/>
                  </a:lnTo>
                  <a:lnTo>
                    <a:pt x="11448" y="17138"/>
                  </a:lnTo>
                  <a:lnTo>
                    <a:pt x="11583" y="17407"/>
                  </a:lnTo>
                  <a:lnTo>
                    <a:pt x="11751" y="17643"/>
                  </a:lnTo>
                  <a:lnTo>
                    <a:pt x="11919" y="17845"/>
                  </a:lnTo>
                  <a:lnTo>
                    <a:pt x="12155" y="17979"/>
                  </a:lnTo>
                  <a:lnTo>
                    <a:pt x="12290" y="18013"/>
                  </a:lnTo>
                  <a:lnTo>
                    <a:pt x="12424" y="18047"/>
                  </a:lnTo>
                  <a:lnTo>
                    <a:pt x="12492" y="18417"/>
                  </a:lnTo>
                  <a:lnTo>
                    <a:pt x="12559" y="18787"/>
                  </a:lnTo>
                  <a:lnTo>
                    <a:pt x="12896" y="18787"/>
                  </a:lnTo>
                  <a:lnTo>
                    <a:pt x="12795" y="18383"/>
                  </a:lnTo>
                  <a:lnTo>
                    <a:pt x="12626" y="18013"/>
                  </a:lnTo>
                  <a:lnTo>
                    <a:pt x="12828" y="17979"/>
                  </a:lnTo>
                  <a:lnTo>
                    <a:pt x="13030" y="17912"/>
                  </a:lnTo>
                  <a:lnTo>
                    <a:pt x="13064" y="17878"/>
                  </a:lnTo>
                  <a:lnTo>
                    <a:pt x="13064" y="17845"/>
                  </a:lnTo>
                  <a:lnTo>
                    <a:pt x="13064" y="17744"/>
                  </a:lnTo>
                  <a:lnTo>
                    <a:pt x="12997" y="17676"/>
                  </a:lnTo>
                  <a:lnTo>
                    <a:pt x="12896" y="17676"/>
                  </a:lnTo>
                  <a:lnTo>
                    <a:pt x="12593" y="16262"/>
                  </a:lnTo>
                  <a:lnTo>
                    <a:pt x="12357" y="14814"/>
                  </a:lnTo>
                  <a:lnTo>
                    <a:pt x="12290" y="14545"/>
                  </a:lnTo>
                  <a:lnTo>
                    <a:pt x="12222" y="14276"/>
                  </a:lnTo>
                  <a:lnTo>
                    <a:pt x="12054" y="13771"/>
                  </a:lnTo>
                  <a:lnTo>
                    <a:pt x="11987" y="13501"/>
                  </a:lnTo>
                  <a:lnTo>
                    <a:pt x="11919" y="13232"/>
                  </a:lnTo>
                  <a:lnTo>
                    <a:pt x="11919" y="12963"/>
                  </a:lnTo>
                  <a:lnTo>
                    <a:pt x="11919" y="12693"/>
                  </a:lnTo>
                  <a:lnTo>
                    <a:pt x="11919" y="12626"/>
                  </a:lnTo>
                  <a:lnTo>
                    <a:pt x="11852" y="125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4839400" y="1865975"/>
              <a:ext cx="1471300" cy="15175"/>
            </a:xfrm>
            <a:custGeom>
              <a:avLst/>
              <a:gdLst/>
              <a:ahLst/>
              <a:cxnLst/>
              <a:rect l="l" t="t" r="r" b="b"/>
              <a:pathLst>
                <a:path w="58852" h="607" extrusionOk="0">
                  <a:moveTo>
                    <a:pt x="25251" y="0"/>
                  </a:moveTo>
                  <a:lnTo>
                    <a:pt x="18551" y="34"/>
                  </a:lnTo>
                  <a:lnTo>
                    <a:pt x="11851" y="135"/>
                  </a:lnTo>
                  <a:lnTo>
                    <a:pt x="5151" y="269"/>
                  </a:lnTo>
                  <a:lnTo>
                    <a:pt x="2626" y="337"/>
                  </a:lnTo>
                  <a:lnTo>
                    <a:pt x="67" y="438"/>
                  </a:lnTo>
                  <a:lnTo>
                    <a:pt x="34" y="438"/>
                  </a:lnTo>
                  <a:lnTo>
                    <a:pt x="0" y="505"/>
                  </a:lnTo>
                  <a:lnTo>
                    <a:pt x="34" y="539"/>
                  </a:lnTo>
                  <a:lnTo>
                    <a:pt x="67" y="539"/>
                  </a:lnTo>
                  <a:lnTo>
                    <a:pt x="13467" y="303"/>
                  </a:lnTo>
                  <a:lnTo>
                    <a:pt x="20167" y="236"/>
                  </a:lnTo>
                  <a:lnTo>
                    <a:pt x="26867" y="168"/>
                  </a:lnTo>
                  <a:lnTo>
                    <a:pt x="33567" y="168"/>
                  </a:lnTo>
                  <a:lnTo>
                    <a:pt x="40267" y="236"/>
                  </a:lnTo>
                  <a:lnTo>
                    <a:pt x="46967" y="337"/>
                  </a:lnTo>
                  <a:lnTo>
                    <a:pt x="53667" y="471"/>
                  </a:lnTo>
                  <a:lnTo>
                    <a:pt x="58751" y="606"/>
                  </a:lnTo>
                  <a:lnTo>
                    <a:pt x="58818" y="572"/>
                  </a:lnTo>
                  <a:lnTo>
                    <a:pt x="58852" y="539"/>
                  </a:lnTo>
                  <a:lnTo>
                    <a:pt x="58818" y="471"/>
                  </a:lnTo>
                  <a:lnTo>
                    <a:pt x="58751" y="438"/>
                  </a:lnTo>
                  <a:lnTo>
                    <a:pt x="52051" y="236"/>
                  </a:lnTo>
                  <a:lnTo>
                    <a:pt x="45351" y="135"/>
                  </a:lnTo>
                  <a:lnTo>
                    <a:pt x="38651" y="34"/>
                  </a:lnTo>
                  <a:lnTo>
                    <a:pt x="319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6021975" y="655600"/>
              <a:ext cx="8450" cy="16850"/>
            </a:xfrm>
            <a:custGeom>
              <a:avLst/>
              <a:gdLst/>
              <a:ahLst/>
              <a:cxnLst/>
              <a:rect l="l" t="t" r="r" b="b"/>
              <a:pathLst>
                <a:path w="338" h="674" extrusionOk="0">
                  <a:moveTo>
                    <a:pt x="236" y="0"/>
                  </a:moveTo>
                  <a:lnTo>
                    <a:pt x="203" y="34"/>
                  </a:lnTo>
                  <a:lnTo>
                    <a:pt x="102" y="303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74"/>
                  </a:lnTo>
                  <a:lnTo>
                    <a:pt x="102" y="674"/>
                  </a:lnTo>
                  <a:lnTo>
                    <a:pt x="169" y="640"/>
                  </a:lnTo>
                  <a:lnTo>
                    <a:pt x="236" y="539"/>
                  </a:lnTo>
                  <a:lnTo>
                    <a:pt x="304" y="404"/>
                  </a:lnTo>
                  <a:lnTo>
                    <a:pt x="337" y="236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6037975" y="610975"/>
              <a:ext cx="7600" cy="13500"/>
            </a:xfrm>
            <a:custGeom>
              <a:avLst/>
              <a:gdLst/>
              <a:ahLst/>
              <a:cxnLst/>
              <a:rect l="l" t="t" r="r" b="b"/>
              <a:pathLst>
                <a:path w="304" h="540" extrusionOk="0">
                  <a:moveTo>
                    <a:pt x="202" y="1"/>
                  </a:moveTo>
                  <a:lnTo>
                    <a:pt x="135" y="35"/>
                  </a:lnTo>
                  <a:lnTo>
                    <a:pt x="34" y="237"/>
                  </a:lnTo>
                  <a:lnTo>
                    <a:pt x="0" y="439"/>
                  </a:lnTo>
                  <a:lnTo>
                    <a:pt x="34" y="506"/>
                  </a:lnTo>
                  <a:lnTo>
                    <a:pt x="135" y="540"/>
                  </a:lnTo>
                  <a:lnTo>
                    <a:pt x="202" y="506"/>
                  </a:lnTo>
                  <a:lnTo>
                    <a:pt x="236" y="439"/>
                  </a:lnTo>
                  <a:lnTo>
                    <a:pt x="270" y="270"/>
                  </a:lnTo>
                  <a:lnTo>
                    <a:pt x="303" y="102"/>
                  </a:lnTo>
                  <a:lnTo>
                    <a:pt x="303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6859475" y="2144575"/>
              <a:ext cx="111975" cy="69875"/>
            </a:xfrm>
            <a:custGeom>
              <a:avLst/>
              <a:gdLst/>
              <a:ahLst/>
              <a:cxnLst/>
              <a:rect l="l" t="t" r="r" b="b"/>
              <a:pathLst>
                <a:path w="4479" h="2795" extrusionOk="0">
                  <a:moveTo>
                    <a:pt x="4175" y="303"/>
                  </a:moveTo>
                  <a:lnTo>
                    <a:pt x="4209" y="707"/>
                  </a:lnTo>
                  <a:lnTo>
                    <a:pt x="4209" y="876"/>
                  </a:lnTo>
                  <a:lnTo>
                    <a:pt x="4175" y="1078"/>
                  </a:lnTo>
                  <a:lnTo>
                    <a:pt x="4108" y="1212"/>
                  </a:lnTo>
                  <a:lnTo>
                    <a:pt x="4007" y="1347"/>
                  </a:lnTo>
                  <a:lnTo>
                    <a:pt x="3838" y="1482"/>
                  </a:lnTo>
                  <a:lnTo>
                    <a:pt x="3603" y="1549"/>
                  </a:lnTo>
                  <a:lnTo>
                    <a:pt x="3569" y="1549"/>
                  </a:lnTo>
                  <a:lnTo>
                    <a:pt x="3502" y="1347"/>
                  </a:lnTo>
                  <a:lnTo>
                    <a:pt x="3367" y="1111"/>
                  </a:lnTo>
                  <a:lnTo>
                    <a:pt x="3266" y="909"/>
                  </a:lnTo>
                  <a:lnTo>
                    <a:pt x="3199" y="674"/>
                  </a:lnTo>
                  <a:lnTo>
                    <a:pt x="3704" y="505"/>
                  </a:lnTo>
                  <a:lnTo>
                    <a:pt x="4175" y="303"/>
                  </a:lnTo>
                  <a:close/>
                  <a:moveTo>
                    <a:pt x="3064" y="707"/>
                  </a:moveTo>
                  <a:lnTo>
                    <a:pt x="3064" y="909"/>
                  </a:lnTo>
                  <a:lnTo>
                    <a:pt x="3131" y="1111"/>
                  </a:lnTo>
                  <a:lnTo>
                    <a:pt x="3232" y="1381"/>
                  </a:lnTo>
                  <a:lnTo>
                    <a:pt x="3367" y="1616"/>
                  </a:lnTo>
                  <a:lnTo>
                    <a:pt x="2660" y="1818"/>
                  </a:lnTo>
                  <a:lnTo>
                    <a:pt x="2559" y="1549"/>
                  </a:lnTo>
                  <a:lnTo>
                    <a:pt x="2391" y="1246"/>
                  </a:lnTo>
                  <a:lnTo>
                    <a:pt x="2290" y="1111"/>
                  </a:lnTo>
                  <a:lnTo>
                    <a:pt x="2155" y="977"/>
                  </a:lnTo>
                  <a:lnTo>
                    <a:pt x="2189" y="977"/>
                  </a:lnTo>
                  <a:lnTo>
                    <a:pt x="3064" y="707"/>
                  </a:lnTo>
                  <a:close/>
                  <a:moveTo>
                    <a:pt x="1987" y="1044"/>
                  </a:moveTo>
                  <a:lnTo>
                    <a:pt x="2155" y="1347"/>
                  </a:lnTo>
                  <a:lnTo>
                    <a:pt x="2290" y="1616"/>
                  </a:lnTo>
                  <a:lnTo>
                    <a:pt x="2391" y="1886"/>
                  </a:lnTo>
                  <a:lnTo>
                    <a:pt x="2189" y="1953"/>
                  </a:lnTo>
                  <a:lnTo>
                    <a:pt x="1549" y="2155"/>
                  </a:lnTo>
                  <a:lnTo>
                    <a:pt x="1414" y="1919"/>
                  </a:lnTo>
                  <a:lnTo>
                    <a:pt x="1381" y="1785"/>
                  </a:lnTo>
                  <a:lnTo>
                    <a:pt x="1347" y="1616"/>
                  </a:lnTo>
                  <a:lnTo>
                    <a:pt x="1280" y="1482"/>
                  </a:lnTo>
                  <a:lnTo>
                    <a:pt x="1212" y="1347"/>
                  </a:lnTo>
                  <a:lnTo>
                    <a:pt x="1179" y="1347"/>
                  </a:lnTo>
                  <a:lnTo>
                    <a:pt x="1145" y="1414"/>
                  </a:lnTo>
                  <a:lnTo>
                    <a:pt x="1111" y="1482"/>
                  </a:lnTo>
                  <a:lnTo>
                    <a:pt x="1111" y="1684"/>
                  </a:lnTo>
                  <a:lnTo>
                    <a:pt x="1145" y="1852"/>
                  </a:lnTo>
                  <a:lnTo>
                    <a:pt x="1212" y="2020"/>
                  </a:lnTo>
                  <a:lnTo>
                    <a:pt x="1313" y="2222"/>
                  </a:lnTo>
                  <a:lnTo>
                    <a:pt x="775" y="2391"/>
                  </a:lnTo>
                  <a:lnTo>
                    <a:pt x="606" y="2458"/>
                  </a:lnTo>
                  <a:lnTo>
                    <a:pt x="472" y="2424"/>
                  </a:lnTo>
                  <a:lnTo>
                    <a:pt x="404" y="2323"/>
                  </a:lnTo>
                  <a:lnTo>
                    <a:pt x="337" y="2189"/>
                  </a:lnTo>
                  <a:lnTo>
                    <a:pt x="303" y="1886"/>
                  </a:lnTo>
                  <a:lnTo>
                    <a:pt x="236" y="1515"/>
                  </a:lnTo>
                  <a:lnTo>
                    <a:pt x="707" y="1448"/>
                  </a:lnTo>
                  <a:lnTo>
                    <a:pt x="1145" y="1347"/>
                  </a:lnTo>
                  <a:lnTo>
                    <a:pt x="1987" y="1044"/>
                  </a:lnTo>
                  <a:close/>
                  <a:moveTo>
                    <a:pt x="4276" y="0"/>
                  </a:moveTo>
                  <a:lnTo>
                    <a:pt x="4209" y="34"/>
                  </a:lnTo>
                  <a:lnTo>
                    <a:pt x="4175" y="67"/>
                  </a:lnTo>
                  <a:lnTo>
                    <a:pt x="3636" y="202"/>
                  </a:lnTo>
                  <a:lnTo>
                    <a:pt x="3131" y="404"/>
                  </a:lnTo>
                  <a:lnTo>
                    <a:pt x="2121" y="775"/>
                  </a:lnTo>
                  <a:lnTo>
                    <a:pt x="1044" y="1078"/>
                  </a:lnTo>
                  <a:lnTo>
                    <a:pt x="539" y="1246"/>
                  </a:lnTo>
                  <a:lnTo>
                    <a:pt x="34" y="1482"/>
                  </a:lnTo>
                  <a:lnTo>
                    <a:pt x="0" y="1515"/>
                  </a:lnTo>
                  <a:lnTo>
                    <a:pt x="34" y="1549"/>
                  </a:lnTo>
                  <a:lnTo>
                    <a:pt x="169" y="1515"/>
                  </a:lnTo>
                  <a:lnTo>
                    <a:pt x="135" y="1818"/>
                  </a:lnTo>
                  <a:lnTo>
                    <a:pt x="135" y="2121"/>
                  </a:lnTo>
                  <a:lnTo>
                    <a:pt x="236" y="2727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95"/>
                  </a:lnTo>
                  <a:lnTo>
                    <a:pt x="1448" y="2424"/>
                  </a:lnTo>
                  <a:lnTo>
                    <a:pt x="1549" y="2492"/>
                  </a:lnTo>
                  <a:lnTo>
                    <a:pt x="1650" y="2525"/>
                  </a:lnTo>
                  <a:lnTo>
                    <a:pt x="1684" y="2492"/>
                  </a:lnTo>
                  <a:lnTo>
                    <a:pt x="1717" y="2458"/>
                  </a:lnTo>
                  <a:lnTo>
                    <a:pt x="1684" y="2357"/>
                  </a:lnTo>
                  <a:lnTo>
                    <a:pt x="2525" y="2088"/>
                  </a:lnTo>
                  <a:lnTo>
                    <a:pt x="2593" y="2121"/>
                  </a:lnTo>
                  <a:lnTo>
                    <a:pt x="2626" y="2121"/>
                  </a:lnTo>
                  <a:lnTo>
                    <a:pt x="2660" y="2054"/>
                  </a:lnTo>
                  <a:lnTo>
                    <a:pt x="3670" y="1785"/>
                  </a:lnTo>
                  <a:lnTo>
                    <a:pt x="4074" y="1717"/>
                  </a:lnTo>
                  <a:lnTo>
                    <a:pt x="4276" y="1650"/>
                  </a:lnTo>
                  <a:lnTo>
                    <a:pt x="4377" y="1583"/>
                  </a:lnTo>
                  <a:lnTo>
                    <a:pt x="4411" y="1515"/>
                  </a:lnTo>
                  <a:lnTo>
                    <a:pt x="4478" y="1145"/>
                  </a:lnTo>
                  <a:lnTo>
                    <a:pt x="4478" y="808"/>
                  </a:lnTo>
                  <a:lnTo>
                    <a:pt x="4444" y="438"/>
                  </a:lnTo>
                  <a:lnTo>
                    <a:pt x="4377" y="101"/>
                  </a:lnTo>
                  <a:lnTo>
                    <a:pt x="4343" y="34"/>
                  </a:lnTo>
                  <a:lnTo>
                    <a:pt x="42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7089250" y="1504875"/>
              <a:ext cx="114500" cy="168375"/>
            </a:xfrm>
            <a:custGeom>
              <a:avLst/>
              <a:gdLst/>
              <a:ahLst/>
              <a:cxnLst/>
              <a:rect l="l" t="t" r="r" b="b"/>
              <a:pathLst>
                <a:path w="4580" h="6735" extrusionOk="0">
                  <a:moveTo>
                    <a:pt x="4411" y="0"/>
                  </a:moveTo>
                  <a:lnTo>
                    <a:pt x="4378" y="34"/>
                  </a:lnTo>
                  <a:lnTo>
                    <a:pt x="3334" y="1650"/>
                  </a:lnTo>
                  <a:lnTo>
                    <a:pt x="2324" y="3266"/>
                  </a:lnTo>
                  <a:lnTo>
                    <a:pt x="1785" y="4142"/>
                  </a:lnTo>
                  <a:lnTo>
                    <a:pt x="1213" y="4950"/>
                  </a:lnTo>
                  <a:lnTo>
                    <a:pt x="34" y="6599"/>
                  </a:lnTo>
                  <a:lnTo>
                    <a:pt x="1" y="6667"/>
                  </a:lnTo>
                  <a:lnTo>
                    <a:pt x="34" y="6700"/>
                  </a:lnTo>
                  <a:lnTo>
                    <a:pt x="102" y="6734"/>
                  </a:lnTo>
                  <a:lnTo>
                    <a:pt x="135" y="6700"/>
                  </a:lnTo>
                  <a:lnTo>
                    <a:pt x="472" y="6364"/>
                  </a:lnTo>
                  <a:lnTo>
                    <a:pt x="775" y="5993"/>
                  </a:lnTo>
                  <a:lnTo>
                    <a:pt x="1381" y="5219"/>
                  </a:lnTo>
                  <a:lnTo>
                    <a:pt x="1886" y="4411"/>
                  </a:lnTo>
                  <a:lnTo>
                    <a:pt x="2391" y="3603"/>
                  </a:lnTo>
                  <a:lnTo>
                    <a:pt x="3468" y="1886"/>
                  </a:lnTo>
                  <a:lnTo>
                    <a:pt x="4007" y="1010"/>
                  </a:lnTo>
                  <a:lnTo>
                    <a:pt x="4546" y="169"/>
                  </a:lnTo>
                  <a:lnTo>
                    <a:pt x="4580" y="101"/>
                  </a:lnTo>
                  <a:lnTo>
                    <a:pt x="4580" y="68"/>
                  </a:lnTo>
                  <a:lnTo>
                    <a:pt x="45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6601075" y="2117625"/>
              <a:ext cx="520200" cy="617850"/>
            </a:xfrm>
            <a:custGeom>
              <a:avLst/>
              <a:gdLst/>
              <a:ahLst/>
              <a:cxnLst/>
              <a:rect l="l" t="t" r="r" b="b"/>
              <a:pathLst>
                <a:path w="20808" h="24714" extrusionOk="0">
                  <a:moveTo>
                    <a:pt x="17710" y="8923"/>
                  </a:moveTo>
                  <a:lnTo>
                    <a:pt x="17979" y="10034"/>
                  </a:lnTo>
                  <a:lnTo>
                    <a:pt x="20470" y="20101"/>
                  </a:lnTo>
                  <a:lnTo>
                    <a:pt x="20369" y="20134"/>
                  </a:lnTo>
                  <a:lnTo>
                    <a:pt x="20369" y="20202"/>
                  </a:lnTo>
                  <a:lnTo>
                    <a:pt x="20369" y="20235"/>
                  </a:lnTo>
                  <a:lnTo>
                    <a:pt x="20437" y="20572"/>
                  </a:lnTo>
                  <a:lnTo>
                    <a:pt x="20470" y="20639"/>
                  </a:lnTo>
                  <a:lnTo>
                    <a:pt x="20437" y="20707"/>
                  </a:lnTo>
                  <a:lnTo>
                    <a:pt x="20403" y="20774"/>
                  </a:lnTo>
                  <a:lnTo>
                    <a:pt x="20336" y="20808"/>
                  </a:lnTo>
                  <a:lnTo>
                    <a:pt x="19326" y="21077"/>
                  </a:lnTo>
                  <a:lnTo>
                    <a:pt x="17272" y="21616"/>
                  </a:lnTo>
                  <a:lnTo>
                    <a:pt x="13232" y="22659"/>
                  </a:lnTo>
                  <a:lnTo>
                    <a:pt x="9495" y="23636"/>
                  </a:lnTo>
                  <a:lnTo>
                    <a:pt x="7542" y="24141"/>
                  </a:lnTo>
                  <a:lnTo>
                    <a:pt x="6835" y="24343"/>
                  </a:lnTo>
                  <a:lnTo>
                    <a:pt x="6431" y="24444"/>
                  </a:lnTo>
                  <a:lnTo>
                    <a:pt x="5993" y="24511"/>
                  </a:lnTo>
                  <a:lnTo>
                    <a:pt x="5589" y="24511"/>
                  </a:lnTo>
                  <a:lnTo>
                    <a:pt x="5387" y="24477"/>
                  </a:lnTo>
                  <a:lnTo>
                    <a:pt x="5219" y="24410"/>
                  </a:lnTo>
                  <a:lnTo>
                    <a:pt x="5084" y="24309"/>
                  </a:lnTo>
                  <a:lnTo>
                    <a:pt x="4983" y="24174"/>
                  </a:lnTo>
                  <a:lnTo>
                    <a:pt x="4882" y="24006"/>
                  </a:lnTo>
                  <a:lnTo>
                    <a:pt x="4848" y="23770"/>
                  </a:lnTo>
                  <a:lnTo>
                    <a:pt x="4815" y="23737"/>
                  </a:lnTo>
                  <a:lnTo>
                    <a:pt x="3468" y="18249"/>
                  </a:lnTo>
                  <a:lnTo>
                    <a:pt x="2189" y="12761"/>
                  </a:lnTo>
                  <a:lnTo>
                    <a:pt x="2626" y="12727"/>
                  </a:lnTo>
                  <a:lnTo>
                    <a:pt x="3064" y="12626"/>
                  </a:lnTo>
                  <a:lnTo>
                    <a:pt x="3939" y="12424"/>
                  </a:lnTo>
                  <a:lnTo>
                    <a:pt x="5690" y="11987"/>
                  </a:lnTo>
                  <a:lnTo>
                    <a:pt x="9697" y="11010"/>
                  </a:lnTo>
                  <a:lnTo>
                    <a:pt x="13737" y="10000"/>
                  </a:lnTo>
                  <a:lnTo>
                    <a:pt x="15723" y="9495"/>
                  </a:lnTo>
                  <a:lnTo>
                    <a:pt x="17710" y="8923"/>
                  </a:lnTo>
                  <a:close/>
                  <a:moveTo>
                    <a:pt x="15488" y="1"/>
                  </a:moveTo>
                  <a:lnTo>
                    <a:pt x="11616" y="876"/>
                  </a:lnTo>
                  <a:lnTo>
                    <a:pt x="7744" y="1819"/>
                  </a:lnTo>
                  <a:lnTo>
                    <a:pt x="3939" y="2829"/>
                  </a:lnTo>
                  <a:lnTo>
                    <a:pt x="101" y="3906"/>
                  </a:lnTo>
                  <a:lnTo>
                    <a:pt x="68" y="3940"/>
                  </a:lnTo>
                  <a:lnTo>
                    <a:pt x="34" y="3974"/>
                  </a:lnTo>
                  <a:lnTo>
                    <a:pt x="34" y="4075"/>
                  </a:lnTo>
                  <a:lnTo>
                    <a:pt x="0" y="4108"/>
                  </a:lnTo>
                  <a:lnTo>
                    <a:pt x="0" y="4176"/>
                  </a:lnTo>
                  <a:lnTo>
                    <a:pt x="1078" y="9091"/>
                  </a:lnTo>
                  <a:lnTo>
                    <a:pt x="2189" y="14007"/>
                  </a:lnTo>
                  <a:lnTo>
                    <a:pt x="3367" y="18922"/>
                  </a:lnTo>
                  <a:lnTo>
                    <a:pt x="4579" y="23804"/>
                  </a:lnTo>
                  <a:lnTo>
                    <a:pt x="4579" y="23838"/>
                  </a:lnTo>
                  <a:lnTo>
                    <a:pt x="4613" y="23871"/>
                  </a:lnTo>
                  <a:lnTo>
                    <a:pt x="4714" y="23905"/>
                  </a:lnTo>
                  <a:lnTo>
                    <a:pt x="4714" y="24040"/>
                  </a:lnTo>
                  <a:lnTo>
                    <a:pt x="4781" y="24208"/>
                  </a:lnTo>
                  <a:lnTo>
                    <a:pt x="4848" y="24309"/>
                  </a:lnTo>
                  <a:lnTo>
                    <a:pt x="4916" y="24410"/>
                  </a:lnTo>
                  <a:lnTo>
                    <a:pt x="5017" y="24511"/>
                  </a:lnTo>
                  <a:lnTo>
                    <a:pt x="5151" y="24578"/>
                  </a:lnTo>
                  <a:lnTo>
                    <a:pt x="5421" y="24646"/>
                  </a:lnTo>
                  <a:lnTo>
                    <a:pt x="5724" y="24713"/>
                  </a:lnTo>
                  <a:lnTo>
                    <a:pt x="6027" y="24679"/>
                  </a:lnTo>
                  <a:lnTo>
                    <a:pt x="6330" y="24646"/>
                  </a:lnTo>
                  <a:lnTo>
                    <a:pt x="6633" y="24612"/>
                  </a:lnTo>
                  <a:lnTo>
                    <a:pt x="11144" y="23434"/>
                  </a:lnTo>
                  <a:lnTo>
                    <a:pt x="20672" y="21010"/>
                  </a:lnTo>
                  <a:lnTo>
                    <a:pt x="20706" y="20976"/>
                  </a:lnTo>
                  <a:lnTo>
                    <a:pt x="20740" y="20942"/>
                  </a:lnTo>
                  <a:lnTo>
                    <a:pt x="20740" y="20841"/>
                  </a:lnTo>
                  <a:lnTo>
                    <a:pt x="20672" y="20437"/>
                  </a:lnTo>
                  <a:lnTo>
                    <a:pt x="20740" y="20437"/>
                  </a:lnTo>
                  <a:lnTo>
                    <a:pt x="20773" y="20404"/>
                  </a:lnTo>
                  <a:lnTo>
                    <a:pt x="20807" y="20336"/>
                  </a:lnTo>
                  <a:lnTo>
                    <a:pt x="20807" y="20269"/>
                  </a:lnTo>
                  <a:lnTo>
                    <a:pt x="18316" y="10202"/>
                  </a:lnTo>
                  <a:lnTo>
                    <a:pt x="17104" y="5287"/>
                  </a:lnTo>
                  <a:lnTo>
                    <a:pt x="16498" y="2728"/>
                  </a:lnTo>
                  <a:lnTo>
                    <a:pt x="16195" y="1482"/>
                  </a:lnTo>
                  <a:lnTo>
                    <a:pt x="15791" y="236"/>
                  </a:lnTo>
                  <a:lnTo>
                    <a:pt x="15757" y="169"/>
                  </a:lnTo>
                  <a:lnTo>
                    <a:pt x="15690" y="169"/>
                  </a:lnTo>
                  <a:lnTo>
                    <a:pt x="15656" y="203"/>
                  </a:lnTo>
                  <a:lnTo>
                    <a:pt x="15656" y="270"/>
                  </a:lnTo>
                  <a:lnTo>
                    <a:pt x="15892" y="1482"/>
                  </a:lnTo>
                  <a:lnTo>
                    <a:pt x="16161" y="2694"/>
                  </a:lnTo>
                  <a:lnTo>
                    <a:pt x="16801" y="5118"/>
                  </a:lnTo>
                  <a:lnTo>
                    <a:pt x="17642" y="8620"/>
                  </a:lnTo>
                  <a:lnTo>
                    <a:pt x="13770" y="9697"/>
                  </a:lnTo>
                  <a:lnTo>
                    <a:pt x="11851" y="10202"/>
                  </a:lnTo>
                  <a:lnTo>
                    <a:pt x="9899" y="10707"/>
                  </a:lnTo>
                  <a:lnTo>
                    <a:pt x="6128" y="11616"/>
                  </a:lnTo>
                  <a:lnTo>
                    <a:pt x="5118" y="11852"/>
                  </a:lnTo>
                  <a:lnTo>
                    <a:pt x="4108" y="12054"/>
                  </a:lnTo>
                  <a:lnTo>
                    <a:pt x="3098" y="12290"/>
                  </a:lnTo>
                  <a:lnTo>
                    <a:pt x="2626" y="12424"/>
                  </a:lnTo>
                  <a:lnTo>
                    <a:pt x="2155" y="12593"/>
                  </a:lnTo>
                  <a:lnTo>
                    <a:pt x="1179" y="8384"/>
                  </a:lnTo>
                  <a:lnTo>
                    <a:pt x="270" y="4142"/>
                  </a:lnTo>
                  <a:lnTo>
                    <a:pt x="4074" y="3065"/>
                  </a:lnTo>
                  <a:lnTo>
                    <a:pt x="7879" y="2055"/>
                  </a:lnTo>
                  <a:lnTo>
                    <a:pt x="11717" y="1112"/>
                  </a:lnTo>
                  <a:lnTo>
                    <a:pt x="15555" y="270"/>
                  </a:lnTo>
                  <a:lnTo>
                    <a:pt x="15622" y="236"/>
                  </a:lnTo>
                  <a:lnTo>
                    <a:pt x="15622" y="203"/>
                  </a:lnTo>
                  <a:lnTo>
                    <a:pt x="15656" y="102"/>
                  </a:lnTo>
                  <a:lnTo>
                    <a:pt x="15589" y="34"/>
                  </a:lnTo>
                  <a:lnTo>
                    <a:pt x="155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6923450" y="1426600"/>
              <a:ext cx="69875" cy="218850"/>
            </a:xfrm>
            <a:custGeom>
              <a:avLst/>
              <a:gdLst/>
              <a:ahLst/>
              <a:cxnLst/>
              <a:rect l="l" t="t" r="r" b="b"/>
              <a:pathLst>
                <a:path w="2795" h="8754" extrusionOk="0">
                  <a:moveTo>
                    <a:pt x="1178" y="169"/>
                  </a:moveTo>
                  <a:lnTo>
                    <a:pt x="1347" y="202"/>
                  </a:lnTo>
                  <a:lnTo>
                    <a:pt x="1448" y="236"/>
                  </a:lnTo>
                  <a:lnTo>
                    <a:pt x="1515" y="303"/>
                  </a:lnTo>
                  <a:lnTo>
                    <a:pt x="1616" y="404"/>
                  </a:lnTo>
                  <a:lnTo>
                    <a:pt x="1683" y="539"/>
                  </a:lnTo>
                  <a:lnTo>
                    <a:pt x="1784" y="842"/>
                  </a:lnTo>
                  <a:lnTo>
                    <a:pt x="1852" y="1482"/>
                  </a:lnTo>
                  <a:lnTo>
                    <a:pt x="2391" y="5253"/>
                  </a:lnTo>
                  <a:lnTo>
                    <a:pt x="2458" y="5825"/>
                  </a:lnTo>
                  <a:lnTo>
                    <a:pt x="2492" y="6364"/>
                  </a:lnTo>
                  <a:lnTo>
                    <a:pt x="2525" y="6902"/>
                  </a:lnTo>
                  <a:lnTo>
                    <a:pt x="2525" y="7475"/>
                  </a:lnTo>
                  <a:lnTo>
                    <a:pt x="2458" y="7912"/>
                  </a:lnTo>
                  <a:lnTo>
                    <a:pt x="2391" y="8114"/>
                  </a:lnTo>
                  <a:lnTo>
                    <a:pt x="2290" y="8316"/>
                  </a:lnTo>
                  <a:lnTo>
                    <a:pt x="2256" y="8417"/>
                  </a:lnTo>
                  <a:lnTo>
                    <a:pt x="2189" y="8451"/>
                  </a:lnTo>
                  <a:lnTo>
                    <a:pt x="2121" y="8485"/>
                  </a:lnTo>
                  <a:lnTo>
                    <a:pt x="2054" y="8518"/>
                  </a:lnTo>
                  <a:lnTo>
                    <a:pt x="1919" y="8485"/>
                  </a:lnTo>
                  <a:lnTo>
                    <a:pt x="1751" y="8417"/>
                  </a:lnTo>
                  <a:lnTo>
                    <a:pt x="1616" y="8283"/>
                  </a:lnTo>
                  <a:lnTo>
                    <a:pt x="1481" y="8148"/>
                  </a:lnTo>
                  <a:lnTo>
                    <a:pt x="1279" y="7946"/>
                  </a:lnTo>
                  <a:lnTo>
                    <a:pt x="1178" y="7912"/>
                  </a:lnTo>
                  <a:lnTo>
                    <a:pt x="1111" y="7912"/>
                  </a:lnTo>
                  <a:lnTo>
                    <a:pt x="976" y="7138"/>
                  </a:lnTo>
                  <a:lnTo>
                    <a:pt x="875" y="6330"/>
                  </a:lnTo>
                  <a:lnTo>
                    <a:pt x="808" y="5488"/>
                  </a:lnTo>
                  <a:lnTo>
                    <a:pt x="673" y="4714"/>
                  </a:lnTo>
                  <a:lnTo>
                    <a:pt x="505" y="3704"/>
                  </a:lnTo>
                  <a:lnTo>
                    <a:pt x="370" y="2694"/>
                  </a:lnTo>
                  <a:lnTo>
                    <a:pt x="269" y="1717"/>
                  </a:lnTo>
                  <a:lnTo>
                    <a:pt x="168" y="707"/>
                  </a:lnTo>
                  <a:lnTo>
                    <a:pt x="236" y="707"/>
                  </a:lnTo>
                  <a:lnTo>
                    <a:pt x="404" y="640"/>
                  </a:lnTo>
                  <a:lnTo>
                    <a:pt x="539" y="539"/>
                  </a:lnTo>
                  <a:lnTo>
                    <a:pt x="875" y="337"/>
                  </a:lnTo>
                  <a:lnTo>
                    <a:pt x="1010" y="236"/>
                  </a:lnTo>
                  <a:lnTo>
                    <a:pt x="1178" y="169"/>
                  </a:lnTo>
                  <a:close/>
                  <a:moveTo>
                    <a:pt x="1212" y="0"/>
                  </a:moveTo>
                  <a:lnTo>
                    <a:pt x="976" y="68"/>
                  </a:lnTo>
                  <a:lnTo>
                    <a:pt x="707" y="202"/>
                  </a:lnTo>
                  <a:lnTo>
                    <a:pt x="438" y="371"/>
                  </a:lnTo>
                  <a:lnTo>
                    <a:pt x="168" y="573"/>
                  </a:lnTo>
                  <a:lnTo>
                    <a:pt x="168" y="505"/>
                  </a:lnTo>
                  <a:lnTo>
                    <a:pt x="135" y="438"/>
                  </a:lnTo>
                  <a:lnTo>
                    <a:pt x="67" y="404"/>
                  </a:lnTo>
                  <a:lnTo>
                    <a:pt x="34" y="438"/>
                  </a:lnTo>
                  <a:lnTo>
                    <a:pt x="0" y="505"/>
                  </a:lnTo>
                  <a:lnTo>
                    <a:pt x="0" y="977"/>
                  </a:lnTo>
                  <a:lnTo>
                    <a:pt x="0" y="1448"/>
                  </a:lnTo>
                  <a:lnTo>
                    <a:pt x="67" y="2391"/>
                  </a:lnTo>
                  <a:lnTo>
                    <a:pt x="202" y="3333"/>
                  </a:lnTo>
                  <a:lnTo>
                    <a:pt x="337" y="4276"/>
                  </a:lnTo>
                  <a:lnTo>
                    <a:pt x="539" y="5354"/>
                  </a:lnTo>
                  <a:lnTo>
                    <a:pt x="640" y="5926"/>
                  </a:lnTo>
                  <a:lnTo>
                    <a:pt x="707" y="6465"/>
                  </a:lnTo>
                  <a:lnTo>
                    <a:pt x="808" y="7407"/>
                  </a:lnTo>
                  <a:lnTo>
                    <a:pt x="842" y="7879"/>
                  </a:lnTo>
                  <a:lnTo>
                    <a:pt x="943" y="8350"/>
                  </a:lnTo>
                  <a:lnTo>
                    <a:pt x="976" y="8384"/>
                  </a:lnTo>
                  <a:lnTo>
                    <a:pt x="1010" y="8417"/>
                  </a:lnTo>
                  <a:lnTo>
                    <a:pt x="1111" y="8451"/>
                  </a:lnTo>
                  <a:lnTo>
                    <a:pt x="1178" y="8384"/>
                  </a:lnTo>
                  <a:lnTo>
                    <a:pt x="1212" y="8350"/>
                  </a:lnTo>
                  <a:lnTo>
                    <a:pt x="1178" y="8283"/>
                  </a:lnTo>
                  <a:lnTo>
                    <a:pt x="1178" y="8215"/>
                  </a:lnTo>
                  <a:lnTo>
                    <a:pt x="1347" y="8384"/>
                  </a:lnTo>
                  <a:lnTo>
                    <a:pt x="1515" y="8518"/>
                  </a:lnTo>
                  <a:lnTo>
                    <a:pt x="1683" y="8653"/>
                  </a:lnTo>
                  <a:lnTo>
                    <a:pt x="1885" y="8720"/>
                  </a:lnTo>
                  <a:lnTo>
                    <a:pt x="2054" y="8754"/>
                  </a:lnTo>
                  <a:lnTo>
                    <a:pt x="2256" y="8720"/>
                  </a:lnTo>
                  <a:lnTo>
                    <a:pt x="2323" y="8653"/>
                  </a:lnTo>
                  <a:lnTo>
                    <a:pt x="2424" y="8586"/>
                  </a:lnTo>
                  <a:lnTo>
                    <a:pt x="2559" y="8384"/>
                  </a:lnTo>
                  <a:lnTo>
                    <a:pt x="2660" y="8114"/>
                  </a:lnTo>
                  <a:lnTo>
                    <a:pt x="2761" y="7811"/>
                  </a:lnTo>
                  <a:lnTo>
                    <a:pt x="2795" y="7508"/>
                  </a:lnTo>
                  <a:lnTo>
                    <a:pt x="2795" y="7172"/>
                  </a:lnTo>
                  <a:lnTo>
                    <a:pt x="2795" y="6532"/>
                  </a:lnTo>
                  <a:lnTo>
                    <a:pt x="2727" y="5926"/>
                  </a:lnTo>
                  <a:lnTo>
                    <a:pt x="2391" y="3333"/>
                  </a:lnTo>
                  <a:lnTo>
                    <a:pt x="2189" y="2020"/>
                  </a:lnTo>
                  <a:lnTo>
                    <a:pt x="1953" y="741"/>
                  </a:lnTo>
                  <a:lnTo>
                    <a:pt x="1919" y="539"/>
                  </a:lnTo>
                  <a:lnTo>
                    <a:pt x="1852" y="371"/>
                  </a:lnTo>
                  <a:lnTo>
                    <a:pt x="1784" y="236"/>
                  </a:lnTo>
                  <a:lnTo>
                    <a:pt x="1683" y="135"/>
                  </a:lnTo>
                  <a:lnTo>
                    <a:pt x="1582" y="68"/>
                  </a:lnTo>
                  <a:lnTo>
                    <a:pt x="1481" y="34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6956275" y="2530075"/>
              <a:ext cx="74925" cy="111125"/>
            </a:xfrm>
            <a:custGeom>
              <a:avLst/>
              <a:gdLst/>
              <a:ahLst/>
              <a:cxnLst/>
              <a:rect l="l" t="t" r="r" b="b"/>
              <a:pathLst>
                <a:path w="2997" h="4445" extrusionOk="0">
                  <a:moveTo>
                    <a:pt x="1381" y="303"/>
                  </a:moveTo>
                  <a:lnTo>
                    <a:pt x="1818" y="337"/>
                  </a:lnTo>
                  <a:lnTo>
                    <a:pt x="1852" y="337"/>
                  </a:lnTo>
                  <a:lnTo>
                    <a:pt x="1919" y="606"/>
                  </a:lnTo>
                  <a:lnTo>
                    <a:pt x="2020" y="943"/>
                  </a:lnTo>
                  <a:lnTo>
                    <a:pt x="2222" y="1381"/>
                  </a:lnTo>
                  <a:lnTo>
                    <a:pt x="2357" y="1987"/>
                  </a:lnTo>
                  <a:lnTo>
                    <a:pt x="2492" y="2593"/>
                  </a:lnTo>
                  <a:lnTo>
                    <a:pt x="2727" y="3805"/>
                  </a:lnTo>
                  <a:lnTo>
                    <a:pt x="2525" y="3805"/>
                  </a:lnTo>
                  <a:lnTo>
                    <a:pt x="2357" y="3838"/>
                  </a:lnTo>
                  <a:lnTo>
                    <a:pt x="1987" y="3973"/>
                  </a:lnTo>
                  <a:lnTo>
                    <a:pt x="1751" y="4040"/>
                  </a:lnTo>
                  <a:lnTo>
                    <a:pt x="1515" y="4074"/>
                  </a:lnTo>
                  <a:lnTo>
                    <a:pt x="1280" y="4108"/>
                  </a:lnTo>
                  <a:lnTo>
                    <a:pt x="1044" y="4141"/>
                  </a:lnTo>
                  <a:lnTo>
                    <a:pt x="673" y="2391"/>
                  </a:lnTo>
                  <a:lnTo>
                    <a:pt x="471" y="1482"/>
                  </a:lnTo>
                  <a:lnTo>
                    <a:pt x="202" y="640"/>
                  </a:lnTo>
                  <a:lnTo>
                    <a:pt x="236" y="640"/>
                  </a:lnTo>
                  <a:lnTo>
                    <a:pt x="404" y="572"/>
                  </a:lnTo>
                  <a:lnTo>
                    <a:pt x="572" y="505"/>
                  </a:lnTo>
                  <a:lnTo>
                    <a:pt x="909" y="370"/>
                  </a:lnTo>
                  <a:lnTo>
                    <a:pt x="1145" y="337"/>
                  </a:lnTo>
                  <a:lnTo>
                    <a:pt x="1381" y="303"/>
                  </a:lnTo>
                  <a:close/>
                  <a:moveTo>
                    <a:pt x="1381" y="0"/>
                  </a:moveTo>
                  <a:lnTo>
                    <a:pt x="1145" y="34"/>
                  </a:lnTo>
                  <a:lnTo>
                    <a:pt x="909" y="67"/>
                  </a:lnTo>
                  <a:lnTo>
                    <a:pt x="673" y="135"/>
                  </a:lnTo>
                  <a:lnTo>
                    <a:pt x="471" y="202"/>
                  </a:lnTo>
                  <a:lnTo>
                    <a:pt x="269" y="337"/>
                  </a:lnTo>
                  <a:lnTo>
                    <a:pt x="135" y="505"/>
                  </a:lnTo>
                  <a:lnTo>
                    <a:pt x="135" y="539"/>
                  </a:lnTo>
                  <a:lnTo>
                    <a:pt x="34" y="539"/>
                  </a:lnTo>
                  <a:lnTo>
                    <a:pt x="0" y="572"/>
                  </a:lnTo>
                  <a:lnTo>
                    <a:pt x="0" y="606"/>
                  </a:lnTo>
                  <a:lnTo>
                    <a:pt x="135" y="1515"/>
                  </a:lnTo>
                  <a:lnTo>
                    <a:pt x="337" y="2424"/>
                  </a:lnTo>
                  <a:lnTo>
                    <a:pt x="775" y="4209"/>
                  </a:lnTo>
                  <a:lnTo>
                    <a:pt x="808" y="4276"/>
                  </a:lnTo>
                  <a:lnTo>
                    <a:pt x="808" y="4343"/>
                  </a:lnTo>
                  <a:lnTo>
                    <a:pt x="842" y="4377"/>
                  </a:lnTo>
                  <a:lnTo>
                    <a:pt x="876" y="4444"/>
                  </a:lnTo>
                  <a:lnTo>
                    <a:pt x="943" y="4444"/>
                  </a:lnTo>
                  <a:lnTo>
                    <a:pt x="1448" y="4343"/>
                  </a:lnTo>
                  <a:lnTo>
                    <a:pt x="1919" y="4276"/>
                  </a:lnTo>
                  <a:lnTo>
                    <a:pt x="2121" y="4242"/>
                  </a:lnTo>
                  <a:lnTo>
                    <a:pt x="2357" y="4175"/>
                  </a:lnTo>
                  <a:lnTo>
                    <a:pt x="2761" y="4040"/>
                  </a:lnTo>
                  <a:lnTo>
                    <a:pt x="2795" y="4108"/>
                  </a:lnTo>
                  <a:lnTo>
                    <a:pt x="2828" y="4141"/>
                  </a:lnTo>
                  <a:lnTo>
                    <a:pt x="2896" y="4141"/>
                  </a:lnTo>
                  <a:lnTo>
                    <a:pt x="2997" y="4074"/>
                  </a:lnTo>
                  <a:lnTo>
                    <a:pt x="2997" y="4040"/>
                  </a:lnTo>
                  <a:lnTo>
                    <a:pt x="2997" y="3973"/>
                  </a:lnTo>
                  <a:lnTo>
                    <a:pt x="2828" y="2997"/>
                  </a:lnTo>
                  <a:lnTo>
                    <a:pt x="2626" y="2054"/>
                  </a:lnTo>
                  <a:lnTo>
                    <a:pt x="2357" y="1111"/>
                  </a:lnTo>
                  <a:lnTo>
                    <a:pt x="1953" y="135"/>
                  </a:lnTo>
                  <a:lnTo>
                    <a:pt x="2020" y="135"/>
                  </a:lnTo>
                  <a:lnTo>
                    <a:pt x="2054" y="101"/>
                  </a:lnTo>
                  <a:lnTo>
                    <a:pt x="2054" y="67"/>
                  </a:lnTo>
                  <a:lnTo>
                    <a:pt x="2020" y="0"/>
                  </a:lnTo>
                  <a:lnTo>
                    <a:pt x="1919" y="0"/>
                  </a:lnTo>
                  <a:lnTo>
                    <a:pt x="1886" y="34"/>
                  </a:lnTo>
                  <a:lnTo>
                    <a:pt x="1818" y="34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45675" y="2190850"/>
              <a:ext cx="331650" cy="88425"/>
            </a:xfrm>
            <a:custGeom>
              <a:avLst/>
              <a:gdLst/>
              <a:ahLst/>
              <a:cxnLst/>
              <a:rect l="l" t="t" r="r" b="b"/>
              <a:pathLst>
                <a:path w="13266" h="3537" extrusionOk="0">
                  <a:moveTo>
                    <a:pt x="13131" y="1"/>
                  </a:moveTo>
                  <a:lnTo>
                    <a:pt x="9933" y="910"/>
                  </a:lnTo>
                  <a:lnTo>
                    <a:pt x="6734" y="1752"/>
                  </a:lnTo>
                  <a:lnTo>
                    <a:pt x="3401" y="2560"/>
                  </a:lnTo>
                  <a:lnTo>
                    <a:pt x="2559" y="2762"/>
                  </a:lnTo>
                  <a:lnTo>
                    <a:pt x="1718" y="2930"/>
                  </a:lnTo>
                  <a:lnTo>
                    <a:pt x="876" y="3132"/>
                  </a:lnTo>
                  <a:lnTo>
                    <a:pt x="472" y="3233"/>
                  </a:lnTo>
                  <a:lnTo>
                    <a:pt x="68" y="3368"/>
                  </a:lnTo>
                  <a:lnTo>
                    <a:pt x="34" y="3401"/>
                  </a:lnTo>
                  <a:lnTo>
                    <a:pt x="1" y="3469"/>
                  </a:lnTo>
                  <a:lnTo>
                    <a:pt x="34" y="3502"/>
                  </a:lnTo>
                  <a:lnTo>
                    <a:pt x="102" y="3536"/>
                  </a:lnTo>
                  <a:lnTo>
                    <a:pt x="472" y="3502"/>
                  </a:lnTo>
                  <a:lnTo>
                    <a:pt x="876" y="3435"/>
                  </a:lnTo>
                  <a:lnTo>
                    <a:pt x="1650" y="3267"/>
                  </a:lnTo>
                  <a:lnTo>
                    <a:pt x="3233" y="2896"/>
                  </a:lnTo>
                  <a:lnTo>
                    <a:pt x="6566" y="2088"/>
                  </a:lnTo>
                  <a:lnTo>
                    <a:pt x="9899" y="1213"/>
                  </a:lnTo>
                  <a:lnTo>
                    <a:pt x="13199" y="270"/>
                  </a:lnTo>
                  <a:lnTo>
                    <a:pt x="13232" y="237"/>
                  </a:lnTo>
                  <a:lnTo>
                    <a:pt x="13266" y="203"/>
                  </a:lnTo>
                  <a:lnTo>
                    <a:pt x="13266" y="102"/>
                  </a:lnTo>
                  <a:lnTo>
                    <a:pt x="13232" y="35"/>
                  </a:lnTo>
                  <a:lnTo>
                    <a:pt x="131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7052225" y="2597400"/>
              <a:ext cx="16000" cy="8450"/>
            </a:xfrm>
            <a:custGeom>
              <a:avLst/>
              <a:gdLst/>
              <a:ahLst/>
              <a:cxnLst/>
              <a:rect l="l" t="t" r="r" b="b"/>
              <a:pathLst>
                <a:path w="640" h="338" extrusionOk="0">
                  <a:moveTo>
                    <a:pt x="505" y="1"/>
                  </a:moveTo>
                  <a:lnTo>
                    <a:pt x="236" y="135"/>
                  </a:lnTo>
                  <a:lnTo>
                    <a:pt x="135" y="169"/>
                  </a:lnTo>
                  <a:lnTo>
                    <a:pt x="0" y="236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169" y="337"/>
                  </a:lnTo>
                  <a:lnTo>
                    <a:pt x="303" y="304"/>
                  </a:lnTo>
                  <a:lnTo>
                    <a:pt x="472" y="236"/>
                  </a:lnTo>
                  <a:lnTo>
                    <a:pt x="606" y="169"/>
                  </a:lnTo>
                  <a:lnTo>
                    <a:pt x="640" y="135"/>
                  </a:lnTo>
                  <a:lnTo>
                    <a:pt x="640" y="102"/>
                  </a:lnTo>
                  <a:lnTo>
                    <a:pt x="640" y="34"/>
                  </a:lnTo>
                  <a:lnTo>
                    <a:pt x="6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7051375" y="2588975"/>
              <a:ext cx="11800" cy="7600"/>
            </a:xfrm>
            <a:custGeom>
              <a:avLst/>
              <a:gdLst/>
              <a:ahLst/>
              <a:cxnLst/>
              <a:rect l="l" t="t" r="r" b="b"/>
              <a:pathLst>
                <a:path w="472" h="304" extrusionOk="0">
                  <a:moveTo>
                    <a:pt x="371" y="1"/>
                  </a:moveTo>
                  <a:lnTo>
                    <a:pt x="270" y="35"/>
                  </a:lnTo>
                  <a:lnTo>
                    <a:pt x="68" y="136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34" y="270"/>
                  </a:lnTo>
                  <a:lnTo>
                    <a:pt x="102" y="304"/>
                  </a:lnTo>
                  <a:lnTo>
                    <a:pt x="337" y="237"/>
                  </a:lnTo>
                  <a:lnTo>
                    <a:pt x="438" y="169"/>
                  </a:lnTo>
                  <a:lnTo>
                    <a:pt x="472" y="68"/>
                  </a:lnTo>
                  <a:lnTo>
                    <a:pt x="438" y="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7026125" y="2567950"/>
              <a:ext cx="60625" cy="54725"/>
            </a:xfrm>
            <a:custGeom>
              <a:avLst/>
              <a:gdLst/>
              <a:ahLst/>
              <a:cxnLst/>
              <a:rect l="l" t="t" r="r" b="b"/>
              <a:pathLst>
                <a:path w="2425" h="2189" extrusionOk="0">
                  <a:moveTo>
                    <a:pt x="1785" y="236"/>
                  </a:moveTo>
                  <a:lnTo>
                    <a:pt x="1987" y="741"/>
                  </a:lnTo>
                  <a:lnTo>
                    <a:pt x="2122" y="1111"/>
                  </a:lnTo>
                  <a:lnTo>
                    <a:pt x="2189" y="1347"/>
                  </a:lnTo>
                  <a:lnTo>
                    <a:pt x="2189" y="1414"/>
                  </a:lnTo>
                  <a:lnTo>
                    <a:pt x="2189" y="1482"/>
                  </a:lnTo>
                  <a:lnTo>
                    <a:pt x="2054" y="1583"/>
                  </a:lnTo>
                  <a:lnTo>
                    <a:pt x="1886" y="1650"/>
                  </a:lnTo>
                  <a:lnTo>
                    <a:pt x="1516" y="1751"/>
                  </a:lnTo>
                  <a:lnTo>
                    <a:pt x="1112" y="1852"/>
                  </a:lnTo>
                  <a:lnTo>
                    <a:pt x="910" y="1919"/>
                  </a:lnTo>
                  <a:lnTo>
                    <a:pt x="674" y="1953"/>
                  </a:lnTo>
                  <a:lnTo>
                    <a:pt x="539" y="1381"/>
                  </a:lnTo>
                  <a:lnTo>
                    <a:pt x="506" y="1078"/>
                  </a:lnTo>
                  <a:lnTo>
                    <a:pt x="472" y="909"/>
                  </a:lnTo>
                  <a:lnTo>
                    <a:pt x="405" y="775"/>
                  </a:lnTo>
                  <a:lnTo>
                    <a:pt x="1112" y="472"/>
                  </a:lnTo>
                  <a:lnTo>
                    <a:pt x="1785" y="236"/>
                  </a:lnTo>
                  <a:close/>
                  <a:moveTo>
                    <a:pt x="1819" y="0"/>
                  </a:moveTo>
                  <a:lnTo>
                    <a:pt x="1112" y="236"/>
                  </a:lnTo>
                  <a:lnTo>
                    <a:pt x="371" y="539"/>
                  </a:lnTo>
                  <a:lnTo>
                    <a:pt x="337" y="505"/>
                  </a:lnTo>
                  <a:lnTo>
                    <a:pt x="270" y="505"/>
                  </a:lnTo>
                  <a:lnTo>
                    <a:pt x="236" y="539"/>
                  </a:lnTo>
                  <a:lnTo>
                    <a:pt x="236" y="573"/>
                  </a:lnTo>
                  <a:lnTo>
                    <a:pt x="236" y="606"/>
                  </a:lnTo>
                  <a:lnTo>
                    <a:pt x="68" y="674"/>
                  </a:lnTo>
                  <a:lnTo>
                    <a:pt x="34" y="707"/>
                  </a:lnTo>
                  <a:lnTo>
                    <a:pt x="1" y="741"/>
                  </a:lnTo>
                  <a:lnTo>
                    <a:pt x="34" y="842"/>
                  </a:lnTo>
                  <a:lnTo>
                    <a:pt x="102" y="909"/>
                  </a:lnTo>
                  <a:lnTo>
                    <a:pt x="135" y="909"/>
                  </a:lnTo>
                  <a:lnTo>
                    <a:pt x="203" y="876"/>
                  </a:lnTo>
                  <a:lnTo>
                    <a:pt x="236" y="876"/>
                  </a:lnTo>
                  <a:lnTo>
                    <a:pt x="270" y="1179"/>
                  </a:lnTo>
                  <a:lnTo>
                    <a:pt x="304" y="1482"/>
                  </a:lnTo>
                  <a:lnTo>
                    <a:pt x="472" y="2088"/>
                  </a:lnTo>
                  <a:lnTo>
                    <a:pt x="539" y="2155"/>
                  </a:lnTo>
                  <a:lnTo>
                    <a:pt x="607" y="2189"/>
                  </a:lnTo>
                  <a:lnTo>
                    <a:pt x="842" y="2189"/>
                  </a:lnTo>
                  <a:lnTo>
                    <a:pt x="1112" y="2121"/>
                  </a:lnTo>
                  <a:lnTo>
                    <a:pt x="1583" y="1987"/>
                  </a:lnTo>
                  <a:lnTo>
                    <a:pt x="1987" y="1852"/>
                  </a:lnTo>
                  <a:lnTo>
                    <a:pt x="2155" y="1785"/>
                  </a:lnTo>
                  <a:lnTo>
                    <a:pt x="2357" y="1650"/>
                  </a:lnTo>
                  <a:lnTo>
                    <a:pt x="2391" y="1583"/>
                  </a:lnTo>
                  <a:lnTo>
                    <a:pt x="2425" y="1515"/>
                  </a:lnTo>
                  <a:lnTo>
                    <a:pt x="2425" y="1313"/>
                  </a:lnTo>
                  <a:lnTo>
                    <a:pt x="2324" y="1010"/>
                  </a:lnTo>
                  <a:lnTo>
                    <a:pt x="2223" y="707"/>
                  </a:lnTo>
                  <a:lnTo>
                    <a:pt x="1987" y="68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4553200" y="2754800"/>
              <a:ext cx="129650" cy="69050"/>
            </a:xfrm>
            <a:custGeom>
              <a:avLst/>
              <a:gdLst/>
              <a:ahLst/>
              <a:cxnLst/>
              <a:rect l="l" t="t" r="r" b="b"/>
              <a:pathLst>
                <a:path w="5186" h="2762" extrusionOk="0">
                  <a:moveTo>
                    <a:pt x="2189" y="304"/>
                  </a:moveTo>
                  <a:lnTo>
                    <a:pt x="2391" y="337"/>
                  </a:lnTo>
                  <a:lnTo>
                    <a:pt x="2560" y="405"/>
                  </a:lnTo>
                  <a:lnTo>
                    <a:pt x="2694" y="506"/>
                  </a:lnTo>
                  <a:lnTo>
                    <a:pt x="2829" y="607"/>
                  </a:lnTo>
                  <a:lnTo>
                    <a:pt x="2930" y="775"/>
                  </a:lnTo>
                  <a:lnTo>
                    <a:pt x="2997" y="977"/>
                  </a:lnTo>
                  <a:lnTo>
                    <a:pt x="3031" y="1213"/>
                  </a:lnTo>
                  <a:lnTo>
                    <a:pt x="3031" y="1415"/>
                  </a:lnTo>
                  <a:lnTo>
                    <a:pt x="2997" y="1617"/>
                  </a:lnTo>
                  <a:lnTo>
                    <a:pt x="2964" y="1819"/>
                  </a:lnTo>
                  <a:lnTo>
                    <a:pt x="2896" y="2021"/>
                  </a:lnTo>
                  <a:lnTo>
                    <a:pt x="2021" y="2122"/>
                  </a:lnTo>
                  <a:lnTo>
                    <a:pt x="1415" y="2122"/>
                  </a:lnTo>
                  <a:lnTo>
                    <a:pt x="1045" y="2054"/>
                  </a:lnTo>
                  <a:lnTo>
                    <a:pt x="708" y="1920"/>
                  </a:lnTo>
                  <a:lnTo>
                    <a:pt x="573" y="1852"/>
                  </a:lnTo>
                  <a:lnTo>
                    <a:pt x="472" y="1751"/>
                  </a:lnTo>
                  <a:lnTo>
                    <a:pt x="371" y="1684"/>
                  </a:lnTo>
                  <a:lnTo>
                    <a:pt x="304" y="1549"/>
                  </a:lnTo>
                  <a:lnTo>
                    <a:pt x="270" y="1415"/>
                  </a:lnTo>
                  <a:lnTo>
                    <a:pt x="304" y="1280"/>
                  </a:lnTo>
                  <a:lnTo>
                    <a:pt x="371" y="1145"/>
                  </a:lnTo>
                  <a:lnTo>
                    <a:pt x="506" y="977"/>
                  </a:lnTo>
                  <a:lnTo>
                    <a:pt x="641" y="842"/>
                  </a:lnTo>
                  <a:lnTo>
                    <a:pt x="809" y="708"/>
                  </a:lnTo>
                  <a:lnTo>
                    <a:pt x="1146" y="506"/>
                  </a:lnTo>
                  <a:lnTo>
                    <a:pt x="1583" y="371"/>
                  </a:lnTo>
                  <a:lnTo>
                    <a:pt x="1785" y="337"/>
                  </a:lnTo>
                  <a:lnTo>
                    <a:pt x="1987" y="304"/>
                  </a:lnTo>
                  <a:close/>
                  <a:moveTo>
                    <a:pt x="2156" y="1"/>
                  </a:moveTo>
                  <a:lnTo>
                    <a:pt x="1920" y="34"/>
                  </a:lnTo>
                  <a:lnTo>
                    <a:pt x="1651" y="68"/>
                  </a:lnTo>
                  <a:lnTo>
                    <a:pt x="1314" y="135"/>
                  </a:lnTo>
                  <a:lnTo>
                    <a:pt x="944" y="304"/>
                  </a:lnTo>
                  <a:lnTo>
                    <a:pt x="607" y="506"/>
                  </a:lnTo>
                  <a:lnTo>
                    <a:pt x="304" y="775"/>
                  </a:lnTo>
                  <a:lnTo>
                    <a:pt x="203" y="910"/>
                  </a:lnTo>
                  <a:lnTo>
                    <a:pt x="102" y="1044"/>
                  </a:lnTo>
                  <a:lnTo>
                    <a:pt x="35" y="1213"/>
                  </a:lnTo>
                  <a:lnTo>
                    <a:pt x="1" y="1381"/>
                  </a:lnTo>
                  <a:lnTo>
                    <a:pt x="35" y="1549"/>
                  </a:lnTo>
                  <a:lnTo>
                    <a:pt x="68" y="1718"/>
                  </a:lnTo>
                  <a:lnTo>
                    <a:pt x="169" y="1886"/>
                  </a:lnTo>
                  <a:lnTo>
                    <a:pt x="338" y="2054"/>
                  </a:lnTo>
                  <a:lnTo>
                    <a:pt x="540" y="2223"/>
                  </a:lnTo>
                  <a:lnTo>
                    <a:pt x="775" y="2324"/>
                  </a:lnTo>
                  <a:lnTo>
                    <a:pt x="1045" y="2391"/>
                  </a:lnTo>
                  <a:lnTo>
                    <a:pt x="1314" y="2425"/>
                  </a:lnTo>
                  <a:lnTo>
                    <a:pt x="1617" y="2458"/>
                  </a:lnTo>
                  <a:lnTo>
                    <a:pt x="1886" y="2425"/>
                  </a:lnTo>
                  <a:lnTo>
                    <a:pt x="2425" y="2391"/>
                  </a:lnTo>
                  <a:lnTo>
                    <a:pt x="2728" y="2324"/>
                  </a:lnTo>
                  <a:lnTo>
                    <a:pt x="2593" y="2559"/>
                  </a:lnTo>
                  <a:lnTo>
                    <a:pt x="2425" y="2761"/>
                  </a:lnTo>
                  <a:lnTo>
                    <a:pt x="2728" y="2761"/>
                  </a:lnTo>
                  <a:lnTo>
                    <a:pt x="2896" y="2559"/>
                  </a:lnTo>
                  <a:lnTo>
                    <a:pt x="2997" y="2324"/>
                  </a:lnTo>
                  <a:lnTo>
                    <a:pt x="3435" y="2290"/>
                  </a:lnTo>
                  <a:lnTo>
                    <a:pt x="3671" y="2324"/>
                  </a:lnTo>
                  <a:lnTo>
                    <a:pt x="3906" y="2357"/>
                  </a:lnTo>
                  <a:lnTo>
                    <a:pt x="4310" y="2526"/>
                  </a:lnTo>
                  <a:lnTo>
                    <a:pt x="4546" y="2627"/>
                  </a:lnTo>
                  <a:lnTo>
                    <a:pt x="4748" y="2761"/>
                  </a:lnTo>
                  <a:lnTo>
                    <a:pt x="5186" y="2761"/>
                  </a:lnTo>
                  <a:lnTo>
                    <a:pt x="5051" y="2627"/>
                  </a:lnTo>
                  <a:lnTo>
                    <a:pt x="4916" y="2492"/>
                  </a:lnTo>
                  <a:lnTo>
                    <a:pt x="4748" y="2391"/>
                  </a:lnTo>
                  <a:lnTo>
                    <a:pt x="4546" y="2290"/>
                  </a:lnTo>
                  <a:lnTo>
                    <a:pt x="4176" y="2122"/>
                  </a:lnTo>
                  <a:lnTo>
                    <a:pt x="3805" y="2021"/>
                  </a:lnTo>
                  <a:lnTo>
                    <a:pt x="3469" y="1987"/>
                  </a:lnTo>
                  <a:lnTo>
                    <a:pt x="3132" y="1987"/>
                  </a:lnTo>
                  <a:lnTo>
                    <a:pt x="3233" y="1583"/>
                  </a:lnTo>
                  <a:lnTo>
                    <a:pt x="3267" y="1179"/>
                  </a:lnTo>
                  <a:lnTo>
                    <a:pt x="3233" y="1011"/>
                  </a:lnTo>
                  <a:lnTo>
                    <a:pt x="3233" y="842"/>
                  </a:lnTo>
                  <a:lnTo>
                    <a:pt x="3166" y="674"/>
                  </a:lnTo>
                  <a:lnTo>
                    <a:pt x="3098" y="506"/>
                  </a:lnTo>
                  <a:lnTo>
                    <a:pt x="2997" y="371"/>
                  </a:lnTo>
                  <a:lnTo>
                    <a:pt x="2863" y="270"/>
                  </a:lnTo>
                  <a:lnTo>
                    <a:pt x="2728" y="169"/>
                  </a:lnTo>
                  <a:lnTo>
                    <a:pt x="2560" y="102"/>
                  </a:lnTo>
                  <a:lnTo>
                    <a:pt x="2358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7039600" y="1471200"/>
              <a:ext cx="157425" cy="198675"/>
            </a:xfrm>
            <a:custGeom>
              <a:avLst/>
              <a:gdLst/>
              <a:ahLst/>
              <a:cxnLst/>
              <a:rect l="l" t="t" r="r" b="b"/>
              <a:pathLst>
                <a:path w="6297" h="7947" extrusionOk="0">
                  <a:moveTo>
                    <a:pt x="5084" y="236"/>
                  </a:moveTo>
                  <a:lnTo>
                    <a:pt x="5252" y="337"/>
                  </a:lnTo>
                  <a:lnTo>
                    <a:pt x="5421" y="506"/>
                  </a:lnTo>
                  <a:lnTo>
                    <a:pt x="5555" y="674"/>
                  </a:lnTo>
                  <a:lnTo>
                    <a:pt x="5623" y="910"/>
                  </a:lnTo>
                  <a:lnTo>
                    <a:pt x="5690" y="1145"/>
                  </a:lnTo>
                  <a:lnTo>
                    <a:pt x="5724" y="1179"/>
                  </a:lnTo>
                  <a:lnTo>
                    <a:pt x="5286" y="1852"/>
                  </a:lnTo>
                  <a:lnTo>
                    <a:pt x="4714" y="2761"/>
                  </a:lnTo>
                  <a:lnTo>
                    <a:pt x="4444" y="3199"/>
                  </a:lnTo>
                  <a:lnTo>
                    <a:pt x="4141" y="3637"/>
                  </a:lnTo>
                  <a:lnTo>
                    <a:pt x="2795" y="5489"/>
                  </a:lnTo>
                  <a:lnTo>
                    <a:pt x="2155" y="6431"/>
                  </a:lnTo>
                  <a:lnTo>
                    <a:pt x="1852" y="6936"/>
                  </a:lnTo>
                  <a:lnTo>
                    <a:pt x="1583" y="7441"/>
                  </a:lnTo>
                  <a:lnTo>
                    <a:pt x="1179" y="7509"/>
                  </a:lnTo>
                  <a:lnTo>
                    <a:pt x="775" y="7509"/>
                  </a:lnTo>
                  <a:lnTo>
                    <a:pt x="573" y="7441"/>
                  </a:lnTo>
                  <a:lnTo>
                    <a:pt x="404" y="7340"/>
                  </a:lnTo>
                  <a:lnTo>
                    <a:pt x="303" y="7206"/>
                  </a:lnTo>
                  <a:lnTo>
                    <a:pt x="270" y="7105"/>
                  </a:lnTo>
                  <a:lnTo>
                    <a:pt x="236" y="6970"/>
                  </a:lnTo>
                  <a:lnTo>
                    <a:pt x="236" y="6835"/>
                  </a:lnTo>
                  <a:lnTo>
                    <a:pt x="270" y="6701"/>
                  </a:lnTo>
                  <a:lnTo>
                    <a:pt x="371" y="6398"/>
                  </a:lnTo>
                  <a:lnTo>
                    <a:pt x="505" y="6128"/>
                  </a:lnTo>
                  <a:lnTo>
                    <a:pt x="640" y="5859"/>
                  </a:lnTo>
                  <a:lnTo>
                    <a:pt x="1246" y="4782"/>
                  </a:lnTo>
                  <a:lnTo>
                    <a:pt x="1886" y="3738"/>
                  </a:lnTo>
                  <a:lnTo>
                    <a:pt x="2290" y="3098"/>
                  </a:lnTo>
                  <a:lnTo>
                    <a:pt x="2694" y="2492"/>
                  </a:lnTo>
                  <a:lnTo>
                    <a:pt x="3131" y="1886"/>
                  </a:lnTo>
                  <a:lnTo>
                    <a:pt x="3603" y="1347"/>
                  </a:lnTo>
                  <a:lnTo>
                    <a:pt x="4411" y="539"/>
                  </a:lnTo>
                  <a:lnTo>
                    <a:pt x="4512" y="405"/>
                  </a:lnTo>
                  <a:lnTo>
                    <a:pt x="4646" y="337"/>
                  </a:lnTo>
                  <a:lnTo>
                    <a:pt x="4781" y="270"/>
                  </a:lnTo>
                  <a:lnTo>
                    <a:pt x="4882" y="236"/>
                  </a:lnTo>
                  <a:close/>
                  <a:moveTo>
                    <a:pt x="4916" y="1"/>
                  </a:moveTo>
                  <a:lnTo>
                    <a:pt x="4646" y="68"/>
                  </a:lnTo>
                  <a:lnTo>
                    <a:pt x="4377" y="203"/>
                  </a:lnTo>
                  <a:lnTo>
                    <a:pt x="3973" y="539"/>
                  </a:lnTo>
                  <a:lnTo>
                    <a:pt x="3603" y="943"/>
                  </a:lnTo>
                  <a:lnTo>
                    <a:pt x="3232" y="1347"/>
                  </a:lnTo>
                  <a:lnTo>
                    <a:pt x="2896" y="1785"/>
                  </a:lnTo>
                  <a:lnTo>
                    <a:pt x="2559" y="2223"/>
                  </a:lnTo>
                  <a:lnTo>
                    <a:pt x="2256" y="2694"/>
                  </a:lnTo>
                  <a:lnTo>
                    <a:pt x="1684" y="3603"/>
                  </a:lnTo>
                  <a:lnTo>
                    <a:pt x="1179" y="4479"/>
                  </a:lnTo>
                  <a:lnTo>
                    <a:pt x="674" y="5320"/>
                  </a:lnTo>
                  <a:lnTo>
                    <a:pt x="472" y="5691"/>
                  </a:lnTo>
                  <a:lnTo>
                    <a:pt x="270" y="6027"/>
                  </a:lnTo>
                  <a:lnTo>
                    <a:pt x="101" y="6431"/>
                  </a:lnTo>
                  <a:lnTo>
                    <a:pt x="0" y="6802"/>
                  </a:lnTo>
                  <a:lnTo>
                    <a:pt x="0" y="6970"/>
                  </a:lnTo>
                  <a:lnTo>
                    <a:pt x="0" y="7105"/>
                  </a:lnTo>
                  <a:lnTo>
                    <a:pt x="34" y="7239"/>
                  </a:lnTo>
                  <a:lnTo>
                    <a:pt x="68" y="7340"/>
                  </a:lnTo>
                  <a:lnTo>
                    <a:pt x="135" y="7441"/>
                  </a:lnTo>
                  <a:lnTo>
                    <a:pt x="236" y="7509"/>
                  </a:lnTo>
                  <a:lnTo>
                    <a:pt x="438" y="7643"/>
                  </a:lnTo>
                  <a:lnTo>
                    <a:pt x="674" y="7711"/>
                  </a:lnTo>
                  <a:lnTo>
                    <a:pt x="1179" y="7711"/>
                  </a:lnTo>
                  <a:lnTo>
                    <a:pt x="1448" y="7677"/>
                  </a:lnTo>
                  <a:lnTo>
                    <a:pt x="1381" y="7812"/>
                  </a:lnTo>
                  <a:lnTo>
                    <a:pt x="1381" y="7879"/>
                  </a:lnTo>
                  <a:lnTo>
                    <a:pt x="1414" y="7946"/>
                  </a:lnTo>
                  <a:lnTo>
                    <a:pt x="1482" y="7946"/>
                  </a:lnTo>
                  <a:lnTo>
                    <a:pt x="1549" y="7913"/>
                  </a:lnTo>
                  <a:lnTo>
                    <a:pt x="1919" y="7340"/>
                  </a:lnTo>
                  <a:lnTo>
                    <a:pt x="2222" y="6768"/>
                  </a:lnTo>
                  <a:lnTo>
                    <a:pt x="2559" y="6229"/>
                  </a:lnTo>
                  <a:lnTo>
                    <a:pt x="2896" y="5657"/>
                  </a:lnTo>
                  <a:lnTo>
                    <a:pt x="3266" y="5118"/>
                  </a:lnTo>
                  <a:lnTo>
                    <a:pt x="3670" y="4613"/>
                  </a:lnTo>
                  <a:lnTo>
                    <a:pt x="4074" y="4108"/>
                  </a:lnTo>
                  <a:lnTo>
                    <a:pt x="4478" y="3570"/>
                  </a:lnTo>
                  <a:lnTo>
                    <a:pt x="4882" y="2963"/>
                  </a:lnTo>
                  <a:lnTo>
                    <a:pt x="5252" y="2324"/>
                  </a:lnTo>
                  <a:lnTo>
                    <a:pt x="4815" y="3199"/>
                  </a:lnTo>
                  <a:lnTo>
                    <a:pt x="4613" y="3637"/>
                  </a:lnTo>
                  <a:lnTo>
                    <a:pt x="4377" y="4041"/>
                  </a:lnTo>
                  <a:lnTo>
                    <a:pt x="3771" y="5017"/>
                  </a:lnTo>
                  <a:lnTo>
                    <a:pt x="3098" y="5926"/>
                  </a:lnTo>
                  <a:lnTo>
                    <a:pt x="1751" y="7778"/>
                  </a:lnTo>
                  <a:lnTo>
                    <a:pt x="1751" y="7812"/>
                  </a:lnTo>
                  <a:lnTo>
                    <a:pt x="1785" y="7879"/>
                  </a:lnTo>
                  <a:lnTo>
                    <a:pt x="1886" y="7879"/>
                  </a:lnTo>
                  <a:lnTo>
                    <a:pt x="2525" y="7071"/>
                  </a:lnTo>
                  <a:lnTo>
                    <a:pt x="3131" y="6229"/>
                  </a:lnTo>
                  <a:lnTo>
                    <a:pt x="3737" y="5388"/>
                  </a:lnTo>
                  <a:lnTo>
                    <a:pt x="4310" y="4512"/>
                  </a:lnTo>
                  <a:lnTo>
                    <a:pt x="4545" y="4108"/>
                  </a:lnTo>
                  <a:lnTo>
                    <a:pt x="4781" y="3671"/>
                  </a:lnTo>
                  <a:lnTo>
                    <a:pt x="5252" y="2829"/>
                  </a:lnTo>
                  <a:lnTo>
                    <a:pt x="5454" y="2391"/>
                  </a:lnTo>
                  <a:lnTo>
                    <a:pt x="5724" y="1953"/>
                  </a:lnTo>
                  <a:lnTo>
                    <a:pt x="5993" y="1549"/>
                  </a:lnTo>
                  <a:lnTo>
                    <a:pt x="6296" y="1179"/>
                  </a:lnTo>
                  <a:lnTo>
                    <a:pt x="6296" y="1112"/>
                  </a:lnTo>
                  <a:lnTo>
                    <a:pt x="6296" y="1078"/>
                  </a:lnTo>
                  <a:lnTo>
                    <a:pt x="6229" y="1044"/>
                  </a:lnTo>
                  <a:lnTo>
                    <a:pt x="6195" y="1078"/>
                  </a:lnTo>
                  <a:lnTo>
                    <a:pt x="5993" y="1280"/>
                  </a:lnTo>
                  <a:lnTo>
                    <a:pt x="5825" y="1482"/>
                  </a:lnTo>
                  <a:lnTo>
                    <a:pt x="5960" y="1213"/>
                  </a:lnTo>
                  <a:lnTo>
                    <a:pt x="5993" y="1078"/>
                  </a:lnTo>
                  <a:lnTo>
                    <a:pt x="5993" y="943"/>
                  </a:lnTo>
                  <a:lnTo>
                    <a:pt x="5993" y="910"/>
                  </a:lnTo>
                  <a:lnTo>
                    <a:pt x="5960" y="876"/>
                  </a:lnTo>
                  <a:lnTo>
                    <a:pt x="5926" y="876"/>
                  </a:lnTo>
                  <a:lnTo>
                    <a:pt x="5892" y="910"/>
                  </a:lnTo>
                  <a:lnTo>
                    <a:pt x="5791" y="640"/>
                  </a:lnTo>
                  <a:lnTo>
                    <a:pt x="5657" y="405"/>
                  </a:lnTo>
                  <a:lnTo>
                    <a:pt x="5522" y="203"/>
                  </a:lnTo>
                  <a:lnTo>
                    <a:pt x="5353" y="68"/>
                  </a:lnTo>
                  <a:lnTo>
                    <a:pt x="51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6976475" y="2197600"/>
              <a:ext cx="36200" cy="117850"/>
            </a:xfrm>
            <a:custGeom>
              <a:avLst/>
              <a:gdLst/>
              <a:ahLst/>
              <a:cxnLst/>
              <a:rect l="l" t="t" r="r" b="b"/>
              <a:pathLst>
                <a:path w="1448" h="4714" extrusionOk="0">
                  <a:moveTo>
                    <a:pt x="34" y="0"/>
                  </a:moveTo>
                  <a:lnTo>
                    <a:pt x="0" y="236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135" y="1044"/>
                  </a:lnTo>
                  <a:lnTo>
                    <a:pt x="438" y="2088"/>
                  </a:lnTo>
                  <a:lnTo>
                    <a:pt x="1145" y="4613"/>
                  </a:lnTo>
                  <a:lnTo>
                    <a:pt x="1179" y="4680"/>
                  </a:lnTo>
                  <a:lnTo>
                    <a:pt x="1212" y="4714"/>
                  </a:lnTo>
                  <a:lnTo>
                    <a:pt x="1313" y="4714"/>
                  </a:lnTo>
                  <a:lnTo>
                    <a:pt x="1381" y="4680"/>
                  </a:lnTo>
                  <a:lnTo>
                    <a:pt x="1414" y="4646"/>
                  </a:lnTo>
                  <a:lnTo>
                    <a:pt x="1448" y="4613"/>
                  </a:lnTo>
                  <a:lnTo>
                    <a:pt x="1448" y="4545"/>
                  </a:lnTo>
                  <a:lnTo>
                    <a:pt x="741" y="1987"/>
                  </a:lnTo>
                  <a:lnTo>
                    <a:pt x="606" y="1482"/>
                  </a:lnTo>
                  <a:lnTo>
                    <a:pt x="472" y="943"/>
                  </a:lnTo>
                  <a:lnTo>
                    <a:pt x="404" y="674"/>
                  </a:lnTo>
                  <a:lnTo>
                    <a:pt x="303" y="438"/>
                  </a:lnTo>
                  <a:lnTo>
                    <a:pt x="202" y="20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639775" y="2213575"/>
              <a:ext cx="167525" cy="44650"/>
            </a:xfrm>
            <a:custGeom>
              <a:avLst/>
              <a:gdLst/>
              <a:ahLst/>
              <a:cxnLst/>
              <a:rect l="l" t="t" r="r" b="b"/>
              <a:pathLst>
                <a:path w="6701" h="1786" extrusionOk="0">
                  <a:moveTo>
                    <a:pt x="6600" y="1"/>
                  </a:moveTo>
                  <a:lnTo>
                    <a:pt x="5624" y="102"/>
                  </a:lnTo>
                  <a:lnTo>
                    <a:pt x="4647" y="270"/>
                  </a:lnTo>
                  <a:lnTo>
                    <a:pt x="2728" y="674"/>
                  </a:lnTo>
                  <a:lnTo>
                    <a:pt x="1718" y="910"/>
                  </a:lnTo>
                  <a:lnTo>
                    <a:pt x="708" y="1179"/>
                  </a:lnTo>
                  <a:lnTo>
                    <a:pt x="472" y="1247"/>
                  </a:lnTo>
                  <a:lnTo>
                    <a:pt x="270" y="1348"/>
                  </a:lnTo>
                  <a:lnTo>
                    <a:pt x="102" y="1482"/>
                  </a:lnTo>
                  <a:lnTo>
                    <a:pt x="1" y="1684"/>
                  </a:lnTo>
                  <a:lnTo>
                    <a:pt x="1" y="1752"/>
                  </a:lnTo>
                  <a:lnTo>
                    <a:pt x="35" y="1785"/>
                  </a:lnTo>
                  <a:lnTo>
                    <a:pt x="136" y="1785"/>
                  </a:lnTo>
                  <a:lnTo>
                    <a:pt x="270" y="1651"/>
                  </a:lnTo>
                  <a:lnTo>
                    <a:pt x="405" y="1550"/>
                  </a:lnTo>
                  <a:lnTo>
                    <a:pt x="607" y="1482"/>
                  </a:lnTo>
                  <a:lnTo>
                    <a:pt x="775" y="1415"/>
                  </a:lnTo>
                  <a:lnTo>
                    <a:pt x="1179" y="1314"/>
                  </a:lnTo>
                  <a:lnTo>
                    <a:pt x="1516" y="1247"/>
                  </a:lnTo>
                  <a:lnTo>
                    <a:pt x="3300" y="876"/>
                  </a:lnTo>
                  <a:lnTo>
                    <a:pt x="4142" y="708"/>
                  </a:lnTo>
                  <a:lnTo>
                    <a:pt x="4950" y="573"/>
                  </a:lnTo>
                  <a:lnTo>
                    <a:pt x="5792" y="405"/>
                  </a:lnTo>
                  <a:lnTo>
                    <a:pt x="6634" y="237"/>
                  </a:lnTo>
                  <a:lnTo>
                    <a:pt x="6667" y="237"/>
                  </a:lnTo>
                  <a:lnTo>
                    <a:pt x="6701" y="203"/>
                  </a:lnTo>
                  <a:lnTo>
                    <a:pt x="6701" y="102"/>
                  </a:lnTo>
                  <a:lnTo>
                    <a:pt x="6667" y="35"/>
                  </a:lnTo>
                  <a:lnTo>
                    <a:pt x="66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6685250" y="2227900"/>
              <a:ext cx="282825" cy="132175"/>
            </a:xfrm>
            <a:custGeom>
              <a:avLst/>
              <a:gdLst/>
              <a:ahLst/>
              <a:cxnLst/>
              <a:rect l="l" t="t" r="r" b="b"/>
              <a:pathLst>
                <a:path w="11313" h="5287" extrusionOk="0">
                  <a:moveTo>
                    <a:pt x="10336" y="270"/>
                  </a:moveTo>
                  <a:lnTo>
                    <a:pt x="10370" y="539"/>
                  </a:lnTo>
                  <a:lnTo>
                    <a:pt x="10403" y="808"/>
                  </a:lnTo>
                  <a:lnTo>
                    <a:pt x="10572" y="1347"/>
                  </a:lnTo>
                  <a:lnTo>
                    <a:pt x="10774" y="1852"/>
                  </a:lnTo>
                  <a:lnTo>
                    <a:pt x="10976" y="2357"/>
                  </a:lnTo>
                  <a:lnTo>
                    <a:pt x="10370" y="2626"/>
                  </a:lnTo>
                  <a:lnTo>
                    <a:pt x="9696" y="2862"/>
                  </a:lnTo>
                  <a:lnTo>
                    <a:pt x="9057" y="3098"/>
                  </a:lnTo>
                  <a:lnTo>
                    <a:pt x="8383" y="3300"/>
                  </a:lnTo>
                  <a:lnTo>
                    <a:pt x="7037" y="3603"/>
                  </a:lnTo>
                  <a:lnTo>
                    <a:pt x="5690" y="3906"/>
                  </a:lnTo>
                  <a:lnTo>
                    <a:pt x="4444" y="4108"/>
                  </a:lnTo>
                  <a:lnTo>
                    <a:pt x="3198" y="4343"/>
                  </a:lnTo>
                  <a:lnTo>
                    <a:pt x="2559" y="4512"/>
                  </a:lnTo>
                  <a:lnTo>
                    <a:pt x="1953" y="4680"/>
                  </a:lnTo>
                  <a:lnTo>
                    <a:pt x="1347" y="4882"/>
                  </a:lnTo>
                  <a:lnTo>
                    <a:pt x="774" y="5118"/>
                  </a:lnTo>
                  <a:lnTo>
                    <a:pt x="572" y="4478"/>
                  </a:lnTo>
                  <a:lnTo>
                    <a:pt x="370" y="3838"/>
                  </a:lnTo>
                  <a:lnTo>
                    <a:pt x="269" y="3266"/>
                  </a:lnTo>
                  <a:lnTo>
                    <a:pt x="236" y="2997"/>
                  </a:lnTo>
                  <a:lnTo>
                    <a:pt x="168" y="2727"/>
                  </a:lnTo>
                  <a:lnTo>
                    <a:pt x="808" y="2626"/>
                  </a:lnTo>
                  <a:lnTo>
                    <a:pt x="1448" y="2492"/>
                  </a:lnTo>
                  <a:lnTo>
                    <a:pt x="2727" y="2189"/>
                  </a:lnTo>
                  <a:lnTo>
                    <a:pt x="4007" y="1818"/>
                  </a:lnTo>
                  <a:lnTo>
                    <a:pt x="5252" y="1515"/>
                  </a:lnTo>
                  <a:lnTo>
                    <a:pt x="10336" y="270"/>
                  </a:lnTo>
                  <a:close/>
                  <a:moveTo>
                    <a:pt x="10336" y="0"/>
                  </a:moveTo>
                  <a:lnTo>
                    <a:pt x="5185" y="1246"/>
                  </a:lnTo>
                  <a:lnTo>
                    <a:pt x="2626" y="1818"/>
                  </a:lnTo>
                  <a:lnTo>
                    <a:pt x="1347" y="2189"/>
                  </a:lnTo>
                  <a:lnTo>
                    <a:pt x="741" y="2357"/>
                  </a:lnTo>
                  <a:lnTo>
                    <a:pt x="101" y="2593"/>
                  </a:lnTo>
                  <a:lnTo>
                    <a:pt x="67" y="2492"/>
                  </a:lnTo>
                  <a:lnTo>
                    <a:pt x="67" y="2525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929"/>
                  </a:lnTo>
                  <a:lnTo>
                    <a:pt x="34" y="3199"/>
                  </a:lnTo>
                  <a:lnTo>
                    <a:pt x="101" y="3704"/>
                  </a:lnTo>
                  <a:lnTo>
                    <a:pt x="202" y="4074"/>
                  </a:lnTo>
                  <a:lnTo>
                    <a:pt x="303" y="4444"/>
                  </a:lnTo>
                  <a:lnTo>
                    <a:pt x="539" y="5185"/>
                  </a:lnTo>
                  <a:lnTo>
                    <a:pt x="606" y="5253"/>
                  </a:lnTo>
                  <a:lnTo>
                    <a:pt x="640" y="5286"/>
                  </a:lnTo>
                  <a:lnTo>
                    <a:pt x="673" y="5286"/>
                  </a:lnTo>
                  <a:lnTo>
                    <a:pt x="741" y="5253"/>
                  </a:lnTo>
                  <a:lnTo>
                    <a:pt x="1347" y="5118"/>
                  </a:lnTo>
                  <a:lnTo>
                    <a:pt x="1953" y="4983"/>
                  </a:lnTo>
                  <a:lnTo>
                    <a:pt x="2592" y="4815"/>
                  </a:lnTo>
                  <a:lnTo>
                    <a:pt x="3198" y="4646"/>
                  </a:lnTo>
                  <a:lnTo>
                    <a:pt x="4579" y="4377"/>
                  </a:lnTo>
                  <a:lnTo>
                    <a:pt x="5993" y="4108"/>
                  </a:lnTo>
                  <a:lnTo>
                    <a:pt x="7340" y="3838"/>
                  </a:lnTo>
                  <a:lnTo>
                    <a:pt x="8653" y="3502"/>
                  </a:lnTo>
                  <a:lnTo>
                    <a:pt x="9292" y="3300"/>
                  </a:lnTo>
                  <a:lnTo>
                    <a:pt x="9932" y="3064"/>
                  </a:lnTo>
                  <a:lnTo>
                    <a:pt x="10572" y="2828"/>
                  </a:lnTo>
                  <a:lnTo>
                    <a:pt x="11211" y="2559"/>
                  </a:lnTo>
                  <a:lnTo>
                    <a:pt x="11245" y="2525"/>
                  </a:lnTo>
                  <a:lnTo>
                    <a:pt x="11279" y="2458"/>
                  </a:lnTo>
                  <a:lnTo>
                    <a:pt x="11312" y="2391"/>
                  </a:lnTo>
                  <a:lnTo>
                    <a:pt x="11279" y="2290"/>
                  </a:lnTo>
                  <a:lnTo>
                    <a:pt x="11043" y="1751"/>
                  </a:lnTo>
                  <a:lnTo>
                    <a:pt x="10875" y="1212"/>
                  </a:lnTo>
                  <a:lnTo>
                    <a:pt x="10504" y="101"/>
                  </a:lnTo>
                  <a:lnTo>
                    <a:pt x="10504" y="68"/>
                  </a:lnTo>
                  <a:lnTo>
                    <a:pt x="10504" y="34"/>
                  </a:lnTo>
                  <a:lnTo>
                    <a:pt x="10471" y="34"/>
                  </a:lnTo>
                  <a:lnTo>
                    <a:pt x="104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6644000" y="2278400"/>
              <a:ext cx="31150" cy="121225"/>
            </a:xfrm>
            <a:custGeom>
              <a:avLst/>
              <a:gdLst/>
              <a:ahLst/>
              <a:cxnLst/>
              <a:rect l="l" t="t" r="r" b="b"/>
              <a:pathLst>
                <a:path w="1246" h="4849" extrusionOk="0">
                  <a:moveTo>
                    <a:pt x="34" y="0"/>
                  </a:moveTo>
                  <a:lnTo>
                    <a:pt x="0" y="236"/>
                  </a:lnTo>
                  <a:lnTo>
                    <a:pt x="0" y="505"/>
                  </a:lnTo>
                  <a:lnTo>
                    <a:pt x="34" y="741"/>
                  </a:lnTo>
                  <a:lnTo>
                    <a:pt x="101" y="1010"/>
                  </a:lnTo>
                  <a:lnTo>
                    <a:pt x="337" y="1987"/>
                  </a:lnTo>
                  <a:lnTo>
                    <a:pt x="674" y="3401"/>
                  </a:lnTo>
                  <a:lnTo>
                    <a:pt x="842" y="4074"/>
                  </a:lnTo>
                  <a:lnTo>
                    <a:pt x="1044" y="4781"/>
                  </a:lnTo>
                  <a:lnTo>
                    <a:pt x="1078" y="4849"/>
                  </a:lnTo>
                  <a:lnTo>
                    <a:pt x="1179" y="4849"/>
                  </a:lnTo>
                  <a:lnTo>
                    <a:pt x="1246" y="4815"/>
                  </a:lnTo>
                  <a:lnTo>
                    <a:pt x="1246" y="4714"/>
                  </a:lnTo>
                  <a:lnTo>
                    <a:pt x="1145" y="4074"/>
                  </a:lnTo>
                  <a:lnTo>
                    <a:pt x="977" y="3435"/>
                  </a:lnTo>
                  <a:lnTo>
                    <a:pt x="674" y="2155"/>
                  </a:lnTo>
                  <a:lnTo>
                    <a:pt x="573" y="1616"/>
                  </a:lnTo>
                  <a:lnTo>
                    <a:pt x="438" y="1044"/>
                  </a:lnTo>
                  <a:lnTo>
                    <a:pt x="371" y="741"/>
                  </a:lnTo>
                  <a:lnTo>
                    <a:pt x="303" y="472"/>
                  </a:lnTo>
                  <a:lnTo>
                    <a:pt x="169" y="23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6672625" y="2313750"/>
              <a:ext cx="334175" cy="88400"/>
            </a:xfrm>
            <a:custGeom>
              <a:avLst/>
              <a:gdLst/>
              <a:ahLst/>
              <a:cxnLst/>
              <a:rect l="l" t="t" r="r" b="b"/>
              <a:pathLst>
                <a:path w="13367" h="3536" extrusionOk="0">
                  <a:moveTo>
                    <a:pt x="13198" y="0"/>
                  </a:moveTo>
                  <a:lnTo>
                    <a:pt x="11582" y="505"/>
                  </a:lnTo>
                  <a:lnTo>
                    <a:pt x="9932" y="977"/>
                  </a:lnTo>
                  <a:lnTo>
                    <a:pt x="6666" y="1886"/>
                  </a:lnTo>
                  <a:lnTo>
                    <a:pt x="5017" y="2290"/>
                  </a:lnTo>
                  <a:lnTo>
                    <a:pt x="3367" y="2694"/>
                  </a:lnTo>
                  <a:lnTo>
                    <a:pt x="2525" y="2862"/>
                  </a:lnTo>
                  <a:lnTo>
                    <a:pt x="1683" y="3031"/>
                  </a:lnTo>
                  <a:lnTo>
                    <a:pt x="842" y="3233"/>
                  </a:lnTo>
                  <a:lnTo>
                    <a:pt x="438" y="3334"/>
                  </a:lnTo>
                  <a:lnTo>
                    <a:pt x="34" y="3502"/>
                  </a:lnTo>
                  <a:lnTo>
                    <a:pt x="0" y="3536"/>
                  </a:lnTo>
                  <a:lnTo>
                    <a:pt x="438" y="3536"/>
                  </a:lnTo>
                  <a:lnTo>
                    <a:pt x="808" y="3468"/>
                  </a:lnTo>
                  <a:lnTo>
                    <a:pt x="1616" y="3334"/>
                  </a:lnTo>
                  <a:lnTo>
                    <a:pt x="3165" y="2963"/>
                  </a:lnTo>
                  <a:lnTo>
                    <a:pt x="6464" y="2189"/>
                  </a:lnTo>
                  <a:lnTo>
                    <a:pt x="8181" y="1751"/>
                  </a:lnTo>
                  <a:lnTo>
                    <a:pt x="9898" y="1280"/>
                  </a:lnTo>
                  <a:lnTo>
                    <a:pt x="11582" y="775"/>
                  </a:lnTo>
                  <a:lnTo>
                    <a:pt x="13299" y="270"/>
                  </a:lnTo>
                  <a:lnTo>
                    <a:pt x="13333" y="236"/>
                  </a:lnTo>
                  <a:lnTo>
                    <a:pt x="13366" y="202"/>
                  </a:lnTo>
                  <a:lnTo>
                    <a:pt x="13366" y="101"/>
                  </a:lnTo>
                  <a:lnTo>
                    <a:pt x="13333" y="34"/>
                  </a:lnTo>
                  <a:lnTo>
                    <a:pt x="13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6762675" y="2487150"/>
              <a:ext cx="15175" cy="24425"/>
            </a:xfrm>
            <a:custGeom>
              <a:avLst/>
              <a:gdLst/>
              <a:ahLst/>
              <a:cxnLst/>
              <a:rect l="l" t="t" r="r" b="b"/>
              <a:pathLst>
                <a:path w="607" h="977" extrusionOk="0">
                  <a:moveTo>
                    <a:pt x="337" y="0"/>
                  </a:moveTo>
                  <a:lnTo>
                    <a:pt x="169" y="101"/>
                  </a:lnTo>
                  <a:lnTo>
                    <a:pt x="68" y="168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70"/>
                  </a:lnTo>
                  <a:lnTo>
                    <a:pt x="135" y="370"/>
                  </a:lnTo>
                  <a:lnTo>
                    <a:pt x="236" y="303"/>
                  </a:lnTo>
                  <a:lnTo>
                    <a:pt x="371" y="236"/>
                  </a:lnTo>
                  <a:lnTo>
                    <a:pt x="270" y="606"/>
                  </a:lnTo>
                  <a:lnTo>
                    <a:pt x="236" y="808"/>
                  </a:lnTo>
                  <a:lnTo>
                    <a:pt x="270" y="875"/>
                  </a:lnTo>
                  <a:lnTo>
                    <a:pt x="304" y="976"/>
                  </a:lnTo>
                  <a:lnTo>
                    <a:pt x="371" y="976"/>
                  </a:lnTo>
                  <a:lnTo>
                    <a:pt x="438" y="943"/>
                  </a:lnTo>
                  <a:lnTo>
                    <a:pt x="472" y="842"/>
                  </a:lnTo>
                  <a:lnTo>
                    <a:pt x="506" y="741"/>
                  </a:lnTo>
                  <a:lnTo>
                    <a:pt x="506" y="505"/>
                  </a:lnTo>
                  <a:lnTo>
                    <a:pt x="607" y="303"/>
                  </a:lnTo>
                  <a:lnTo>
                    <a:pt x="607" y="202"/>
                  </a:lnTo>
                  <a:lnTo>
                    <a:pt x="607" y="101"/>
                  </a:lnTo>
                  <a:lnTo>
                    <a:pt x="539" y="67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7013500" y="2429050"/>
              <a:ext cx="7600" cy="5925"/>
            </a:xfrm>
            <a:custGeom>
              <a:avLst/>
              <a:gdLst/>
              <a:ahLst/>
              <a:cxnLst/>
              <a:rect l="l" t="t" r="r" b="b"/>
              <a:pathLst>
                <a:path w="304" h="237" extrusionOk="0">
                  <a:moveTo>
                    <a:pt x="135" y="1"/>
                  </a:moveTo>
                  <a:lnTo>
                    <a:pt x="68" y="35"/>
                  </a:lnTo>
                  <a:lnTo>
                    <a:pt x="1" y="68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68" y="237"/>
                  </a:lnTo>
                  <a:lnTo>
                    <a:pt x="203" y="237"/>
                  </a:lnTo>
                  <a:lnTo>
                    <a:pt x="270" y="203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7026975" y="2478725"/>
              <a:ext cx="15175" cy="27800"/>
            </a:xfrm>
            <a:custGeom>
              <a:avLst/>
              <a:gdLst/>
              <a:ahLst/>
              <a:cxnLst/>
              <a:rect l="l" t="t" r="r" b="b"/>
              <a:pathLst>
                <a:path w="607" h="1112" extrusionOk="0">
                  <a:moveTo>
                    <a:pt x="573" y="0"/>
                  </a:moveTo>
                  <a:lnTo>
                    <a:pt x="404" y="202"/>
                  </a:lnTo>
                  <a:lnTo>
                    <a:pt x="270" y="438"/>
                  </a:lnTo>
                  <a:lnTo>
                    <a:pt x="101" y="303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202" y="573"/>
                  </a:lnTo>
                  <a:lnTo>
                    <a:pt x="34" y="977"/>
                  </a:lnTo>
                  <a:lnTo>
                    <a:pt x="34" y="1010"/>
                  </a:lnTo>
                  <a:lnTo>
                    <a:pt x="68" y="1078"/>
                  </a:lnTo>
                  <a:lnTo>
                    <a:pt x="135" y="1111"/>
                  </a:lnTo>
                  <a:lnTo>
                    <a:pt x="202" y="1111"/>
                  </a:lnTo>
                  <a:lnTo>
                    <a:pt x="236" y="1078"/>
                  </a:lnTo>
                  <a:lnTo>
                    <a:pt x="270" y="1044"/>
                  </a:lnTo>
                  <a:lnTo>
                    <a:pt x="371" y="707"/>
                  </a:lnTo>
                  <a:lnTo>
                    <a:pt x="404" y="741"/>
                  </a:lnTo>
                  <a:lnTo>
                    <a:pt x="472" y="741"/>
                  </a:lnTo>
                  <a:lnTo>
                    <a:pt x="505" y="707"/>
                  </a:lnTo>
                  <a:lnTo>
                    <a:pt x="539" y="674"/>
                  </a:lnTo>
                  <a:lnTo>
                    <a:pt x="505" y="606"/>
                  </a:lnTo>
                  <a:lnTo>
                    <a:pt x="438" y="573"/>
                  </a:lnTo>
                  <a:lnTo>
                    <a:pt x="472" y="505"/>
                  </a:lnTo>
                  <a:lnTo>
                    <a:pt x="539" y="270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7005925" y="2460200"/>
              <a:ext cx="58950" cy="57275"/>
            </a:xfrm>
            <a:custGeom>
              <a:avLst/>
              <a:gdLst/>
              <a:ahLst/>
              <a:cxnLst/>
              <a:rect l="l" t="t" r="r" b="b"/>
              <a:pathLst>
                <a:path w="2358" h="2291" extrusionOk="0">
                  <a:moveTo>
                    <a:pt x="1886" y="236"/>
                  </a:moveTo>
                  <a:lnTo>
                    <a:pt x="1953" y="708"/>
                  </a:lnTo>
                  <a:lnTo>
                    <a:pt x="2054" y="1145"/>
                  </a:lnTo>
                  <a:lnTo>
                    <a:pt x="2088" y="1482"/>
                  </a:lnTo>
                  <a:lnTo>
                    <a:pt x="2122" y="1549"/>
                  </a:lnTo>
                  <a:lnTo>
                    <a:pt x="2122" y="1617"/>
                  </a:lnTo>
                  <a:lnTo>
                    <a:pt x="2088" y="1684"/>
                  </a:lnTo>
                  <a:lnTo>
                    <a:pt x="1987" y="1684"/>
                  </a:lnTo>
                  <a:lnTo>
                    <a:pt x="1381" y="1886"/>
                  </a:lnTo>
                  <a:lnTo>
                    <a:pt x="910" y="1987"/>
                  </a:lnTo>
                  <a:lnTo>
                    <a:pt x="708" y="2021"/>
                  </a:lnTo>
                  <a:lnTo>
                    <a:pt x="573" y="1953"/>
                  </a:lnTo>
                  <a:lnTo>
                    <a:pt x="472" y="1852"/>
                  </a:lnTo>
                  <a:lnTo>
                    <a:pt x="405" y="1684"/>
                  </a:lnTo>
                  <a:lnTo>
                    <a:pt x="304" y="1213"/>
                  </a:lnTo>
                  <a:lnTo>
                    <a:pt x="169" y="775"/>
                  </a:lnTo>
                  <a:lnTo>
                    <a:pt x="371" y="741"/>
                  </a:lnTo>
                  <a:lnTo>
                    <a:pt x="573" y="708"/>
                  </a:lnTo>
                  <a:lnTo>
                    <a:pt x="977" y="573"/>
                  </a:lnTo>
                  <a:lnTo>
                    <a:pt x="1448" y="472"/>
                  </a:lnTo>
                  <a:lnTo>
                    <a:pt x="1684" y="371"/>
                  </a:lnTo>
                  <a:lnTo>
                    <a:pt x="1886" y="236"/>
                  </a:lnTo>
                  <a:close/>
                  <a:moveTo>
                    <a:pt x="1819" y="1"/>
                  </a:moveTo>
                  <a:lnTo>
                    <a:pt x="1819" y="34"/>
                  </a:lnTo>
                  <a:lnTo>
                    <a:pt x="1852" y="135"/>
                  </a:lnTo>
                  <a:lnTo>
                    <a:pt x="1617" y="135"/>
                  </a:lnTo>
                  <a:lnTo>
                    <a:pt x="1347" y="169"/>
                  </a:lnTo>
                  <a:lnTo>
                    <a:pt x="910" y="337"/>
                  </a:lnTo>
                  <a:lnTo>
                    <a:pt x="472" y="472"/>
                  </a:lnTo>
                  <a:lnTo>
                    <a:pt x="270" y="539"/>
                  </a:lnTo>
                  <a:lnTo>
                    <a:pt x="68" y="640"/>
                  </a:lnTo>
                  <a:lnTo>
                    <a:pt x="34" y="674"/>
                  </a:lnTo>
                  <a:lnTo>
                    <a:pt x="1" y="708"/>
                  </a:lnTo>
                  <a:lnTo>
                    <a:pt x="1" y="741"/>
                  </a:lnTo>
                  <a:lnTo>
                    <a:pt x="1" y="775"/>
                  </a:lnTo>
                  <a:lnTo>
                    <a:pt x="34" y="775"/>
                  </a:lnTo>
                  <a:lnTo>
                    <a:pt x="68" y="1112"/>
                  </a:lnTo>
                  <a:lnTo>
                    <a:pt x="102" y="1448"/>
                  </a:lnTo>
                  <a:lnTo>
                    <a:pt x="169" y="1819"/>
                  </a:lnTo>
                  <a:lnTo>
                    <a:pt x="270" y="2088"/>
                  </a:lnTo>
                  <a:lnTo>
                    <a:pt x="371" y="2223"/>
                  </a:lnTo>
                  <a:lnTo>
                    <a:pt x="472" y="2256"/>
                  </a:lnTo>
                  <a:lnTo>
                    <a:pt x="607" y="2290"/>
                  </a:lnTo>
                  <a:lnTo>
                    <a:pt x="741" y="2290"/>
                  </a:lnTo>
                  <a:lnTo>
                    <a:pt x="1044" y="2223"/>
                  </a:lnTo>
                  <a:lnTo>
                    <a:pt x="1280" y="2155"/>
                  </a:lnTo>
                  <a:lnTo>
                    <a:pt x="1549" y="2088"/>
                  </a:lnTo>
                  <a:lnTo>
                    <a:pt x="1886" y="2021"/>
                  </a:lnTo>
                  <a:lnTo>
                    <a:pt x="2054" y="1953"/>
                  </a:lnTo>
                  <a:lnTo>
                    <a:pt x="2189" y="1886"/>
                  </a:lnTo>
                  <a:lnTo>
                    <a:pt x="2290" y="1785"/>
                  </a:lnTo>
                  <a:lnTo>
                    <a:pt x="2357" y="1684"/>
                  </a:lnTo>
                  <a:lnTo>
                    <a:pt x="2357" y="1549"/>
                  </a:lnTo>
                  <a:lnTo>
                    <a:pt x="2324" y="1381"/>
                  </a:lnTo>
                  <a:lnTo>
                    <a:pt x="2189" y="1112"/>
                  </a:lnTo>
                  <a:lnTo>
                    <a:pt x="2021" y="573"/>
                  </a:lnTo>
                  <a:lnTo>
                    <a:pt x="1886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6926800" y="2425700"/>
              <a:ext cx="63150" cy="54725"/>
            </a:xfrm>
            <a:custGeom>
              <a:avLst/>
              <a:gdLst/>
              <a:ahLst/>
              <a:cxnLst/>
              <a:rect l="l" t="t" r="r" b="b"/>
              <a:pathLst>
                <a:path w="2526" h="2189" extrusionOk="0">
                  <a:moveTo>
                    <a:pt x="1886" y="202"/>
                  </a:moveTo>
                  <a:lnTo>
                    <a:pt x="2021" y="236"/>
                  </a:lnTo>
                  <a:lnTo>
                    <a:pt x="2088" y="270"/>
                  </a:lnTo>
                  <a:lnTo>
                    <a:pt x="2156" y="539"/>
                  </a:lnTo>
                  <a:lnTo>
                    <a:pt x="2223" y="808"/>
                  </a:lnTo>
                  <a:lnTo>
                    <a:pt x="2290" y="1381"/>
                  </a:lnTo>
                  <a:lnTo>
                    <a:pt x="2290" y="1482"/>
                  </a:lnTo>
                  <a:lnTo>
                    <a:pt x="2223" y="1549"/>
                  </a:lnTo>
                  <a:lnTo>
                    <a:pt x="2189" y="1583"/>
                  </a:lnTo>
                  <a:lnTo>
                    <a:pt x="2088" y="1616"/>
                  </a:lnTo>
                  <a:lnTo>
                    <a:pt x="1920" y="1650"/>
                  </a:lnTo>
                  <a:lnTo>
                    <a:pt x="1785" y="1684"/>
                  </a:lnTo>
                  <a:lnTo>
                    <a:pt x="1684" y="1717"/>
                  </a:lnTo>
                  <a:lnTo>
                    <a:pt x="1415" y="1717"/>
                  </a:lnTo>
                  <a:lnTo>
                    <a:pt x="1246" y="1751"/>
                  </a:lnTo>
                  <a:lnTo>
                    <a:pt x="977" y="1886"/>
                  </a:lnTo>
                  <a:lnTo>
                    <a:pt x="842" y="1919"/>
                  </a:lnTo>
                  <a:lnTo>
                    <a:pt x="741" y="1886"/>
                  </a:lnTo>
                  <a:lnTo>
                    <a:pt x="674" y="1785"/>
                  </a:lnTo>
                  <a:lnTo>
                    <a:pt x="640" y="1684"/>
                  </a:lnTo>
                  <a:lnTo>
                    <a:pt x="573" y="1448"/>
                  </a:lnTo>
                  <a:lnTo>
                    <a:pt x="506" y="1212"/>
                  </a:lnTo>
                  <a:lnTo>
                    <a:pt x="371" y="606"/>
                  </a:lnTo>
                  <a:lnTo>
                    <a:pt x="640" y="472"/>
                  </a:lnTo>
                  <a:lnTo>
                    <a:pt x="943" y="371"/>
                  </a:lnTo>
                  <a:lnTo>
                    <a:pt x="1179" y="303"/>
                  </a:lnTo>
                  <a:lnTo>
                    <a:pt x="1549" y="202"/>
                  </a:lnTo>
                  <a:close/>
                  <a:moveTo>
                    <a:pt x="1886" y="0"/>
                  </a:moveTo>
                  <a:lnTo>
                    <a:pt x="1684" y="34"/>
                  </a:lnTo>
                  <a:lnTo>
                    <a:pt x="1482" y="68"/>
                  </a:lnTo>
                  <a:lnTo>
                    <a:pt x="876" y="202"/>
                  </a:lnTo>
                  <a:lnTo>
                    <a:pt x="573" y="303"/>
                  </a:lnTo>
                  <a:lnTo>
                    <a:pt x="304" y="438"/>
                  </a:lnTo>
                  <a:lnTo>
                    <a:pt x="270" y="371"/>
                  </a:lnTo>
                  <a:lnTo>
                    <a:pt x="236" y="371"/>
                  </a:lnTo>
                  <a:lnTo>
                    <a:pt x="236" y="404"/>
                  </a:lnTo>
                  <a:lnTo>
                    <a:pt x="203" y="472"/>
                  </a:lnTo>
                  <a:lnTo>
                    <a:pt x="34" y="573"/>
                  </a:lnTo>
                  <a:lnTo>
                    <a:pt x="1" y="640"/>
                  </a:lnTo>
                  <a:lnTo>
                    <a:pt x="1" y="741"/>
                  </a:lnTo>
                  <a:lnTo>
                    <a:pt x="68" y="775"/>
                  </a:lnTo>
                  <a:lnTo>
                    <a:pt x="135" y="775"/>
                  </a:lnTo>
                  <a:lnTo>
                    <a:pt x="203" y="707"/>
                  </a:lnTo>
                  <a:lnTo>
                    <a:pt x="236" y="1078"/>
                  </a:lnTo>
                  <a:lnTo>
                    <a:pt x="304" y="1414"/>
                  </a:lnTo>
                  <a:lnTo>
                    <a:pt x="405" y="1751"/>
                  </a:lnTo>
                  <a:lnTo>
                    <a:pt x="539" y="2088"/>
                  </a:lnTo>
                  <a:lnTo>
                    <a:pt x="573" y="2155"/>
                  </a:lnTo>
                  <a:lnTo>
                    <a:pt x="640" y="2189"/>
                  </a:lnTo>
                  <a:lnTo>
                    <a:pt x="775" y="2155"/>
                  </a:lnTo>
                  <a:lnTo>
                    <a:pt x="943" y="2121"/>
                  </a:lnTo>
                  <a:lnTo>
                    <a:pt x="1213" y="2054"/>
                  </a:lnTo>
                  <a:lnTo>
                    <a:pt x="1482" y="1987"/>
                  </a:lnTo>
                  <a:lnTo>
                    <a:pt x="1617" y="1953"/>
                  </a:lnTo>
                  <a:lnTo>
                    <a:pt x="1751" y="1987"/>
                  </a:lnTo>
                  <a:lnTo>
                    <a:pt x="1819" y="1987"/>
                  </a:lnTo>
                  <a:lnTo>
                    <a:pt x="1886" y="1953"/>
                  </a:lnTo>
                  <a:lnTo>
                    <a:pt x="1954" y="1886"/>
                  </a:lnTo>
                  <a:lnTo>
                    <a:pt x="2088" y="1852"/>
                  </a:lnTo>
                  <a:lnTo>
                    <a:pt x="2358" y="1785"/>
                  </a:lnTo>
                  <a:lnTo>
                    <a:pt x="2425" y="1751"/>
                  </a:lnTo>
                  <a:lnTo>
                    <a:pt x="2459" y="1684"/>
                  </a:lnTo>
                  <a:lnTo>
                    <a:pt x="2492" y="1515"/>
                  </a:lnTo>
                  <a:lnTo>
                    <a:pt x="2526" y="1347"/>
                  </a:lnTo>
                  <a:lnTo>
                    <a:pt x="2526" y="1179"/>
                  </a:lnTo>
                  <a:lnTo>
                    <a:pt x="2425" y="808"/>
                  </a:lnTo>
                  <a:lnTo>
                    <a:pt x="2324" y="472"/>
                  </a:lnTo>
                  <a:lnTo>
                    <a:pt x="2223" y="169"/>
                  </a:lnTo>
                  <a:lnTo>
                    <a:pt x="2156" y="68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6867875" y="2439150"/>
              <a:ext cx="63175" cy="58125"/>
            </a:xfrm>
            <a:custGeom>
              <a:avLst/>
              <a:gdLst/>
              <a:ahLst/>
              <a:cxnLst/>
              <a:rect l="l" t="t" r="r" b="b"/>
              <a:pathLst>
                <a:path w="2527" h="2325" extrusionOk="0">
                  <a:moveTo>
                    <a:pt x="1112" y="910"/>
                  </a:moveTo>
                  <a:lnTo>
                    <a:pt x="1112" y="977"/>
                  </a:lnTo>
                  <a:lnTo>
                    <a:pt x="1045" y="1045"/>
                  </a:lnTo>
                  <a:lnTo>
                    <a:pt x="977" y="1078"/>
                  </a:lnTo>
                  <a:lnTo>
                    <a:pt x="910" y="1078"/>
                  </a:lnTo>
                  <a:lnTo>
                    <a:pt x="1045" y="944"/>
                  </a:lnTo>
                  <a:lnTo>
                    <a:pt x="1112" y="910"/>
                  </a:lnTo>
                  <a:close/>
                  <a:moveTo>
                    <a:pt x="1886" y="270"/>
                  </a:moveTo>
                  <a:lnTo>
                    <a:pt x="1954" y="338"/>
                  </a:lnTo>
                  <a:lnTo>
                    <a:pt x="2055" y="506"/>
                  </a:lnTo>
                  <a:lnTo>
                    <a:pt x="2156" y="843"/>
                  </a:lnTo>
                  <a:lnTo>
                    <a:pt x="2257" y="1314"/>
                  </a:lnTo>
                  <a:lnTo>
                    <a:pt x="2257" y="1415"/>
                  </a:lnTo>
                  <a:lnTo>
                    <a:pt x="2223" y="1482"/>
                  </a:lnTo>
                  <a:lnTo>
                    <a:pt x="2156" y="1516"/>
                  </a:lnTo>
                  <a:lnTo>
                    <a:pt x="2088" y="1583"/>
                  </a:lnTo>
                  <a:lnTo>
                    <a:pt x="1886" y="1617"/>
                  </a:lnTo>
                  <a:lnTo>
                    <a:pt x="1718" y="1651"/>
                  </a:lnTo>
                  <a:lnTo>
                    <a:pt x="1482" y="1752"/>
                  </a:lnTo>
                  <a:lnTo>
                    <a:pt x="1482" y="1684"/>
                  </a:lnTo>
                  <a:lnTo>
                    <a:pt x="1415" y="1280"/>
                  </a:lnTo>
                  <a:lnTo>
                    <a:pt x="1348" y="876"/>
                  </a:lnTo>
                  <a:lnTo>
                    <a:pt x="1348" y="843"/>
                  </a:lnTo>
                  <a:lnTo>
                    <a:pt x="1348" y="809"/>
                  </a:lnTo>
                  <a:lnTo>
                    <a:pt x="1247" y="708"/>
                  </a:lnTo>
                  <a:lnTo>
                    <a:pt x="1078" y="708"/>
                  </a:lnTo>
                  <a:lnTo>
                    <a:pt x="977" y="775"/>
                  </a:lnTo>
                  <a:lnTo>
                    <a:pt x="775" y="910"/>
                  </a:lnTo>
                  <a:lnTo>
                    <a:pt x="674" y="1078"/>
                  </a:lnTo>
                  <a:lnTo>
                    <a:pt x="674" y="1179"/>
                  </a:lnTo>
                  <a:lnTo>
                    <a:pt x="708" y="1247"/>
                  </a:lnTo>
                  <a:lnTo>
                    <a:pt x="843" y="1280"/>
                  </a:lnTo>
                  <a:lnTo>
                    <a:pt x="944" y="1314"/>
                  </a:lnTo>
                  <a:lnTo>
                    <a:pt x="1078" y="1280"/>
                  </a:lnTo>
                  <a:lnTo>
                    <a:pt x="1179" y="1213"/>
                  </a:lnTo>
                  <a:lnTo>
                    <a:pt x="1213" y="1482"/>
                  </a:lnTo>
                  <a:lnTo>
                    <a:pt x="1280" y="1718"/>
                  </a:lnTo>
                  <a:lnTo>
                    <a:pt x="1314" y="1785"/>
                  </a:lnTo>
                  <a:lnTo>
                    <a:pt x="1348" y="1785"/>
                  </a:lnTo>
                  <a:lnTo>
                    <a:pt x="708" y="2088"/>
                  </a:lnTo>
                  <a:lnTo>
                    <a:pt x="607" y="1819"/>
                  </a:lnTo>
                  <a:lnTo>
                    <a:pt x="506" y="1550"/>
                  </a:lnTo>
                  <a:lnTo>
                    <a:pt x="405" y="1011"/>
                  </a:lnTo>
                  <a:lnTo>
                    <a:pt x="371" y="843"/>
                  </a:lnTo>
                  <a:lnTo>
                    <a:pt x="304" y="708"/>
                  </a:lnTo>
                  <a:lnTo>
                    <a:pt x="809" y="573"/>
                  </a:lnTo>
                  <a:lnTo>
                    <a:pt x="1314" y="405"/>
                  </a:lnTo>
                  <a:lnTo>
                    <a:pt x="1819" y="270"/>
                  </a:lnTo>
                  <a:close/>
                  <a:moveTo>
                    <a:pt x="1954" y="1"/>
                  </a:moveTo>
                  <a:lnTo>
                    <a:pt x="1045" y="237"/>
                  </a:lnTo>
                  <a:lnTo>
                    <a:pt x="573" y="371"/>
                  </a:lnTo>
                  <a:lnTo>
                    <a:pt x="136" y="540"/>
                  </a:lnTo>
                  <a:lnTo>
                    <a:pt x="102" y="540"/>
                  </a:lnTo>
                  <a:lnTo>
                    <a:pt x="68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42"/>
                  </a:lnTo>
                  <a:lnTo>
                    <a:pt x="136" y="742"/>
                  </a:lnTo>
                  <a:lnTo>
                    <a:pt x="304" y="1516"/>
                  </a:lnTo>
                  <a:lnTo>
                    <a:pt x="405" y="1886"/>
                  </a:lnTo>
                  <a:lnTo>
                    <a:pt x="573" y="2257"/>
                  </a:lnTo>
                  <a:lnTo>
                    <a:pt x="573" y="2290"/>
                  </a:lnTo>
                  <a:lnTo>
                    <a:pt x="641" y="2324"/>
                  </a:lnTo>
                  <a:lnTo>
                    <a:pt x="708" y="2290"/>
                  </a:lnTo>
                  <a:lnTo>
                    <a:pt x="1550" y="1954"/>
                  </a:lnTo>
                  <a:lnTo>
                    <a:pt x="2425" y="1684"/>
                  </a:lnTo>
                  <a:lnTo>
                    <a:pt x="2492" y="1651"/>
                  </a:lnTo>
                  <a:lnTo>
                    <a:pt x="2526" y="1583"/>
                  </a:lnTo>
                  <a:lnTo>
                    <a:pt x="2459" y="1179"/>
                  </a:lnTo>
                  <a:lnTo>
                    <a:pt x="2391" y="809"/>
                  </a:lnTo>
                  <a:lnTo>
                    <a:pt x="2257" y="405"/>
                  </a:lnTo>
                  <a:lnTo>
                    <a:pt x="2088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7017700" y="2426525"/>
              <a:ext cx="12650" cy="31175"/>
            </a:xfrm>
            <a:custGeom>
              <a:avLst/>
              <a:gdLst/>
              <a:ahLst/>
              <a:cxnLst/>
              <a:rect l="l" t="t" r="r" b="b"/>
              <a:pathLst>
                <a:path w="506" h="1247" extrusionOk="0">
                  <a:moveTo>
                    <a:pt x="405" y="1"/>
                  </a:moveTo>
                  <a:lnTo>
                    <a:pt x="270" y="270"/>
                  </a:lnTo>
                  <a:lnTo>
                    <a:pt x="169" y="573"/>
                  </a:lnTo>
                  <a:lnTo>
                    <a:pt x="35" y="876"/>
                  </a:lnTo>
                  <a:lnTo>
                    <a:pt x="1" y="1011"/>
                  </a:lnTo>
                  <a:lnTo>
                    <a:pt x="1" y="1179"/>
                  </a:lnTo>
                  <a:lnTo>
                    <a:pt x="1" y="1213"/>
                  </a:lnTo>
                  <a:lnTo>
                    <a:pt x="35" y="1247"/>
                  </a:lnTo>
                  <a:lnTo>
                    <a:pt x="68" y="1247"/>
                  </a:lnTo>
                  <a:lnTo>
                    <a:pt x="136" y="1213"/>
                  </a:lnTo>
                  <a:lnTo>
                    <a:pt x="203" y="1112"/>
                  </a:lnTo>
                  <a:lnTo>
                    <a:pt x="270" y="977"/>
                  </a:lnTo>
                  <a:lnTo>
                    <a:pt x="338" y="708"/>
                  </a:lnTo>
                  <a:lnTo>
                    <a:pt x="439" y="371"/>
                  </a:lnTo>
                  <a:lnTo>
                    <a:pt x="506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901550" y="2507350"/>
              <a:ext cx="16025" cy="27800"/>
            </a:xfrm>
            <a:custGeom>
              <a:avLst/>
              <a:gdLst/>
              <a:ahLst/>
              <a:cxnLst/>
              <a:rect l="l" t="t" r="r" b="b"/>
              <a:pathLst>
                <a:path w="641" h="1112" extrusionOk="0">
                  <a:moveTo>
                    <a:pt x="405" y="707"/>
                  </a:moveTo>
                  <a:lnTo>
                    <a:pt x="405" y="741"/>
                  </a:lnTo>
                  <a:lnTo>
                    <a:pt x="405" y="808"/>
                  </a:lnTo>
                  <a:lnTo>
                    <a:pt x="371" y="875"/>
                  </a:lnTo>
                  <a:lnTo>
                    <a:pt x="337" y="909"/>
                  </a:lnTo>
                  <a:lnTo>
                    <a:pt x="304" y="875"/>
                  </a:lnTo>
                  <a:lnTo>
                    <a:pt x="236" y="842"/>
                  </a:lnTo>
                  <a:lnTo>
                    <a:pt x="236" y="774"/>
                  </a:lnTo>
                  <a:lnTo>
                    <a:pt x="337" y="707"/>
                  </a:lnTo>
                  <a:close/>
                  <a:moveTo>
                    <a:pt x="506" y="0"/>
                  </a:moveTo>
                  <a:lnTo>
                    <a:pt x="405" y="34"/>
                  </a:lnTo>
                  <a:lnTo>
                    <a:pt x="270" y="168"/>
                  </a:lnTo>
                  <a:lnTo>
                    <a:pt x="169" y="370"/>
                  </a:lnTo>
                  <a:lnTo>
                    <a:pt x="102" y="572"/>
                  </a:lnTo>
                  <a:lnTo>
                    <a:pt x="102" y="640"/>
                  </a:lnTo>
                  <a:lnTo>
                    <a:pt x="34" y="707"/>
                  </a:lnTo>
                  <a:lnTo>
                    <a:pt x="1" y="741"/>
                  </a:lnTo>
                  <a:lnTo>
                    <a:pt x="1" y="774"/>
                  </a:lnTo>
                  <a:lnTo>
                    <a:pt x="68" y="842"/>
                  </a:lnTo>
                  <a:lnTo>
                    <a:pt x="68" y="909"/>
                  </a:lnTo>
                  <a:lnTo>
                    <a:pt x="102" y="1010"/>
                  </a:lnTo>
                  <a:lnTo>
                    <a:pt x="135" y="1077"/>
                  </a:lnTo>
                  <a:lnTo>
                    <a:pt x="203" y="1111"/>
                  </a:lnTo>
                  <a:lnTo>
                    <a:pt x="371" y="1111"/>
                  </a:lnTo>
                  <a:lnTo>
                    <a:pt x="472" y="1077"/>
                  </a:lnTo>
                  <a:lnTo>
                    <a:pt x="539" y="976"/>
                  </a:lnTo>
                  <a:lnTo>
                    <a:pt x="573" y="909"/>
                  </a:lnTo>
                  <a:lnTo>
                    <a:pt x="607" y="808"/>
                  </a:lnTo>
                  <a:lnTo>
                    <a:pt x="607" y="707"/>
                  </a:lnTo>
                  <a:lnTo>
                    <a:pt x="573" y="640"/>
                  </a:lnTo>
                  <a:lnTo>
                    <a:pt x="539" y="572"/>
                  </a:lnTo>
                  <a:lnTo>
                    <a:pt x="472" y="539"/>
                  </a:lnTo>
                  <a:lnTo>
                    <a:pt x="304" y="505"/>
                  </a:lnTo>
                  <a:lnTo>
                    <a:pt x="371" y="370"/>
                  </a:lnTo>
                  <a:lnTo>
                    <a:pt x="438" y="236"/>
                  </a:lnTo>
                  <a:lnTo>
                    <a:pt x="539" y="135"/>
                  </a:lnTo>
                  <a:lnTo>
                    <a:pt x="607" y="101"/>
                  </a:lnTo>
                  <a:lnTo>
                    <a:pt x="640" y="101"/>
                  </a:lnTo>
                  <a:lnTo>
                    <a:pt x="640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878825" y="2490500"/>
              <a:ext cx="63150" cy="55575"/>
            </a:xfrm>
            <a:custGeom>
              <a:avLst/>
              <a:gdLst/>
              <a:ahLst/>
              <a:cxnLst/>
              <a:rect l="l" t="t" r="r" b="b"/>
              <a:pathLst>
                <a:path w="2526" h="2223" extrusionOk="0">
                  <a:moveTo>
                    <a:pt x="1953" y="169"/>
                  </a:moveTo>
                  <a:lnTo>
                    <a:pt x="2021" y="203"/>
                  </a:lnTo>
                  <a:lnTo>
                    <a:pt x="2021" y="236"/>
                  </a:lnTo>
                  <a:lnTo>
                    <a:pt x="2122" y="741"/>
                  </a:lnTo>
                  <a:lnTo>
                    <a:pt x="2290" y="1650"/>
                  </a:lnTo>
                  <a:lnTo>
                    <a:pt x="1617" y="1852"/>
                  </a:lnTo>
                  <a:lnTo>
                    <a:pt x="1280" y="1920"/>
                  </a:lnTo>
                  <a:lnTo>
                    <a:pt x="943" y="1953"/>
                  </a:lnTo>
                  <a:lnTo>
                    <a:pt x="809" y="1953"/>
                  </a:lnTo>
                  <a:lnTo>
                    <a:pt x="674" y="1852"/>
                  </a:lnTo>
                  <a:lnTo>
                    <a:pt x="573" y="1751"/>
                  </a:lnTo>
                  <a:lnTo>
                    <a:pt x="506" y="1583"/>
                  </a:lnTo>
                  <a:lnTo>
                    <a:pt x="371" y="1179"/>
                  </a:lnTo>
                  <a:lnTo>
                    <a:pt x="304" y="809"/>
                  </a:lnTo>
                  <a:lnTo>
                    <a:pt x="977" y="607"/>
                  </a:lnTo>
                  <a:lnTo>
                    <a:pt x="1650" y="337"/>
                  </a:lnTo>
                  <a:lnTo>
                    <a:pt x="1852" y="203"/>
                  </a:lnTo>
                  <a:lnTo>
                    <a:pt x="1953" y="169"/>
                  </a:lnTo>
                  <a:close/>
                  <a:moveTo>
                    <a:pt x="2021" y="1"/>
                  </a:moveTo>
                  <a:lnTo>
                    <a:pt x="1145" y="337"/>
                  </a:lnTo>
                  <a:lnTo>
                    <a:pt x="270" y="607"/>
                  </a:lnTo>
                  <a:lnTo>
                    <a:pt x="236" y="573"/>
                  </a:lnTo>
                  <a:lnTo>
                    <a:pt x="203" y="506"/>
                  </a:lnTo>
                  <a:lnTo>
                    <a:pt x="169" y="506"/>
                  </a:lnTo>
                  <a:lnTo>
                    <a:pt x="102" y="539"/>
                  </a:lnTo>
                  <a:lnTo>
                    <a:pt x="102" y="573"/>
                  </a:lnTo>
                  <a:lnTo>
                    <a:pt x="102" y="640"/>
                  </a:lnTo>
                  <a:lnTo>
                    <a:pt x="68" y="640"/>
                  </a:lnTo>
                  <a:lnTo>
                    <a:pt x="34" y="708"/>
                  </a:lnTo>
                  <a:lnTo>
                    <a:pt x="1" y="775"/>
                  </a:lnTo>
                  <a:lnTo>
                    <a:pt x="34" y="809"/>
                  </a:lnTo>
                  <a:lnTo>
                    <a:pt x="102" y="842"/>
                  </a:lnTo>
                  <a:lnTo>
                    <a:pt x="169" y="1246"/>
                  </a:lnTo>
                  <a:lnTo>
                    <a:pt x="270" y="1617"/>
                  </a:lnTo>
                  <a:lnTo>
                    <a:pt x="371" y="1920"/>
                  </a:lnTo>
                  <a:lnTo>
                    <a:pt x="438" y="2088"/>
                  </a:lnTo>
                  <a:lnTo>
                    <a:pt x="539" y="2189"/>
                  </a:lnTo>
                  <a:lnTo>
                    <a:pt x="640" y="2223"/>
                  </a:lnTo>
                  <a:lnTo>
                    <a:pt x="943" y="2223"/>
                  </a:lnTo>
                  <a:lnTo>
                    <a:pt x="1314" y="2155"/>
                  </a:lnTo>
                  <a:lnTo>
                    <a:pt x="1886" y="2021"/>
                  </a:lnTo>
                  <a:lnTo>
                    <a:pt x="2189" y="1953"/>
                  </a:lnTo>
                  <a:lnTo>
                    <a:pt x="2458" y="1819"/>
                  </a:lnTo>
                  <a:lnTo>
                    <a:pt x="2526" y="1785"/>
                  </a:lnTo>
                  <a:lnTo>
                    <a:pt x="2526" y="1684"/>
                  </a:lnTo>
                  <a:lnTo>
                    <a:pt x="2324" y="876"/>
                  </a:lnTo>
                  <a:lnTo>
                    <a:pt x="2122" y="34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7032850" y="2440000"/>
              <a:ext cx="5925" cy="6750"/>
            </a:xfrm>
            <a:custGeom>
              <a:avLst/>
              <a:gdLst/>
              <a:ahLst/>
              <a:cxnLst/>
              <a:rect l="l" t="t" r="r" b="b"/>
              <a:pathLst>
                <a:path w="237" h="270" extrusionOk="0">
                  <a:moveTo>
                    <a:pt x="68" y="1"/>
                  </a:moveTo>
                  <a:lnTo>
                    <a:pt x="1" y="34"/>
                  </a:lnTo>
                  <a:lnTo>
                    <a:pt x="1" y="102"/>
                  </a:lnTo>
                  <a:lnTo>
                    <a:pt x="1" y="169"/>
                  </a:lnTo>
                  <a:lnTo>
                    <a:pt x="35" y="236"/>
                  </a:lnTo>
                  <a:lnTo>
                    <a:pt x="68" y="270"/>
                  </a:lnTo>
                  <a:lnTo>
                    <a:pt x="136" y="270"/>
                  </a:lnTo>
                  <a:lnTo>
                    <a:pt x="203" y="203"/>
                  </a:lnTo>
                  <a:lnTo>
                    <a:pt x="237" y="169"/>
                  </a:lnTo>
                  <a:lnTo>
                    <a:pt x="203" y="102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6807275" y="1085700"/>
              <a:ext cx="484000" cy="586700"/>
            </a:xfrm>
            <a:custGeom>
              <a:avLst/>
              <a:gdLst/>
              <a:ahLst/>
              <a:cxnLst/>
              <a:rect l="l" t="t" r="r" b="b"/>
              <a:pathLst>
                <a:path w="19360" h="23468" extrusionOk="0">
                  <a:moveTo>
                    <a:pt x="3839" y="14343"/>
                  </a:moveTo>
                  <a:lnTo>
                    <a:pt x="3873" y="15320"/>
                  </a:lnTo>
                  <a:lnTo>
                    <a:pt x="3906" y="16296"/>
                  </a:lnTo>
                  <a:lnTo>
                    <a:pt x="4007" y="17239"/>
                  </a:lnTo>
                  <a:lnTo>
                    <a:pt x="4108" y="18215"/>
                  </a:lnTo>
                  <a:lnTo>
                    <a:pt x="4277" y="19293"/>
                  </a:lnTo>
                  <a:lnTo>
                    <a:pt x="4479" y="20336"/>
                  </a:lnTo>
                  <a:lnTo>
                    <a:pt x="4647" y="21212"/>
                  </a:lnTo>
                  <a:lnTo>
                    <a:pt x="4714" y="21683"/>
                  </a:lnTo>
                  <a:lnTo>
                    <a:pt x="4782" y="22121"/>
                  </a:lnTo>
                  <a:lnTo>
                    <a:pt x="4344" y="21986"/>
                  </a:lnTo>
                  <a:lnTo>
                    <a:pt x="4142" y="21919"/>
                  </a:lnTo>
                  <a:lnTo>
                    <a:pt x="3940" y="21818"/>
                  </a:lnTo>
                  <a:lnTo>
                    <a:pt x="3805" y="21683"/>
                  </a:lnTo>
                  <a:lnTo>
                    <a:pt x="3637" y="21515"/>
                  </a:lnTo>
                  <a:lnTo>
                    <a:pt x="3536" y="21313"/>
                  </a:lnTo>
                  <a:lnTo>
                    <a:pt x="3435" y="21043"/>
                  </a:lnTo>
                  <a:lnTo>
                    <a:pt x="3300" y="20471"/>
                  </a:lnTo>
                  <a:lnTo>
                    <a:pt x="3199" y="19865"/>
                  </a:lnTo>
                  <a:lnTo>
                    <a:pt x="3065" y="18687"/>
                  </a:lnTo>
                  <a:lnTo>
                    <a:pt x="2930" y="17777"/>
                  </a:lnTo>
                  <a:lnTo>
                    <a:pt x="2829" y="16835"/>
                  </a:lnTo>
                  <a:lnTo>
                    <a:pt x="2795" y="16397"/>
                  </a:lnTo>
                  <a:lnTo>
                    <a:pt x="2762" y="15926"/>
                  </a:lnTo>
                  <a:lnTo>
                    <a:pt x="2762" y="15488"/>
                  </a:lnTo>
                  <a:lnTo>
                    <a:pt x="2795" y="15017"/>
                  </a:lnTo>
                  <a:lnTo>
                    <a:pt x="3031" y="14781"/>
                  </a:lnTo>
                  <a:lnTo>
                    <a:pt x="3267" y="14545"/>
                  </a:lnTo>
                  <a:lnTo>
                    <a:pt x="3401" y="14444"/>
                  </a:lnTo>
                  <a:lnTo>
                    <a:pt x="3536" y="14377"/>
                  </a:lnTo>
                  <a:lnTo>
                    <a:pt x="3671" y="14343"/>
                  </a:lnTo>
                  <a:close/>
                  <a:moveTo>
                    <a:pt x="742" y="8081"/>
                  </a:moveTo>
                  <a:lnTo>
                    <a:pt x="809" y="8115"/>
                  </a:lnTo>
                  <a:lnTo>
                    <a:pt x="1314" y="8115"/>
                  </a:lnTo>
                  <a:lnTo>
                    <a:pt x="1146" y="10034"/>
                  </a:lnTo>
                  <a:lnTo>
                    <a:pt x="1078" y="10977"/>
                  </a:lnTo>
                  <a:lnTo>
                    <a:pt x="1078" y="11919"/>
                  </a:lnTo>
                  <a:lnTo>
                    <a:pt x="1112" y="12896"/>
                  </a:lnTo>
                  <a:lnTo>
                    <a:pt x="1179" y="13872"/>
                  </a:lnTo>
                  <a:lnTo>
                    <a:pt x="1381" y="15825"/>
                  </a:lnTo>
                  <a:lnTo>
                    <a:pt x="1516" y="17575"/>
                  </a:lnTo>
                  <a:lnTo>
                    <a:pt x="1583" y="18451"/>
                  </a:lnTo>
                  <a:lnTo>
                    <a:pt x="1684" y="19326"/>
                  </a:lnTo>
                  <a:lnTo>
                    <a:pt x="1853" y="20134"/>
                  </a:lnTo>
                  <a:lnTo>
                    <a:pt x="2088" y="20909"/>
                  </a:lnTo>
                  <a:lnTo>
                    <a:pt x="2391" y="21683"/>
                  </a:lnTo>
                  <a:lnTo>
                    <a:pt x="2728" y="22457"/>
                  </a:lnTo>
                  <a:lnTo>
                    <a:pt x="2694" y="22626"/>
                  </a:lnTo>
                  <a:lnTo>
                    <a:pt x="2661" y="22794"/>
                  </a:lnTo>
                  <a:lnTo>
                    <a:pt x="2492" y="23097"/>
                  </a:lnTo>
                  <a:lnTo>
                    <a:pt x="2425" y="23198"/>
                  </a:lnTo>
                  <a:lnTo>
                    <a:pt x="2358" y="23232"/>
                  </a:lnTo>
                  <a:lnTo>
                    <a:pt x="2324" y="23265"/>
                  </a:lnTo>
                  <a:lnTo>
                    <a:pt x="2257" y="23265"/>
                  </a:lnTo>
                  <a:lnTo>
                    <a:pt x="2122" y="23164"/>
                  </a:lnTo>
                  <a:lnTo>
                    <a:pt x="2021" y="23030"/>
                  </a:lnTo>
                  <a:lnTo>
                    <a:pt x="1920" y="22828"/>
                  </a:lnTo>
                  <a:lnTo>
                    <a:pt x="1853" y="22659"/>
                  </a:lnTo>
                  <a:lnTo>
                    <a:pt x="1785" y="22424"/>
                  </a:lnTo>
                  <a:lnTo>
                    <a:pt x="1516" y="21447"/>
                  </a:lnTo>
                  <a:lnTo>
                    <a:pt x="1280" y="20471"/>
                  </a:lnTo>
                  <a:lnTo>
                    <a:pt x="1078" y="19326"/>
                  </a:lnTo>
                  <a:lnTo>
                    <a:pt x="876" y="18181"/>
                  </a:lnTo>
                  <a:lnTo>
                    <a:pt x="472" y="15858"/>
                  </a:lnTo>
                  <a:lnTo>
                    <a:pt x="371" y="15252"/>
                  </a:lnTo>
                  <a:lnTo>
                    <a:pt x="338" y="14680"/>
                  </a:lnTo>
                  <a:lnTo>
                    <a:pt x="270" y="13502"/>
                  </a:lnTo>
                  <a:lnTo>
                    <a:pt x="237" y="12357"/>
                  </a:lnTo>
                  <a:lnTo>
                    <a:pt x="270" y="11145"/>
                  </a:lnTo>
                  <a:lnTo>
                    <a:pt x="270" y="10135"/>
                  </a:lnTo>
                  <a:lnTo>
                    <a:pt x="338" y="9630"/>
                  </a:lnTo>
                  <a:lnTo>
                    <a:pt x="405" y="9125"/>
                  </a:lnTo>
                  <a:lnTo>
                    <a:pt x="573" y="8586"/>
                  </a:lnTo>
                  <a:lnTo>
                    <a:pt x="708" y="8081"/>
                  </a:lnTo>
                  <a:close/>
                  <a:moveTo>
                    <a:pt x="10808" y="1"/>
                  </a:moveTo>
                  <a:lnTo>
                    <a:pt x="10000" y="34"/>
                  </a:lnTo>
                  <a:lnTo>
                    <a:pt x="9192" y="102"/>
                  </a:lnTo>
                  <a:lnTo>
                    <a:pt x="8351" y="236"/>
                  </a:lnTo>
                  <a:lnTo>
                    <a:pt x="7543" y="405"/>
                  </a:lnTo>
                  <a:lnTo>
                    <a:pt x="6735" y="674"/>
                  </a:lnTo>
                  <a:lnTo>
                    <a:pt x="6330" y="809"/>
                  </a:lnTo>
                  <a:lnTo>
                    <a:pt x="5926" y="977"/>
                  </a:lnTo>
                  <a:lnTo>
                    <a:pt x="5590" y="1145"/>
                  </a:lnTo>
                  <a:lnTo>
                    <a:pt x="5287" y="1314"/>
                  </a:lnTo>
                  <a:lnTo>
                    <a:pt x="4681" y="1751"/>
                  </a:lnTo>
                  <a:lnTo>
                    <a:pt x="4108" y="2189"/>
                  </a:lnTo>
                  <a:lnTo>
                    <a:pt x="3536" y="2694"/>
                  </a:lnTo>
                  <a:lnTo>
                    <a:pt x="2997" y="3199"/>
                  </a:lnTo>
                  <a:lnTo>
                    <a:pt x="2459" y="3772"/>
                  </a:lnTo>
                  <a:lnTo>
                    <a:pt x="2021" y="4378"/>
                  </a:lnTo>
                  <a:lnTo>
                    <a:pt x="1583" y="5017"/>
                  </a:lnTo>
                  <a:lnTo>
                    <a:pt x="1247" y="5691"/>
                  </a:lnTo>
                  <a:lnTo>
                    <a:pt x="977" y="6398"/>
                  </a:lnTo>
                  <a:lnTo>
                    <a:pt x="742" y="7138"/>
                  </a:lnTo>
                  <a:lnTo>
                    <a:pt x="674" y="7509"/>
                  </a:lnTo>
                  <a:lnTo>
                    <a:pt x="607" y="7879"/>
                  </a:lnTo>
                  <a:lnTo>
                    <a:pt x="607" y="7913"/>
                  </a:lnTo>
                  <a:lnTo>
                    <a:pt x="573" y="7913"/>
                  </a:lnTo>
                  <a:lnTo>
                    <a:pt x="540" y="7946"/>
                  </a:lnTo>
                  <a:lnTo>
                    <a:pt x="338" y="8620"/>
                  </a:lnTo>
                  <a:lnTo>
                    <a:pt x="169" y="9293"/>
                  </a:lnTo>
                  <a:lnTo>
                    <a:pt x="102" y="9630"/>
                  </a:lnTo>
                  <a:lnTo>
                    <a:pt x="68" y="9933"/>
                  </a:lnTo>
                  <a:lnTo>
                    <a:pt x="35" y="10606"/>
                  </a:lnTo>
                  <a:lnTo>
                    <a:pt x="1" y="11919"/>
                  </a:lnTo>
                  <a:lnTo>
                    <a:pt x="1" y="12660"/>
                  </a:lnTo>
                  <a:lnTo>
                    <a:pt x="35" y="13434"/>
                  </a:lnTo>
                  <a:lnTo>
                    <a:pt x="68" y="14175"/>
                  </a:lnTo>
                  <a:lnTo>
                    <a:pt x="136" y="14916"/>
                  </a:lnTo>
                  <a:lnTo>
                    <a:pt x="338" y="16397"/>
                  </a:lnTo>
                  <a:lnTo>
                    <a:pt x="607" y="17912"/>
                  </a:lnTo>
                  <a:lnTo>
                    <a:pt x="843" y="19326"/>
                  </a:lnTo>
                  <a:lnTo>
                    <a:pt x="1112" y="20774"/>
                  </a:lnTo>
                  <a:lnTo>
                    <a:pt x="1348" y="21919"/>
                  </a:lnTo>
                  <a:lnTo>
                    <a:pt x="1482" y="22491"/>
                  </a:lnTo>
                  <a:lnTo>
                    <a:pt x="1583" y="22760"/>
                  </a:lnTo>
                  <a:lnTo>
                    <a:pt x="1718" y="22996"/>
                  </a:lnTo>
                  <a:lnTo>
                    <a:pt x="1785" y="23164"/>
                  </a:lnTo>
                  <a:lnTo>
                    <a:pt x="1886" y="23265"/>
                  </a:lnTo>
                  <a:lnTo>
                    <a:pt x="1987" y="23366"/>
                  </a:lnTo>
                  <a:lnTo>
                    <a:pt x="2055" y="23434"/>
                  </a:lnTo>
                  <a:lnTo>
                    <a:pt x="2156" y="23467"/>
                  </a:lnTo>
                  <a:lnTo>
                    <a:pt x="2358" y="23467"/>
                  </a:lnTo>
                  <a:lnTo>
                    <a:pt x="2425" y="23434"/>
                  </a:lnTo>
                  <a:lnTo>
                    <a:pt x="2593" y="23299"/>
                  </a:lnTo>
                  <a:lnTo>
                    <a:pt x="2762" y="23097"/>
                  </a:lnTo>
                  <a:lnTo>
                    <a:pt x="2896" y="22895"/>
                  </a:lnTo>
                  <a:lnTo>
                    <a:pt x="2964" y="22626"/>
                  </a:lnTo>
                  <a:lnTo>
                    <a:pt x="3031" y="22558"/>
                  </a:lnTo>
                  <a:lnTo>
                    <a:pt x="3031" y="22525"/>
                  </a:lnTo>
                  <a:lnTo>
                    <a:pt x="3031" y="22457"/>
                  </a:lnTo>
                  <a:lnTo>
                    <a:pt x="2997" y="22424"/>
                  </a:lnTo>
                  <a:lnTo>
                    <a:pt x="2997" y="22356"/>
                  </a:lnTo>
                  <a:lnTo>
                    <a:pt x="2964" y="22323"/>
                  </a:lnTo>
                  <a:lnTo>
                    <a:pt x="2627" y="21582"/>
                  </a:lnTo>
                  <a:lnTo>
                    <a:pt x="2324" y="20808"/>
                  </a:lnTo>
                  <a:lnTo>
                    <a:pt x="2122" y="20033"/>
                  </a:lnTo>
                  <a:lnTo>
                    <a:pt x="1920" y="19259"/>
                  </a:lnTo>
                  <a:lnTo>
                    <a:pt x="1853" y="18788"/>
                  </a:lnTo>
                  <a:lnTo>
                    <a:pt x="1785" y="18350"/>
                  </a:lnTo>
                  <a:lnTo>
                    <a:pt x="1718" y="17407"/>
                  </a:lnTo>
                  <a:lnTo>
                    <a:pt x="1684" y="16498"/>
                  </a:lnTo>
                  <a:lnTo>
                    <a:pt x="1617" y="15555"/>
                  </a:lnTo>
                  <a:lnTo>
                    <a:pt x="1583" y="15488"/>
                  </a:lnTo>
                  <a:lnTo>
                    <a:pt x="1617" y="15488"/>
                  </a:lnTo>
                  <a:lnTo>
                    <a:pt x="1785" y="15623"/>
                  </a:lnTo>
                  <a:lnTo>
                    <a:pt x="2021" y="15757"/>
                  </a:lnTo>
                  <a:lnTo>
                    <a:pt x="2257" y="15825"/>
                  </a:lnTo>
                  <a:lnTo>
                    <a:pt x="2391" y="15858"/>
                  </a:lnTo>
                  <a:lnTo>
                    <a:pt x="2526" y="15858"/>
                  </a:lnTo>
                  <a:lnTo>
                    <a:pt x="2526" y="16498"/>
                  </a:lnTo>
                  <a:lnTo>
                    <a:pt x="2593" y="17104"/>
                  </a:lnTo>
                  <a:lnTo>
                    <a:pt x="2964" y="19798"/>
                  </a:lnTo>
                  <a:lnTo>
                    <a:pt x="3031" y="20370"/>
                  </a:lnTo>
                  <a:lnTo>
                    <a:pt x="3132" y="20942"/>
                  </a:lnTo>
                  <a:lnTo>
                    <a:pt x="3031" y="21010"/>
                  </a:lnTo>
                  <a:lnTo>
                    <a:pt x="2964" y="21077"/>
                  </a:lnTo>
                  <a:lnTo>
                    <a:pt x="2829" y="21279"/>
                  </a:lnTo>
                  <a:lnTo>
                    <a:pt x="2694" y="21481"/>
                  </a:lnTo>
                  <a:lnTo>
                    <a:pt x="2694" y="21582"/>
                  </a:lnTo>
                  <a:lnTo>
                    <a:pt x="2694" y="21683"/>
                  </a:lnTo>
                  <a:lnTo>
                    <a:pt x="2728" y="21717"/>
                  </a:lnTo>
                  <a:lnTo>
                    <a:pt x="2762" y="21750"/>
                  </a:lnTo>
                  <a:lnTo>
                    <a:pt x="2795" y="21750"/>
                  </a:lnTo>
                  <a:lnTo>
                    <a:pt x="2829" y="21717"/>
                  </a:lnTo>
                  <a:lnTo>
                    <a:pt x="3031" y="21414"/>
                  </a:lnTo>
                  <a:lnTo>
                    <a:pt x="3199" y="21212"/>
                  </a:lnTo>
                  <a:lnTo>
                    <a:pt x="3334" y="21515"/>
                  </a:lnTo>
                  <a:lnTo>
                    <a:pt x="3502" y="21818"/>
                  </a:lnTo>
                  <a:lnTo>
                    <a:pt x="3637" y="21952"/>
                  </a:lnTo>
                  <a:lnTo>
                    <a:pt x="3772" y="22053"/>
                  </a:lnTo>
                  <a:lnTo>
                    <a:pt x="3940" y="22154"/>
                  </a:lnTo>
                  <a:lnTo>
                    <a:pt x="4108" y="22222"/>
                  </a:lnTo>
                  <a:lnTo>
                    <a:pt x="4479" y="22323"/>
                  </a:lnTo>
                  <a:lnTo>
                    <a:pt x="4849" y="22390"/>
                  </a:lnTo>
                  <a:lnTo>
                    <a:pt x="4883" y="22491"/>
                  </a:lnTo>
                  <a:lnTo>
                    <a:pt x="4916" y="22525"/>
                  </a:lnTo>
                  <a:lnTo>
                    <a:pt x="4950" y="22558"/>
                  </a:lnTo>
                  <a:lnTo>
                    <a:pt x="5051" y="22558"/>
                  </a:lnTo>
                  <a:lnTo>
                    <a:pt x="5118" y="22525"/>
                  </a:lnTo>
                  <a:lnTo>
                    <a:pt x="5118" y="22457"/>
                  </a:lnTo>
                  <a:lnTo>
                    <a:pt x="5118" y="22424"/>
                  </a:lnTo>
                  <a:lnTo>
                    <a:pt x="5051" y="22087"/>
                  </a:lnTo>
                  <a:lnTo>
                    <a:pt x="5118" y="22222"/>
                  </a:lnTo>
                  <a:lnTo>
                    <a:pt x="5186" y="22289"/>
                  </a:lnTo>
                  <a:lnTo>
                    <a:pt x="5253" y="22323"/>
                  </a:lnTo>
                  <a:lnTo>
                    <a:pt x="5354" y="22289"/>
                  </a:lnTo>
                  <a:lnTo>
                    <a:pt x="5388" y="22255"/>
                  </a:lnTo>
                  <a:lnTo>
                    <a:pt x="5388" y="22154"/>
                  </a:lnTo>
                  <a:lnTo>
                    <a:pt x="5354" y="22087"/>
                  </a:lnTo>
                  <a:lnTo>
                    <a:pt x="5253" y="22020"/>
                  </a:lnTo>
                  <a:lnTo>
                    <a:pt x="5186" y="21885"/>
                  </a:lnTo>
                  <a:lnTo>
                    <a:pt x="5152" y="21683"/>
                  </a:lnTo>
                  <a:lnTo>
                    <a:pt x="5118" y="21481"/>
                  </a:lnTo>
                  <a:lnTo>
                    <a:pt x="5051" y="20808"/>
                  </a:lnTo>
                  <a:lnTo>
                    <a:pt x="4984" y="19899"/>
                  </a:lnTo>
                  <a:lnTo>
                    <a:pt x="4916" y="18990"/>
                  </a:lnTo>
                  <a:lnTo>
                    <a:pt x="4782" y="17744"/>
                  </a:lnTo>
                  <a:lnTo>
                    <a:pt x="4613" y="16532"/>
                  </a:lnTo>
                  <a:lnTo>
                    <a:pt x="4479" y="15286"/>
                  </a:lnTo>
                  <a:lnTo>
                    <a:pt x="4445" y="14680"/>
                  </a:lnTo>
                  <a:lnTo>
                    <a:pt x="4411" y="14074"/>
                  </a:lnTo>
                  <a:lnTo>
                    <a:pt x="4378" y="14007"/>
                  </a:lnTo>
                  <a:lnTo>
                    <a:pt x="4344" y="13973"/>
                  </a:lnTo>
                  <a:lnTo>
                    <a:pt x="4277" y="14007"/>
                  </a:lnTo>
                  <a:lnTo>
                    <a:pt x="4243" y="14074"/>
                  </a:lnTo>
                  <a:lnTo>
                    <a:pt x="4209" y="14747"/>
                  </a:lnTo>
                  <a:lnTo>
                    <a:pt x="4243" y="15421"/>
                  </a:lnTo>
                  <a:lnTo>
                    <a:pt x="4310" y="16094"/>
                  </a:lnTo>
                  <a:lnTo>
                    <a:pt x="4378" y="16801"/>
                  </a:lnTo>
                  <a:lnTo>
                    <a:pt x="4546" y="18148"/>
                  </a:lnTo>
                  <a:lnTo>
                    <a:pt x="4647" y="18855"/>
                  </a:lnTo>
                  <a:lnTo>
                    <a:pt x="4681" y="19528"/>
                  </a:lnTo>
                  <a:lnTo>
                    <a:pt x="4775" y="20470"/>
                  </a:lnTo>
                  <a:lnTo>
                    <a:pt x="4411" y="18619"/>
                  </a:lnTo>
                  <a:lnTo>
                    <a:pt x="4243" y="17542"/>
                  </a:lnTo>
                  <a:lnTo>
                    <a:pt x="4142" y="16464"/>
                  </a:lnTo>
                  <a:lnTo>
                    <a:pt x="4075" y="15387"/>
                  </a:lnTo>
                  <a:lnTo>
                    <a:pt x="4041" y="14310"/>
                  </a:lnTo>
                  <a:lnTo>
                    <a:pt x="4075" y="14242"/>
                  </a:lnTo>
                  <a:lnTo>
                    <a:pt x="4041" y="14141"/>
                  </a:lnTo>
                  <a:lnTo>
                    <a:pt x="4007" y="14108"/>
                  </a:lnTo>
                  <a:lnTo>
                    <a:pt x="3974" y="14074"/>
                  </a:lnTo>
                  <a:lnTo>
                    <a:pt x="3906" y="14074"/>
                  </a:lnTo>
                  <a:lnTo>
                    <a:pt x="3873" y="14108"/>
                  </a:lnTo>
                  <a:lnTo>
                    <a:pt x="3704" y="14108"/>
                  </a:lnTo>
                  <a:lnTo>
                    <a:pt x="3536" y="14141"/>
                  </a:lnTo>
                  <a:lnTo>
                    <a:pt x="3368" y="14209"/>
                  </a:lnTo>
                  <a:lnTo>
                    <a:pt x="3199" y="14276"/>
                  </a:lnTo>
                  <a:lnTo>
                    <a:pt x="3031" y="14411"/>
                  </a:lnTo>
                  <a:lnTo>
                    <a:pt x="2829" y="14579"/>
                  </a:lnTo>
                  <a:lnTo>
                    <a:pt x="2694" y="14747"/>
                  </a:lnTo>
                  <a:lnTo>
                    <a:pt x="2627" y="14949"/>
                  </a:lnTo>
                  <a:lnTo>
                    <a:pt x="2627" y="15017"/>
                  </a:lnTo>
                  <a:lnTo>
                    <a:pt x="2560" y="15286"/>
                  </a:lnTo>
                  <a:lnTo>
                    <a:pt x="2526" y="15589"/>
                  </a:lnTo>
                  <a:lnTo>
                    <a:pt x="2425" y="15589"/>
                  </a:lnTo>
                  <a:lnTo>
                    <a:pt x="2290" y="15555"/>
                  </a:lnTo>
                  <a:lnTo>
                    <a:pt x="2156" y="15522"/>
                  </a:lnTo>
                  <a:lnTo>
                    <a:pt x="1920" y="15421"/>
                  </a:lnTo>
                  <a:lnTo>
                    <a:pt x="1785" y="15387"/>
                  </a:lnTo>
                  <a:lnTo>
                    <a:pt x="1651" y="15353"/>
                  </a:lnTo>
                  <a:lnTo>
                    <a:pt x="1617" y="15387"/>
                  </a:lnTo>
                  <a:lnTo>
                    <a:pt x="1583" y="15421"/>
                  </a:lnTo>
                  <a:lnTo>
                    <a:pt x="1415" y="13670"/>
                  </a:lnTo>
                  <a:lnTo>
                    <a:pt x="1348" y="12795"/>
                  </a:lnTo>
                  <a:lnTo>
                    <a:pt x="1314" y="11919"/>
                  </a:lnTo>
                  <a:lnTo>
                    <a:pt x="1314" y="10943"/>
                  </a:lnTo>
                  <a:lnTo>
                    <a:pt x="1381" y="10000"/>
                  </a:lnTo>
                  <a:lnTo>
                    <a:pt x="1482" y="9024"/>
                  </a:lnTo>
                  <a:lnTo>
                    <a:pt x="1516" y="8047"/>
                  </a:lnTo>
                  <a:lnTo>
                    <a:pt x="1550" y="8014"/>
                  </a:lnTo>
                  <a:lnTo>
                    <a:pt x="1550" y="7980"/>
                  </a:lnTo>
                  <a:lnTo>
                    <a:pt x="1516" y="7913"/>
                  </a:lnTo>
                  <a:lnTo>
                    <a:pt x="1482" y="7879"/>
                  </a:lnTo>
                  <a:lnTo>
                    <a:pt x="1415" y="7879"/>
                  </a:lnTo>
                  <a:lnTo>
                    <a:pt x="1617" y="7206"/>
                  </a:lnTo>
                  <a:lnTo>
                    <a:pt x="1886" y="6566"/>
                  </a:lnTo>
                  <a:lnTo>
                    <a:pt x="2189" y="5994"/>
                  </a:lnTo>
                  <a:lnTo>
                    <a:pt x="2560" y="5421"/>
                  </a:lnTo>
                  <a:lnTo>
                    <a:pt x="2997" y="4883"/>
                  </a:lnTo>
                  <a:lnTo>
                    <a:pt x="3435" y="4411"/>
                  </a:lnTo>
                  <a:lnTo>
                    <a:pt x="3940" y="3940"/>
                  </a:lnTo>
                  <a:lnTo>
                    <a:pt x="4479" y="3502"/>
                  </a:lnTo>
                  <a:lnTo>
                    <a:pt x="5085" y="3098"/>
                  </a:lnTo>
                  <a:lnTo>
                    <a:pt x="5724" y="2762"/>
                  </a:lnTo>
                  <a:lnTo>
                    <a:pt x="6398" y="2492"/>
                  </a:lnTo>
                  <a:lnTo>
                    <a:pt x="7071" y="2256"/>
                  </a:lnTo>
                  <a:lnTo>
                    <a:pt x="7745" y="2088"/>
                  </a:lnTo>
                  <a:lnTo>
                    <a:pt x="8452" y="1953"/>
                  </a:lnTo>
                  <a:lnTo>
                    <a:pt x="9159" y="1852"/>
                  </a:lnTo>
                  <a:lnTo>
                    <a:pt x="9899" y="1785"/>
                  </a:lnTo>
                  <a:lnTo>
                    <a:pt x="10707" y="1785"/>
                  </a:lnTo>
                  <a:lnTo>
                    <a:pt x="11482" y="1819"/>
                  </a:lnTo>
                  <a:lnTo>
                    <a:pt x="12256" y="1920"/>
                  </a:lnTo>
                  <a:lnTo>
                    <a:pt x="13030" y="2054"/>
                  </a:lnTo>
                  <a:lnTo>
                    <a:pt x="13737" y="2256"/>
                  </a:lnTo>
                  <a:lnTo>
                    <a:pt x="14478" y="2526"/>
                  </a:lnTo>
                  <a:lnTo>
                    <a:pt x="15185" y="2863"/>
                  </a:lnTo>
                  <a:lnTo>
                    <a:pt x="15892" y="3267"/>
                  </a:lnTo>
                  <a:lnTo>
                    <a:pt x="16566" y="3704"/>
                  </a:lnTo>
                  <a:lnTo>
                    <a:pt x="17172" y="4142"/>
                  </a:lnTo>
                  <a:lnTo>
                    <a:pt x="17778" y="4647"/>
                  </a:lnTo>
                  <a:lnTo>
                    <a:pt x="18081" y="4916"/>
                  </a:lnTo>
                  <a:lnTo>
                    <a:pt x="18350" y="5186"/>
                  </a:lnTo>
                  <a:lnTo>
                    <a:pt x="18821" y="5758"/>
                  </a:lnTo>
                  <a:lnTo>
                    <a:pt x="19057" y="6061"/>
                  </a:lnTo>
                  <a:lnTo>
                    <a:pt x="19259" y="6398"/>
                  </a:lnTo>
                  <a:lnTo>
                    <a:pt x="19360" y="6566"/>
                  </a:lnTo>
                  <a:lnTo>
                    <a:pt x="19360" y="6061"/>
                  </a:lnTo>
                  <a:lnTo>
                    <a:pt x="19124" y="5657"/>
                  </a:lnTo>
                  <a:lnTo>
                    <a:pt x="18889" y="5354"/>
                  </a:lnTo>
                  <a:lnTo>
                    <a:pt x="18619" y="5051"/>
                  </a:lnTo>
                  <a:lnTo>
                    <a:pt x="18047" y="4512"/>
                  </a:lnTo>
                  <a:lnTo>
                    <a:pt x="17778" y="4243"/>
                  </a:lnTo>
                  <a:lnTo>
                    <a:pt x="17475" y="4007"/>
                  </a:lnTo>
                  <a:lnTo>
                    <a:pt x="16801" y="3536"/>
                  </a:lnTo>
                  <a:lnTo>
                    <a:pt x="16128" y="3098"/>
                  </a:lnTo>
                  <a:lnTo>
                    <a:pt x="15455" y="2728"/>
                  </a:lnTo>
                  <a:lnTo>
                    <a:pt x="15084" y="2526"/>
                  </a:lnTo>
                  <a:lnTo>
                    <a:pt x="14714" y="2324"/>
                  </a:lnTo>
                  <a:lnTo>
                    <a:pt x="13973" y="2054"/>
                  </a:lnTo>
                  <a:lnTo>
                    <a:pt x="13199" y="1819"/>
                  </a:lnTo>
                  <a:lnTo>
                    <a:pt x="12424" y="1684"/>
                  </a:lnTo>
                  <a:lnTo>
                    <a:pt x="11616" y="1583"/>
                  </a:lnTo>
                  <a:lnTo>
                    <a:pt x="10808" y="1549"/>
                  </a:lnTo>
                  <a:lnTo>
                    <a:pt x="10000" y="1549"/>
                  </a:lnTo>
                  <a:lnTo>
                    <a:pt x="9192" y="1617"/>
                  </a:lnTo>
                  <a:lnTo>
                    <a:pt x="8519" y="1684"/>
                  </a:lnTo>
                  <a:lnTo>
                    <a:pt x="7846" y="1819"/>
                  </a:lnTo>
                  <a:lnTo>
                    <a:pt x="7172" y="1987"/>
                  </a:lnTo>
                  <a:lnTo>
                    <a:pt x="6532" y="2189"/>
                  </a:lnTo>
                  <a:lnTo>
                    <a:pt x="5926" y="2459"/>
                  </a:lnTo>
                  <a:lnTo>
                    <a:pt x="5287" y="2728"/>
                  </a:lnTo>
                  <a:lnTo>
                    <a:pt x="4714" y="3065"/>
                  </a:lnTo>
                  <a:lnTo>
                    <a:pt x="4142" y="3469"/>
                  </a:lnTo>
                  <a:lnTo>
                    <a:pt x="3637" y="3873"/>
                  </a:lnTo>
                  <a:lnTo>
                    <a:pt x="3132" y="4344"/>
                  </a:lnTo>
                  <a:lnTo>
                    <a:pt x="2694" y="4849"/>
                  </a:lnTo>
                  <a:lnTo>
                    <a:pt x="2290" y="5388"/>
                  </a:lnTo>
                  <a:lnTo>
                    <a:pt x="1954" y="5960"/>
                  </a:lnTo>
                  <a:lnTo>
                    <a:pt x="1651" y="6566"/>
                  </a:lnTo>
                  <a:lnTo>
                    <a:pt x="1415" y="7206"/>
                  </a:lnTo>
                  <a:lnTo>
                    <a:pt x="1213" y="7879"/>
                  </a:lnTo>
                  <a:lnTo>
                    <a:pt x="1045" y="7879"/>
                  </a:lnTo>
                  <a:lnTo>
                    <a:pt x="1247" y="7273"/>
                  </a:lnTo>
                  <a:lnTo>
                    <a:pt x="1449" y="6667"/>
                  </a:lnTo>
                  <a:lnTo>
                    <a:pt x="1684" y="6061"/>
                  </a:lnTo>
                  <a:lnTo>
                    <a:pt x="1987" y="5489"/>
                  </a:lnTo>
                  <a:lnTo>
                    <a:pt x="2156" y="5186"/>
                  </a:lnTo>
                  <a:lnTo>
                    <a:pt x="2358" y="4883"/>
                  </a:lnTo>
                  <a:lnTo>
                    <a:pt x="2795" y="4310"/>
                  </a:lnTo>
                  <a:lnTo>
                    <a:pt x="3300" y="3805"/>
                  </a:lnTo>
                  <a:lnTo>
                    <a:pt x="3805" y="3267"/>
                  </a:lnTo>
                  <a:lnTo>
                    <a:pt x="4411" y="2694"/>
                  </a:lnTo>
                  <a:lnTo>
                    <a:pt x="5051" y="2155"/>
                  </a:lnTo>
                  <a:lnTo>
                    <a:pt x="5388" y="1920"/>
                  </a:lnTo>
                  <a:lnTo>
                    <a:pt x="5724" y="1718"/>
                  </a:lnTo>
                  <a:lnTo>
                    <a:pt x="6095" y="1516"/>
                  </a:lnTo>
                  <a:lnTo>
                    <a:pt x="6499" y="1347"/>
                  </a:lnTo>
                  <a:lnTo>
                    <a:pt x="7240" y="1145"/>
                  </a:lnTo>
                  <a:lnTo>
                    <a:pt x="8014" y="1011"/>
                  </a:lnTo>
                  <a:lnTo>
                    <a:pt x="8822" y="876"/>
                  </a:lnTo>
                  <a:lnTo>
                    <a:pt x="9596" y="809"/>
                  </a:lnTo>
                  <a:lnTo>
                    <a:pt x="10337" y="775"/>
                  </a:lnTo>
                  <a:lnTo>
                    <a:pt x="11078" y="775"/>
                  </a:lnTo>
                  <a:lnTo>
                    <a:pt x="11818" y="809"/>
                  </a:lnTo>
                  <a:lnTo>
                    <a:pt x="12559" y="910"/>
                  </a:lnTo>
                  <a:lnTo>
                    <a:pt x="13300" y="1044"/>
                  </a:lnTo>
                  <a:lnTo>
                    <a:pt x="14040" y="1213"/>
                  </a:lnTo>
                  <a:lnTo>
                    <a:pt x="14747" y="1448"/>
                  </a:lnTo>
                  <a:lnTo>
                    <a:pt x="15421" y="1751"/>
                  </a:lnTo>
                  <a:lnTo>
                    <a:pt x="16162" y="2088"/>
                  </a:lnTo>
                  <a:lnTo>
                    <a:pt x="16835" y="2526"/>
                  </a:lnTo>
                  <a:lnTo>
                    <a:pt x="17475" y="2964"/>
                  </a:lnTo>
                  <a:lnTo>
                    <a:pt x="18114" y="3469"/>
                  </a:lnTo>
                  <a:lnTo>
                    <a:pt x="18619" y="3940"/>
                  </a:lnTo>
                  <a:lnTo>
                    <a:pt x="19158" y="4411"/>
                  </a:lnTo>
                  <a:lnTo>
                    <a:pt x="19360" y="4580"/>
                  </a:lnTo>
                  <a:lnTo>
                    <a:pt x="19360" y="4243"/>
                  </a:lnTo>
                  <a:lnTo>
                    <a:pt x="19124" y="4075"/>
                  </a:lnTo>
                  <a:lnTo>
                    <a:pt x="18788" y="3772"/>
                  </a:lnTo>
                  <a:lnTo>
                    <a:pt x="18451" y="3469"/>
                  </a:lnTo>
                  <a:lnTo>
                    <a:pt x="17744" y="2896"/>
                  </a:lnTo>
                  <a:lnTo>
                    <a:pt x="17138" y="2425"/>
                  </a:lnTo>
                  <a:lnTo>
                    <a:pt x="16465" y="2054"/>
                  </a:lnTo>
                  <a:lnTo>
                    <a:pt x="15791" y="1684"/>
                  </a:lnTo>
                  <a:lnTo>
                    <a:pt x="15118" y="1381"/>
                  </a:lnTo>
                  <a:lnTo>
                    <a:pt x="14343" y="1112"/>
                  </a:lnTo>
                  <a:lnTo>
                    <a:pt x="13603" y="876"/>
                  </a:lnTo>
                  <a:lnTo>
                    <a:pt x="12828" y="741"/>
                  </a:lnTo>
                  <a:lnTo>
                    <a:pt x="12054" y="640"/>
                  </a:lnTo>
                  <a:lnTo>
                    <a:pt x="11246" y="573"/>
                  </a:lnTo>
                  <a:lnTo>
                    <a:pt x="10472" y="573"/>
                  </a:lnTo>
                  <a:lnTo>
                    <a:pt x="9664" y="640"/>
                  </a:lnTo>
                  <a:lnTo>
                    <a:pt x="8889" y="708"/>
                  </a:lnTo>
                  <a:lnTo>
                    <a:pt x="8182" y="809"/>
                  </a:lnTo>
                  <a:lnTo>
                    <a:pt x="7442" y="943"/>
                  </a:lnTo>
                  <a:lnTo>
                    <a:pt x="6735" y="1112"/>
                  </a:lnTo>
                  <a:lnTo>
                    <a:pt x="6061" y="1347"/>
                  </a:lnTo>
                  <a:lnTo>
                    <a:pt x="5724" y="1516"/>
                  </a:lnTo>
                  <a:lnTo>
                    <a:pt x="5388" y="1684"/>
                  </a:lnTo>
                  <a:lnTo>
                    <a:pt x="5085" y="1920"/>
                  </a:lnTo>
                  <a:lnTo>
                    <a:pt x="4782" y="2155"/>
                  </a:lnTo>
                  <a:lnTo>
                    <a:pt x="4243" y="2661"/>
                  </a:lnTo>
                  <a:lnTo>
                    <a:pt x="3704" y="3166"/>
                  </a:lnTo>
                  <a:lnTo>
                    <a:pt x="3199" y="3637"/>
                  </a:lnTo>
                  <a:lnTo>
                    <a:pt x="2762" y="4142"/>
                  </a:lnTo>
                  <a:lnTo>
                    <a:pt x="2324" y="4647"/>
                  </a:lnTo>
                  <a:lnTo>
                    <a:pt x="1954" y="5219"/>
                  </a:lnTo>
                  <a:lnTo>
                    <a:pt x="1617" y="5859"/>
                  </a:lnTo>
                  <a:lnTo>
                    <a:pt x="1314" y="6499"/>
                  </a:lnTo>
                  <a:lnTo>
                    <a:pt x="1078" y="7206"/>
                  </a:lnTo>
                  <a:lnTo>
                    <a:pt x="910" y="7879"/>
                  </a:lnTo>
                  <a:lnTo>
                    <a:pt x="809" y="7879"/>
                  </a:lnTo>
                  <a:lnTo>
                    <a:pt x="1011" y="7138"/>
                  </a:lnTo>
                  <a:lnTo>
                    <a:pt x="1247" y="6398"/>
                  </a:lnTo>
                  <a:lnTo>
                    <a:pt x="1550" y="5657"/>
                  </a:lnTo>
                  <a:lnTo>
                    <a:pt x="1920" y="4950"/>
                  </a:lnTo>
                  <a:lnTo>
                    <a:pt x="2088" y="4613"/>
                  </a:lnTo>
                  <a:lnTo>
                    <a:pt x="2324" y="4310"/>
                  </a:lnTo>
                  <a:lnTo>
                    <a:pt x="2526" y="4007"/>
                  </a:lnTo>
                  <a:lnTo>
                    <a:pt x="2762" y="3738"/>
                  </a:lnTo>
                  <a:lnTo>
                    <a:pt x="3300" y="3199"/>
                  </a:lnTo>
                  <a:lnTo>
                    <a:pt x="3873" y="2694"/>
                  </a:lnTo>
                  <a:lnTo>
                    <a:pt x="4479" y="2223"/>
                  </a:lnTo>
                  <a:lnTo>
                    <a:pt x="5085" y="1751"/>
                  </a:lnTo>
                  <a:lnTo>
                    <a:pt x="5388" y="1549"/>
                  </a:lnTo>
                  <a:lnTo>
                    <a:pt x="5724" y="1347"/>
                  </a:lnTo>
                  <a:lnTo>
                    <a:pt x="6061" y="1179"/>
                  </a:lnTo>
                  <a:lnTo>
                    <a:pt x="6431" y="1011"/>
                  </a:lnTo>
                  <a:lnTo>
                    <a:pt x="7240" y="741"/>
                  </a:lnTo>
                  <a:lnTo>
                    <a:pt x="8048" y="539"/>
                  </a:lnTo>
                  <a:lnTo>
                    <a:pt x="8856" y="405"/>
                  </a:lnTo>
                  <a:lnTo>
                    <a:pt x="9697" y="270"/>
                  </a:lnTo>
                  <a:lnTo>
                    <a:pt x="10505" y="236"/>
                  </a:lnTo>
                  <a:lnTo>
                    <a:pt x="11347" y="236"/>
                  </a:lnTo>
                  <a:lnTo>
                    <a:pt x="12155" y="337"/>
                  </a:lnTo>
                  <a:lnTo>
                    <a:pt x="12929" y="438"/>
                  </a:lnTo>
                  <a:lnTo>
                    <a:pt x="13737" y="640"/>
                  </a:lnTo>
                  <a:lnTo>
                    <a:pt x="14512" y="876"/>
                  </a:lnTo>
                  <a:lnTo>
                    <a:pt x="15253" y="1145"/>
                  </a:lnTo>
                  <a:lnTo>
                    <a:pt x="16027" y="1482"/>
                  </a:lnTo>
                  <a:lnTo>
                    <a:pt x="16667" y="1819"/>
                  </a:lnTo>
                  <a:lnTo>
                    <a:pt x="17306" y="2223"/>
                  </a:lnTo>
                  <a:lnTo>
                    <a:pt x="17879" y="2661"/>
                  </a:lnTo>
                  <a:lnTo>
                    <a:pt x="18451" y="3166"/>
                  </a:lnTo>
                  <a:lnTo>
                    <a:pt x="19360" y="4041"/>
                  </a:lnTo>
                  <a:lnTo>
                    <a:pt x="19360" y="3671"/>
                  </a:lnTo>
                  <a:lnTo>
                    <a:pt x="18754" y="3098"/>
                  </a:lnTo>
                  <a:lnTo>
                    <a:pt x="18148" y="2560"/>
                  </a:lnTo>
                  <a:lnTo>
                    <a:pt x="17879" y="2290"/>
                  </a:lnTo>
                  <a:lnTo>
                    <a:pt x="17542" y="2088"/>
                  </a:lnTo>
                  <a:lnTo>
                    <a:pt x="16902" y="1684"/>
                  </a:lnTo>
                  <a:lnTo>
                    <a:pt x="16229" y="1314"/>
                  </a:lnTo>
                  <a:lnTo>
                    <a:pt x="15556" y="1011"/>
                  </a:lnTo>
                  <a:lnTo>
                    <a:pt x="14781" y="708"/>
                  </a:lnTo>
                  <a:lnTo>
                    <a:pt x="14007" y="438"/>
                  </a:lnTo>
                  <a:lnTo>
                    <a:pt x="13232" y="236"/>
                  </a:lnTo>
                  <a:lnTo>
                    <a:pt x="12424" y="102"/>
                  </a:lnTo>
                  <a:lnTo>
                    <a:pt x="11616" y="34"/>
                  </a:lnTo>
                  <a:lnTo>
                    <a:pt x="108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964675" y="2496400"/>
              <a:ext cx="14350" cy="8450"/>
            </a:xfrm>
            <a:custGeom>
              <a:avLst/>
              <a:gdLst/>
              <a:ahLst/>
              <a:cxnLst/>
              <a:rect l="l" t="t" r="r" b="b"/>
              <a:pathLst>
                <a:path w="574" h="338" extrusionOk="0">
                  <a:moveTo>
                    <a:pt x="439" y="0"/>
                  </a:moveTo>
                  <a:lnTo>
                    <a:pt x="102" y="169"/>
                  </a:lnTo>
                  <a:lnTo>
                    <a:pt x="1" y="236"/>
                  </a:lnTo>
                  <a:lnTo>
                    <a:pt x="1" y="270"/>
                  </a:lnTo>
                  <a:lnTo>
                    <a:pt x="1" y="303"/>
                  </a:lnTo>
                  <a:lnTo>
                    <a:pt x="34" y="337"/>
                  </a:lnTo>
                  <a:lnTo>
                    <a:pt x="203" y="337"/>
                  </a:lnTo>
                  <a:lnTo>
                    <a:pt x="472" y="236"/>
                  </a:lnTo>
                  <a:lnTo>
                    <a:pt x="540" y="202"/>
                  </a:lnTo>
                  <a:lnTo>
                    <a:pt x="573" y="169"/>
                  </a:lnTo>
                  <a:lnTo>
                    <a:pt x="573" y="101"/>
                  </a:lnTo>
                  <a:lnTo>
                    <a:pt x="506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014350" y="2516600"/>
              <a:ext cx="60625" cy="54725"/>
            </a:xfrm>
            <a:custGeom>
              <a:avLst/>
              <a:gdLst/>
              <a:ahLst/>
              <a:cxnLst/>
              <a:rect l="l" t="t" r="r" b="b"/>
              <a:pathLst>
                <a:path w="2425" h="2189" extrusionOk="0">
                  <a:moveTo>
                    <a:pt x="1886" y="270"/>
                  </a:moveTo>
                  <a:lnTo>
                    <a:pt x="2020" y="808"/>
                  </a:lnTo>
                  <a:lnTo>
                    <a:pt x="2088" y="1078"/>
                  </a:lnTo>
                  <a:lnTo>
                    <a:pt x="2155" y="1381"/>
                  </a:lnTo>
                  <a:lnTo>
                    <a:pt x="2155" y="1516"/>
                  </a:lnTo>
                  <a:lnTo>
                    <a:pt x="2121" y="1650"/>
                  </a:lnTo>
                  <a:lnTo>
                    <a:pt x="2054" y="1751"/>
                  </a:lnTo>
                  <a:lnTo>
                    <a:pt x="1886" y="1819"/>
                  </a:lnTo>
                  <a:lnTo>
                    <a:pt x="1313" y="1819"/>
                  </a:lnTo>
                  <a:lnTo>
                    <a:pt x="1044" y="1852"/>
                  </a:lnTo>
                  <a:lnTo>
                    <a:pt x="741" y="1920"/>
                  </a:lnTo>
                  <a:lnTo>
                    <a:pt x="640" y="1381"/>
                  </a:lnTo>
                  <a:lnTo>
                    <a:pt x="539" y="1044"/>
                  </a:lnTo>
                  <a:lnTo>
                    <a:pt x="472" y="674"/>
                  </a:lnTo>
                  <a:lnTo>
                    <a:pt x="472" y="640"/>
                  </a:lnTo>
                  <a:lnTo>
                    <a:pt x="842" y="539"/>
                  </a:lnTo>
                  <a:lnTo>
                    <a:pt x="1179" y="472"/>
                  </a:lnTo>
                  <a:lnTo>
                    <a:pt x="1549" y="371"/>
                  </a:lnTo>
                  <a:lnTo>
                    <a:pt x="1886" y="270"/>
                  </a:lnTo>
                  <a:close/>
                  <a:moveTo>
                    <a:pt x="1953" y="0"/>
                  </a:moveTo>
                  <a:lnTo>
                    <a:pt x="1886" y="34"/>
                  </a:lnTo>
                  <a:lnTo>
                    <a:pt x="1650" y="135"/>
                  </a:lnTo>
                  <a:lnTo>
                    <a:pt x="1414" y="169"/>
                  </a:lnTo>
                  <a:lnTo>
                    <a:pt x="909" y="236"/>
                  </a:lnTo>
                  <a:lnTo>
                    <a:pt x="674" y="303"/>
                  </a:lnTo>
                  <a:lnTo>
                    <a:pt x="472" y="337"/>
                  </a:lnTo>
                  <a:lnTo>
                    <a:pt x="34" y="539"/>
                  </a:lnTo>
                  <a:lnTo>
                    <a:pt x="0" y="573"/>
                  </a:lnTo>
                  <a:lnTo>
                    <a:pt x="0" y="606"/>
                  </a:lnTo>
                  <a:lnTo>
                    <a:pt x="0" y="674"/>
                  </a:lnTo>
                  <a:lnTo>
                    <a:pt x="68" y="741"/>
                  </a:lnTo>
                  <a:lnTo>
                    <a:pt x="169" y="741"/>
                  </a:lnTo>
                  <a:lnTo>
                    <a:pt x="270" y="707"/>
                  </a:lnTo>
                  <a:lnTo>
                    <a:pt x="303" y="909"/>
                  </a:lnTo>
                  <a:lnTo>
                    <a:pt x="337" y="1111"/>
                  </a:lnTo>
                  <a:lnTo>
                    <a:pt x="539" y="2088"/>
                  </a:lnTo>
                  <a:lnTo>
                    <a:pt x="606" y="2189"/>
                  </a:lnTo>
                  <a:lnTo>
                    <a:pt x="707" y="2189"/>
                  </a:lnTo>
                  <a:lnTo>
                    <a:pt x="876" y="2122"/>
                  </a:lnTo>
                  <a:lnTo>
                    <a:pt x="1111" y="2088"/>
                  </a:lnTo>
                  <a:lnTo>
                    <a:pt x="1549" y="2088"/>
                  </a:lnTo>
                  <a:lnTo>
                    <a:pt x="1751" y="2054"/>
                  </a:lnTo>
                  <a:lnTo>
                    <a:pt x="1953" y="2021"/>
                  </a:lnTo>
                  <a:lnTo>
                    <a:pt x="2155" y="1953"/>
                  </a:lnTo>
                  <a:lnTo>
                    <a:pt x="2323" y="1852"/>
                  </a:lnTo>
                  <a:lnTo>
                    <a:pt x="2391" y="1785"/>
                  </a:lnTo>
                  <a:lnTo>
                    <a:pt x="2424" y="1684"/>
                  </a:lnTo>
                  <a:lnTo>
                    <a:pt x="2391" y="1448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044700" y="589950"/>
              <a:ext cx="8450" cy="13475"/>
            </a:xfrm>
            <a:custGeom>
              <a:avLst/>
              <a:gdLst/>
              <a:ahLst/>
              <a:cxnLst/>
              <a:rect l="l" t="t" r="r" b="b"/>
              <a:pathLst>
                <a:path w="338" h="539" extrusionOk="0">
                  <a:moveTo>
                    <a:pt x="236" y="0"/>
                  </a:moveTo>
                  <a:lnTo>
                    <a:pt x="203" y="34"/>
                  </a:lnTo>
                  <a:lnTo>
                    <a:pt x="68" y="202"/>
                  </a:lnTo>
                  <a:lnTo>
                    <a:pt x="34" y="303"/>
                  </a:lnTo>
                  <a:lnTo>
                    <a:pt x="1" y="438"/>
                  </a:lnTo>
                  <a:lnTo>
                    <a:pt x="34" y="505"/>
                  </a:lnTo>
                  <a:lnTo>
                    <a:pt x="135" y="539"/>
                  </a:lnTo>
                  <a:lnTo>
                    <a:pt x="203" y="505"/>
                  </a:lnTo>
                  <a:lnTo>
                    <a:pt x="236" y="438"/>
                  </a:lnTo>
                  <a:lnTo>
                    <a:pt x="270" y="270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54250" y="2521650"/>
              <a:ext cx="64850" cy="53900"/>
            </a:xfrm>
            <a:custGeom>
              <a:avLst/>
              <a:gdLst/>
              <a:ahLst/>
              <a:cxnLst/>
              <a:rect l="l" t="t" r="r" b="b"/>
              <a:pathLst>
                <a:path w="2594" h="2156" extrusionOk="0">
                  <a:moveTo>
                    <a:pt x="1819" y="303"/>
                  </a:moveTo>
                  <a:lnTo>
                    <a:pt x="1954" y="404"/>
                  </a:lnTo>
                  <a:lnTo>
                    <a:pt x="2088" y="505"/>
                  </a:lnTo>
                  <a:lnTo>
                    <a:pt x="2156" y="674"/>
                  </a:lnTo>
                  <a:lnTo>
                    <a:pt x="2223" y="876"/>
                  </a:lnTo>
                  <a:lnTo>
                    <a:pt x="2257" y="1111"/>
                  </a:lnTo>
                  <a:lnTo>
                    <a:pt x="2324" y="1516"/>
                  </a:lnTo>
                  <a:lnTo>
                    <a:pt x="1954" y="1650"/>
                  </a:lnTo>
                  <a:lnTo>
                    <a:pt x="1550" y="1751"/>
                  </a:lnTo>
                  <a:lnTo>
                    <a:pt x="1179" y="1819"/>
                  </a:lnTo>
                  <a:lnTo>
                    <a:pt x="775" y="1886"/>
                  </a:lnTo>
                  <a:lnTo>
                    <a:pt x="573" y="1314"/>
                  </a:lnTo>
                  <a:lnTo>
                    <a:pt x="438" y="741"/>
                  </a:lnTo>
                  <a:lnTo>
                    <a:pt x="1011" y="505"/>
                  </a:lnTo>
                  <a:lnTo>
                    <a:pt x="1314" y="404"/>
                  </a:lnTo>
                  <a:lnTo>
                    <a:pt x="1617" y="337"/>
                  </a:lnTo>
                  <a:lnTo>
                    <a:pt x="1718" y="303"/>
                  </a:lnTo>
                  <a:close/>
                  <a:moveTo>
                    <a:pt x="1785" y="0"/>
                  </a:moveTo>
                  <a:lnTo>
                    <a:pt x="1550" y="68"/>
                  </a:lnTo>
                  <a:lnTo>
                    <a:pt x="1112" y="169"/>
                  </a:lnTo>
                  <a:lnTo>
                    <a:pt x="708" y="303"/>
                  </a:lnTo>
                  <a:lnTo>
                    <a:pt x="337" y="472"/>
                  </a:lnTo>
                  <a:lnTo>
                    <a:pt x="236" y="472"/>
                  </a:lnTo>
                  <a:lnTo>
                    <a:pt x="203" y="505"/>
                  </a:lnTo>
                  <a:lnTo>
                    <a:pt x="169" y="539"/>
                  </a:lnTo>
                  <a:lnTo>
                    <a:pt x="169" y="573"/>
                  </a:lnTo>
                  <a:lnTo>
                    <a:pt x="68" y="640"/>
                  </a:lnTo>
                  <a:lnTo>
                    <a:pt x="34" y="674"/>
                  </a:lnTo>
                  <a:lnTo>
                    <a:pt x="1" y="707"/>
                  </a:lnTo>
                  <a:lnTo>
                    <a:pt x="34" y="808"/>
                  </a:lnTo>
                  <a:lnTo>
                    <a:pt x="102" y="876"/>
                  </a:lnTo>
                  <a:lnTo>
                    <a:pt x="203" y="876"/>
                  </a:lnTo>
                  <a:lnTo>
                    <a:pt x="203" y="842"/>
                  </a:lnTo>
                  <a:lnTo>
                    <a:pt x="270" y="1179"/>
                  </a:lnTo>
                  <a:lnTo>
                    <a:pt x="337" y="1482"/>
                  </a:lnTo>
                  <a:lnTo>
                    <a:pt x="539" y="2054"/>
                  </a:lnTo>
                  <a:lnTo>
                    <a:pt x="607" y="2122"/>
                  </a:lnTo>
                  <a:lnTo>
                    <a:pt x="674" y="2155"/>
                  </a:lnTo>
                  <a:lnTo>
                    <a:pt x="1146" y="2122"/>
                  </a:lnTo>
                  <a:lnTo>
                    <a:pt x="1617" y="2021"/>
                  </a:lnTo>
                  <a:lnTo>
                    <a:pt x="2055" y="1886"/>
                  </a:lnTo>
                  <a:lnTo>
                    <a:pt x="2492" y="1718"/>
                  </a:lnTo>
                  <a:lnTo>
                    <a:pt x="2593" y="1650"/>
                  </a:lnTo>
                  <a:lnTo>
                    <a:pt x="2593" y="1549"/>
                  </a:lnTo>
                  <a:lnTo>
                    <a:pt x="2358" y="438"/>
                  </a:lnTo>
                  <a:lnTo>
                    <a:pt x="2324" y="303"/>
                  </a:lnTo>
                  <a:lnTo>
                    <a:pt x="2257" y="169"/>
                  </a:lnTo>
                  <a:lnTo>
                    <a:pt x="2156" y="101"/>
                  </a:lnTo>
                  <a:lnTo>
                    <a:pt x="2021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746675" y="2465250"/>
              <a:ext cx="58100" cy="58100"/>
            </a:xfrm>
            <a:custGeom>
              <a:avLst/>
              <a:gdLst/>
              <a:ahLst/>
              <a:cxnLst/>
              <a:rect l="l" t="t" r="r" b="b"/>
              <a:pathLst>
                <a:path w="2324" h="2324" extrusionOk="0">
                  <a:moveTo>
                    <a:pt x="1853" y="236"/>
                  </a:moveTo>
                  <a:lnTo>
                    <a:pt x="2088" y="1617"/>
                  </a:lnTo>
                  <a:lnTo>
                    <a:pt x="1449" y="1819"/>
                  </a:lnTo>
                  <a:lnTo>
                    <a:pt x="1045" y="1987"/>
                  </a:lnTo>
                  <a:lnTo>
                    <a:pt x="809" y="2054"/>
                  </a:lnTo>
                  <a:lnTo>
                    <a:pt x="607" y="2088"/>
                  </a:lnTo>
                  <a:lnTo>
                    <a:pt x="405" y="1482"/>
                  </a:lnTo>
                  <a:lnTo>
                    <a:pt x="203" y="842"/>
                  </a:lnTo>
                  <a:lnTo>
                    <a:pt x="640" y="708"/>
                  </a:lnTo>
                  <a:lnTo>
                    <a:pt x="1045" y="573"/>
                  </a:lnTo>
                  <a:lnTo>
                    <a:pt x="1853" y="236"/>
                  </a:lnTo>
                  <a:close/>
                  <a:moveTo>
                    <a:pt x="1886" y="1"/>
                  </a:moveTo>
                  <a:lnTo>
                    <a:pt x="1011" y="304"/>
                  </a:lnTo>
                  <a:lnTo>
                    <a:pt x="573" y="472"/>
                  </a:lnTo>
                  <a:lnTo>
                    <a:pt x="135" y="640"/>
                  </a:lnTo>
                  <a:lnTo>
                    <a:pt x="102" y="607"/>
                  </a:lnTo>
                  <a:lnTo>
                    <a:pt x="34" y="607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1112"/>
                  </a:lnTo>
                  <a:lnTo>
                    <a:pt x="169" y="1482"/>
                  </a:lnTo>
                  <a:lnTo>
                    <a:pt x="405" y="2256"/>
                  </a:lnTo>
                  <a:lnTo>
                    <a:pt x="438" y="2324"/>
                  </a:lnTo>
                  <a:lnTo>
                    <a:pt x="708" y="2324"/>
                  </a:lnTo>
                  <a:lnTo>
                    <a:pt x="876" y="2290"/>
                  </a:lnTo>
                  <a:lnTo>
                    <a:pt x="1213" y="2155"/>
                  </a:lnTo>
                  <a:lnTo>
                    <a:pt x="2257" y="1819"/>
                  </a:lnTo>
                  <a:lnTo>
                    <a:pt x="2290" y="1819"/>
                  </a:lnTo>
                  <a:lnTo>
                    <a:pt x="2324" y="1785"/>
                  </a:lnTo>
                  <a:lnTo>
                    <a:pt x="2324" y="1684"/>
                  </a:lnTo>
                  <a:lnTo>
                    <a:pt x="2021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6794650" y="2591500"/>
              <a:ext cx="11825" cy="24450"/>
            </a:xfrm>
            <a:custGeom>
              <a:avLst/>
              <a:gdLst/>
              <a:ahLst/>
              <a:cxnLst/>
              <a:rect l="l" t="t" r="r" b="b"/>
              <a:pathLst>
                <a:path w="473" h="978" extrusionOk="0">
                  <a:moveTo>
                    <a:pt x="35" y="1"/>
                  </a:moveTo>
                  <a:lnTo>
                    <a:pt x="1" y="68"/>
                  </a:lnTo>
                  <a:lnTo>
                    <a:pt x="35" y="169"/>
                  </a:lnTo>
                  <a:lnTo>
                    <a:pt x="68" y="270"/>
                  </a:lnTo>
                  <a:lnTo>
                    <a:pt x="136" y="506"/>
                  </a:lnTo>
                  <a:lnTo>
                    <a:pt x="203" y="742"/>
                  </a:lnTo>
                  <a:lnTo>
                    <a:pt x="237" y="843"/>
                  </a:lnTo>
                  <a:lnTo>
                    <a:pt x="304" y="944"/>
                  </a:lnTo>
                  <a:lnTo>
                    <a:pt x="338" y="977"/>
                  </a:lnTo>
                  <a:lnTo>
                    <a:pt x="405" y="977"/>
                  </a:lnTo>
                  <a:lnTo>
                    <a:pt x="439" y="944"/>
                  </a:lnTo>
                  <a:lnTo>
                    <a:pt x="472" y="876"/>
                  </a:lnTo>
                  <a:lnTo>
                    <a:pt x="439" y="775"/>
                  </a:lnTo>
                  <a:lnTo>
                    <a:pt x="405" y="674"/>
                  </a:lnTo>
                  <a:lnTo>
                    <a:pt x="338" y="439"/>
                  </a:lnTo>
                  <a:lnTo>
                    <a:pt x="237" y="203"/>
                  </a:lnTo>
                  <a:lnTo>
                    <a:pt x="203" y="102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770250" y="2573825"/>
              <a:ext cx="62300" cy="58100"/>
            </a:xfrm>
            <a:custGeom>
              <a:avLst/>
              <a:gdLst/>
              <a:ahLst/>
              <a:cxnLst/>
              <a:rect l="l" t="t" r="r" b="b"/>
              <a:pathLst>
                <a:path w="2492" h="2324" extrusionOk="0">
                  <a:moveTo>
                    <a:pt x="1886" y="237"/>
                  </a:moveTo>
                  <a:lnTo>
                    <a:pt x="2122" y="1078"/>
                  </a:lnTo>
                  <a:lnTo>
                    <a:pt x="2223" y="1415"/>
                  </a:lnTo>
                  <a:lnTo>
                    <a:pt x="2256" y="1583"/>
                  </a:lnTo>
                  <a:lnTo>
                    <a:pt x="2223" y="1684"/>
                  </a:lnTo>
                  <a:lnTo>
                    <a:pt x="2189" y="1752"/>
                  </a:lnTo>
                  <a:lnTo>
                    <a:pt x="2088" y="1819"/>
                  </a:lnTo>
                  <a:lnTo>
                    <a:pt x="1920" y="1886"/>
                  </a:lnTo>
                  <a:lnTo>
                    <a:pt x="1583" y="1954"/>
                  </a:lnTo>
                  <a:lnTo>
                    <a:pt x="1280" y="2021"/>
                  </a:lnTo>
                  <a:lnTo>
                    <a:pt x="943" y="2055"/>
                  </a:lnTo>
                  <a:lnTo>
                    <a:pt x="775" y="2055"/>
                  </a:lnTo>
                  <a:lnTo>
                    <a:pt x="674" y="2021"/>
                  </a:lnTo>
                  <a:lnTo>
                    <a:pt x="573" y="1954"/>
                  </a:lnTo>
                  <a:lnTo>
                    <a:pt x="506" y="1785"/>
                  </a:lnTo>
                  <a:lnTo>
                    <a:pt x="438" y="1247"/>
                  </a:lnTo>
                  <a:lnTo>
                    <a:pt x="371" y="944"/>
                  </a:lnTo>
                  <a:lnTo>
                    <a:pt x="270" y="674"/>
                  </a:lnTo>
                  <a:lnTo>
                    <a:pt x="472" y="674"/>
                  </a:lnTo>
                  <a:lnTo>
                    <a:pt x="674" y="641"/>
                  </a:lnTo>
                  <a:lnTo>
                    <a:pt x="1078" y="506"/>
                  </a:lnTo>
                  <a:lnTo>
                    <a:pt x="1886" y="237"/>
                  </a:lnTo>
                  <a:close/>
                  <a:moveTo>
                    <a:pt x="1920" y="1"/>
                  </a:moveTo>
                  <a:lnTo>
                    <a:pt x="977" y="270"/>
                  </a:lnTo>
                  <a:lnTo>
                    <a:pt x="506" y="405"/>
                  </a:lnTo>
                  <a:lnTo>
                    <a:pt x="34" y="506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4" y="641"/>
                  </a:lnTo>
                  <a:lnTo>
                    <a:pt x="102" y="674"/>
                  </a:lnTo>
                  <a:lnTo>
                    <a:pt x="68" y="708"/>
                  </a:lnTo>
                  <a:lnTo>
                    <a:pt x="68" y="742"/>
                  </a:lnTo>
                  <a:lnTo>
                    <a:pt x="169" y="1112"/>
                  </a:lnTo>
                  <a:lnTo>
                    <a:pt x="203" y="1516"/>
                  </a:lnTo>
                  <a:lnTo>
                    <a:pt x="270" y="1920"/>
                  </a:lnTo>
                  <a:lnTo>
                    <a:pt x="304" y="2122"/>
                  </a:lnTo>
                  <a:lnTo>
                    <a:pt x="405" y="2290"/>
                  </a:lnTo>
                  <a:lnTo>
                    <a:pt x="438" y="2324"/>
                  </a:lnTo>
                  <a:lnTo>
                    <a:pt x="775" y="2324"/>
                  </a:lnTo>
                  <a:lnTo>
                    <a:pt x="1078" y="2290"/>
                  </a:lnTo>
                  <a:lnTo>
                    <a:pt x="1650" y="2156"/>
                  </a:lnTo>
                  <a:lnTo>
                    <a:pt x="2021" y="2088"/>
                  </a:lnTo>
                  <a:lnTo>
                    <a:pt x="2189" y="2021"/>
                  </a:lnTo>
                  <a:lnTo>
                    <a:pt x="2357" y="1920"/>
                  </a:lnTo>
                  <a:lnTo>
                    <a:pt x="2425" y="1853"/>
                  </a:lnTo>
                  <a:lnTo>
                    <a:pt x="2458" y="1785"/>
                  </a:lnTo>
                  <a:lnTo>
                    <a:pt x="2492" y="1651"/>
                  </a:lnTo>
                  <a:lnTo>
                    <a:pt x="2458" y="1482"/>
                  </a:lnTo>
                  <a:lnTo>
                    <a:pt x="2458" y="1348"/>
                  </a:lnTo>
                  <a:lnTo>
                    <a:pt x="2256" y="708"/>
                  </a:lnTo>
                  <a:lnTo>
                    <a:pt x="2054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988250" y="2412225"/>
              <a:ext cx="64825" cy="58100"/>
            </a:xfrm>
            <a:custGeom>
              <a:avLst/>
              <a:gdLst/>
              <a:ahLst/>
              <a:cxnLst/>
              <a:rect l="l" t="t" r="r" b="b"/>
              <a:pathLst>
                <a:path w="2593" h="2324" extrusionOk="0">
                  <a:moveTo>
                    <a:pt x="1953" y="169"/>
                  </a:moveTo>
                  <a:lnTo>
                    <a:pt x="2021" y="506"/>
                  </a:lnTo>
                  <a:lnTo>
                    <a:pt x="2088" y="809"/>
                  </a:lnTo>
                  <a:lnTo>
                    <a:pt x="2189" y="1145"/>
                  </a:lnTo>
                  <a:lnTo>
                    <a:pt x="2357" y="1448"/>
                  </a:lnTo>
                  <a:lnTo>
                    <a:pt x="2290" y="1482"/>
                  </a:lnTo>
                  <a:lnTo>
                    <a:pt x="2155" y="1549"/>
                  </a:lnTo>
                  <a:lnTo>
                    <a:pt x="1684" y="1718"/>
                  </a:lnTo>
                  <a:lnTo>
                    <a:pt x="674" y="2054"/>
                  </a:lnTo>
                  <a:lnTo>
                    <a:pt x="539" y="1347"/>
                  </a:lnTo>
                  <a:lnTo>
                    <a:pt x="438" y="1011"/>
                  </a:lnTo>
                  <a:lnTo>
                    <a:pt x="304" y="674"/>
                  </a:lnTo>
                  <a:lnTo>
                    <a:pt x="1953" y="169"/>
                  </a:lnTo>
                  <a:close/>
                  <a:moveTo>
                    <a:pt x="2021" y="1"/>
                  </a:moveTo>
                  <a:lnTo>
                    <a:pt x="236" y="506"/>
                  </a:lnTo>
                  <a:lnTo>
                    <a:pt x="169" y="506"/>
                  </a:lnTo>
                  <a:lnTo>
                    <a:pt x="169" y="539"/>
                  </a:lnTo>
                  <a:lnTo>
                    <a:pt x="68" y="539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4" y="708"/>
                  </a:lnTo>
                  <a:lnTo>
                    <a:pt x="102" y="741"/>
                  </a:lnTo>
                  <a:lnTo>
                    <a:pt x="135" y="708"/>
                  </a:lnTo>
                  <a:lnTo>
                    <a:pt x="169" y="1112"/>
                  </a:lnTo>
                  <a:lnTo>
                    <a:pt x="270" y="1482"/>
                  </a:lnTo>
                  <a:lnTo>
                    <a:pt x="438" y="2223"/>
                  </a:lnTo>
                  <a:lnTo>
                    <a:pt x="472" y="2290"/>
                  </a:lnTo>
                  <a:lnTo>
                    <a:pt x="506" y="2324"/>
                  </a:lnTo>
                  <a:lnTo>
                    <a:pt x="607" y="2324"/>
                  </a:lnTo>
                  <a:lnTo>
                    <a:pt x="1650" y="1987"/>
                  </a:lnTo>
                  <a:lnTo>
                    <a:pt x="2122" y="1886"/>
                  </a:lnTo>
                  <a:lnTo>
                    <a:pt x="2357" y="1785"/>
                  </a:lnTo>
                  <a:lnTo>
                    <a:pt x="2458" y="1751"/>
                  </a:lnTo>
                  <a:lnTo>
                    <a:pt x="2526" y="1684"/>
                  </a:lnTo>
                  <a:lnTo>
                    <a:pt x="2593" y="1549"/>
                  </a:lnTo>
                  <a:lnTo>
                    <a:pt x="2593" y="1482"/>
                  </a:lnTo>
                  <a:lnTo>
                    <a:pt x="2593" y="1381"/>
                  </a:lnTo>
                  <a:lnTo>
                    <a:pt x="2290" y="741"/>
                  </a:lnTo>
                  <a:lnTo>
                    <a:pt x="2189" y="405"/>
                  </a:lnTo>
                  <a:lnTo>
                    <a:pt x="2122" y="68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893150" y="2546050"/>
              <a:ext cx="56400" cy="56425"/>
            </a:xfrm>
            <a:custGeom>
              <a:avLst/>
              <a:gdLst/>
              <a:ahLst/>
              <a:cxnLst/>
              <a:rect l="l" t="t" r="r" b="b"/>
              <a:pathLst>
                <a:path w="2256" h="2257" extrusionOk="0">
                  <a:moveTo>
                    <a:pt x="1751" y="236"/>
                  </a:moveTo>
                  <a:lnTo>
                    <a:pt x="2020" y="1583"/>
                  </a:lnTo>
                  <a:lnTo>
                    <a:pt x="1313" y="1785"/>
                  </a:lnTo>
                  <a:lnTo>
                    <a:pt x="606" y="1987"/>
                  </a:lnTo>
                  <a:lnTo>
                    <a:pt x="303" y="1011"/>
                  </a:lnTo>
                  <a:lnTo>
                    <a:pt x="236" y="775"/>
                  </a:lnTo>
                  <a:lnTo>
                    <a:pt x="236" y="607"/>
                  </a:lnTo>
                  <a:lnTo>
                    <a:pt x="269" y="573"/>
                  </a:lnTo>
                  <a:lnTo>
                    <a:pt x="337" y="540"/>
                  </a:lnTo>
                  <a:lnTo>
                    <a:pt x="572" y="472"/>
                  </a:lnTo>
                  <a:lnTo>
                    <a:pt x="842" y="472"/>
                  </a:lnTo>
                  <a:lnTo>
                    <a:pt x="1313" y="371"/>
                  </a:lnTo>
                  <a:lnTo>
                    <a:pt x="1751" y="236"/>
                  </a:lnTo>
                  <a:close/>
                  <a:moveTo>
                    <a:pt x="1784" y="1"/>
                  </a:moveTo>
                  <a:lnTo>
                    <a:pt x="1212" y="135"/>
                  </a:lnTo>
                  <a:lnTo>
                    <a:pt x="640" y="270"/>
                  </a:lnTo>
                  <a:lnTo>
                    <a:pt x="337" y="304"/>
                  </a:lnTo>
                  <a:lnTo>
                    <a:pt x="168" y="338"/>
                  </a:lnTo>
                  <a:lnTo>
                    <a:pt x="101" y="371"/>
                  </a:lnTo>
                  <a:lnTo>
                    <a:pt x="34" y="439"/>
                  </a:lnTo>
                  <a:lnTo>
                    <a:pt x="0" y="607"/>
                  </a:lnTo>
                  <a:lnTo>
                    <a:pt x="0" y="775"/>
                  </a:lnTo>
                  <a:lnTo>
                    <a:pt x="101" y="1078"/>
                  </a:lnTo>
                  <a:lnTo>
                    <a:pt x="303" y="1651"/>
                  </a:lnTo>
                  <a:lnTo>
                    <a:pt x="370" y="1819"/>
                  </a:lnTo>
                  <a:lnTo>
                    <a:pt x="505" y="2021"/>
                  </a:lnTo>
                  <a:lnTo>
                    <a:pt x="471" y="2055"/>
                  </a:lnTo>
                  <a:lnTo>
                    <a:pt x="438" y="2088"/>
                  </a:lnTo>
                  <a:lnTo>
                    <a:pt x="438" y="2189"/>
                  </a:lnTo>
                  <a:lnTo>
                    <a:pt x="505" y="2257"/>
                  </a:lnTo>
                  <a:lnTo>
                    <a:pt x="606" y="2257"/>
                  </a:lnTo>
                  <a:lnTo>
                    <a:pt x="1380" y="2021"/>
                  </a:lnTo>
                  <a:lnTo>
                    <a:pt x="2188" y="1752"/>
                  </a:lnTo>
                  <a:lnTo>
                    <a:pt x="2256" y="1718"/>
                  </a:lnTo>
                  <a:lnTo>
                    <a:pt x="2256" y="1617"/>
                  </a:lnTo>
                  <a:lnTo>
                    <a:pt x="2121" y="843"/>
                  </a:lnTo>
                  <a:lnTo>
                    <a:pt x="1953" y="68"/>
                  </a:lnTo>
                  <a:lnTo>
                    <a:pt x="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79500" y="2537650"/>
              <a:ext cx="16875" cy="23575"/>
            </a:xfrm>
            <a:custGeom>
              <a:avLst/>
              <a:gdLst/>
              <a:ahLst/>
              <a:cxnLst/>
              <a:rect l="l" t="t" r="r" b="b"/>
              <a:pathLst>
                <a:path w="675" h="943" extrusionOk="0">
                  <a:moveTo>
                    <a:pt x="270" y="0"/>
                  </a:moveTo>
                  <a:lnTo>
                    <a:pt x="203" y="34"/>
                  </a:lnTo>
                  <a:lnTo>
                    <a:pt x="169" y="67"/>
                  </a:lnTo>
                  <a:lnTo>
                    <a:pt x="136" y="202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68" y="741"/>
                  </a:lnTo>
                  <a:lnTo>
                    <a:pt x="136" y="741"/>
                  </a:lnTo>
                  <a:lnTo>
                    <a:pt x="506" y="606"/>
                  </a:lnTo>
                  <a:lnTo>
                    <a:pt x="506" y="775"/>
                  </a:lnTo>
                  <a:lnTo>
                    <a:pt x="506" y="876"/>
                  </a:lnTo>
                  <a:lnTo>
                    <a:pt x="573" y="909"/>
                  </a:lnTo>
                  <a:lnTo>
                    <a:pt x="573" y="943"/>
                  </a:lnTo>
                  <a:lnTo>
                    <a:pt x="607" y="909"/>
                  </a:lnTo>
                  <a:lnTo>
                    <a:pt x="641" y="876"/>
                  </a:lnTo>
                  <a:lnTo>
                    <a:pt x="674" y="808"/>
                  </a:lnTo>
                  <a:lnTo>
                    <a:pt x="674" y="640"/>
                  </a:lnTo>
                  <a:lnTo>
                    <a:pt x="641" y="438"/>
                  </a:lnTo>
                  <a:lnTo>
                    <a:pt x="573" y="236"/>
                  </a:lnTo>
                  <a:lnTo>
                    <a:pt x="540" y="404"/>
                  </a:lnTo>
                  <a:lnTo>
                    <a:pt x="472" y="404"/>
                  </a:lnTo>
                  <a:lnTo>
                    <a:pt x="237" y="505"/>
                  </a:lnTo>
                  <a:lnTo>
                    <a:pt x="270" y="370"/>
                  </a:lnTo>
                  <a:lnTo>
                    <a:pt x="270" y="236"/>
                  </a:lnTo>
                  <a:lnTo>
                    <a:pt x="304" y="168"/>
                  </a:lnTo>
                  <a:lnTo>
                    <a:pt x="304" y="135"/>
                  </a:lnTo>
                  <a:lnTo>
                    <a:pt x="338" y="101"/>
                  </a:lnTo>
                  <a:lnTo>
                    <a:pt x="338" y="67"/>
                  </a:lnTo>
                  <a:lnTo>
                    <a:pt x="304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819075" y="2507350"/>
              <a:ext cx="59775" cy="53875"/>
            </a:xfrm>
            <a:custGeom>
              <a:avLst/>
              <a:gdLst/>
              <a:ahLst/>
              <a:cxnLst/>
              <a:rect l="l" t="t" r="r" b="b"/>
              <a:pathLst>
                <a:path w="2391" h="2155" extrusionOk="0">
                  <a:moveTo>
                    <a:pt x="1616" y="236"/>
                  </a:moveTo>
                  <a:lnTo>
                    <a:pt x="1717" y="269"/>
                  </a:lnTo>
                  <a:lnTo>
                    <a:pt x="1785" y="303"/>
                  </a:lnTo>
                  <a:lnTo>
                    <a:pt x="1818" y="370"/>
                  </a:lnTo>
                  <a:lnTo>
                    <a:pt x="1886" y="572"/>
                  </a:lnTo>
                  <a:lnTo>
                    <a:pt x="1919" y="774"/>
                  </a:lnTo>
                  <a:lnTo>
                    <a:pt x="2121" y="1616"/>
                  </a:lnTo>
                  <a:lnTo>
                    <a:pt x="1381" y="1784"/>
                  </a:lnTo>
                  <a:lnTo>
                    <a:pt x="606" y="1886"/>
                  </a:lnTo>
                  <a:lnTo>
                    <a:pt x="505" y="1582"/>
                  </a:lnTo>
                  <a:lnTo>
                    <a:pt x="472" y="1279"/>
                  </a:lnTo>
                  <a:lnTo>
                    <a:pt x="371" y="673"/>
                  </a:lnTo>
                  <a:lnTo>
                    <a:pt x="674" y="572"/>
                  </a:lnTo>
                  <a:lnTo>
                    <a:pt x="943" y="471"/>
                  </a:lnTo>
                  <a:lnTo>
                    <a:pt x="1212" y="370"/>
                  </a:lnTo>
                  <a:lnTo>
                    <a:pt x="1515" y="269"/>
                  </a:lnTo>
                  <a:lnTo>
                    <a:pt x="1616" y="236"/>
                  </a:lnTo>
                  <a:close/>
                  <a:moveTo>
                    <a:pt x="1852" y="0"/>
                  </a:moveTo>
                  <a:lnTo>
                    <a:pt x="1650" y="34"/>
                  </a:lnTo>
                  <a:lnTo>
                    <a:pt x="1448" y="67"/>
                  </a:lnTo>
                  <a:lnTo>
                    <a:pt x="1078" y="202"/>
                  </a:lnTo>
                  <a:lnTo>
                    <a:pt x="741" y="337"/>
                  </a:lnTo>
                  <a:lnTo>
                    <a:pt x="337" y="471"/>
                  </a:lnTo>
                  <a:lnTo>
                    <a:pt x="337" y="438"/>
                  </a:lnTo>
                  <a:lnTo>
                    <a:pt x="303" y="370"/>
                  </a:lnTo>
                  <a:lnTo>
                    <a:pt x="270" y="370"/>
                  </a:lnTo>
                  <a:lnTo>
                    <a:pt x="202" y="404"/>
                  </a:lnTo>
                  <a:lnTo>
                    <a:pt x="169" y="438"/>
                  </a:lnTo>
                  <a:lnTo>
                    <a:pt x="169" y="505"/>
                  </a:lnTo>
                  <a:lnTo>
                    <a:pt x="68" y="539"/>
                  </a:lnTo>
                  <a:lnTo>
                    <a:pt x="34" y="539"/>
                  </a:lnTo>
                  <a:lnTo>
                    <a:pt x="0" y="572"/>
                  </a:lnTo>
                  <a:lnTo>
                    <a:pt x="0" y="640"/>
                  </a:lnTo>
                  <a:lnTo>
                    <a:pt x="68" y="707"/>
                  </a:lnTo>
                  <a:lnTo>
                    <a:pt x="101" y="741"/>
                  </a:lnTo>
                  <a:lnTo>
                    <a:pt x="169" y="741"/>
                  </a:lnTo>
                  <a:lnTo>
                    <a:pt x="202" y="1077"/>
                  </a:lnTo>
                  <a:lnTo>
                    <a:pt x="236" y="1414"/>
                  </a:lnTo>
                  <a:lnTo>
                    <a:pt x="303" y="1717"/>
                  </a:lnTo>
                  <a:lnTo>
                    <a:pt x="404" y="2054"/>
                  </a:lnTo>
                  <a:lnTo>
                    <a:pt x="438" y="2121"/>
                  </a:lnTo>
                  <a:lnTo>
                    <a:pt x="505" y="2155"/>
                  </a:lnTo>
                  <a:lnTo>
                    <a:pt x="1414" y="2020"/>
                  </a:lnTo>
                  <a:lnTo>
                    <a:pt x="2290" y="1818"/>
                  </a:lnTo>
                  <a:lnTo>
                    <a:pt x="2357" y="1751"/>
                  </a:lnTo>
                  <a:lnTo>
                    <a:pt x="2391" y="1650"/>
                  </a:lnTo>
                  <a:lnTo>
                    <a:pt x="1953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827475" y="2467775"/>
              <a:ext cx="15175" cy="29500"/>
            </a:xfrm>
            <a:custGeom>
              <a:avLst/>
              <a:gdLst/>
              <a:ahLst/>
              <a:cxnLst/>
              <a:rect l="l" t="t" r="r" b="b"/>
              <a:pathLst>
                <a:path w="607" h="1180" extrusionOk="0">
                  <a:moveTo>
                    <a:pt x="405" y="203"/>
                  </a:moveTo>
                  <a:lnTo>
                    <a:pt x="371" y="337"/>
                  </a:lnTo>
                  <a:lnTo>
                    <a:pt x="304" y="506"/>
                  </a:lnTo>
                  <a:lnTo>
                    <a:pt x="270" y="472"/>
                  </a:lnTo>
                  <a:lnTo>
                    <a:pt x="237" y="405"/>
                  </a:lnTo>
                  <a:lnTo>
                    <a:pt x="203" y="337"/>
                  </a:lnTo>
                  <a:lnTo>
                    <a:pt x="203" y="270"/>
                  </a:lnTo>
                  <a:lnTo>
                    <a:pt x="304" y="203"/>
                  </a:lnTo>
                  <a:close/>
                  <a:moveTo>
                    <a:pt x="338" y="1"/>
                  </a:moveTo>
                  <a:lnTo>
                    <a:pt x="203" y="34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236"/>
                  </a:lnTo>
                  <a:lnTo>
                    <a:pt x="35" y="405"/>
                  </a:lnTo>
                  <a:lnTo>
                    <a:pt x="102" y="573"/>
                  </a:lnTo>
                  <a:lnTo>
                    <a:pt x="203" y="674"/>
                  </a:lnTo>
                  <a:lnTo>
                    <a:pt x="136" y="741"/>
                  </a:lnTo>
                  <a:lnTo>
                    <a:pt x="68" y="809"/>
                  </a:lnTo>
                  <a:lnTo>
                    <a:pt x="68" y="910"/>
                  </a:lnTo>
                  <a:lnTo>
                    <a:pt x="68" y="977"/>
                  </a:lnTo>
                  <a:lnTo>
                    <a:pt x="136" y="1078"/>
                  </a:lnTo>
                  <a:lnTo>
                    <a:pt x="203" y="1145"/>
                  </a:lnTo>
                  <a:lnTo>
                    <a:pt x="304" y="1179"/>
                  </a:lnTo>
                  <a:lnTo>
                    <a:pt x="439" y="1145"/>
                  </a:lnTo>
                  <a:lnTo>
                    <a:pt x="506" y="1044"/>
                  </a:lnTo>
                  <a:lnTo>
                    <a:pt x="540" y="943"/>
                  </a:lnTo>
                  <a:lnTo>
                    <a:pt x="540" y="809"/>
                  </a:lnTo>
                  <a:lnTo>
                    <a:pt x="472" y="674"/>
                  </a:lnTo>
                  <a:lnTo>
                    <a:pt x="405" y="573"/>
                  </a:lnTo>
                  <a:lnTo>
                    <a:pt x="506" y="506"/>
                  </a:lnTo>
                  <a:lnTo>
                    <a:pt x="573" y="371"/>
                  </a:lnTo>
                  <a:lnTo>
                    <a:pt x="607" y="236"/>
                  </a:lnTo>
                  <a:lnTo>
                    <a:pt x="607" y="102"/>
                  </a:lnTo>
                  <a:lnTo>
                    <a:pt x="573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6984050" y="2574675"/>
              <a:ext cx="27800" cy="22750"/>
            </a:xfrm>
            <a:custGeom>
              <a:avLst/>
              <a:gdLst/>
              <a:ahLst/>
              <a:cxnLst/>
              <a:rect l="l" t="t" r="r" b="b"/>
              <a:pathLst>
                <a:path w="1112" h="910" extrusionOk="0">
                  <a:moveTo>
                    <a:pt x="101" y="1"/>
                  </a:moveTo>
                  <a:lnTo>
                    <a:pt x="68" y="68"/>
                  </a:lnTo>
                  <a:lnTo>
                    <a:pt x="101" y="203"/>
                  </a:lnTo>
                  <a:lnTo>
                    <a:pt x="135" y="337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539"/>
                  </a:lnTo>
                  <a:lnTo>
                    <a:pt x="101" y="573"/>
                  </a:lnTo>
                  <a:lnTo>
                    <a:pt x="169" y="539"/>
                  </a:lnTo>
                  <a:lnTo>
                    <a:pt x="236" y="708"/>
                  </a:lnTo>
                  <a:lnTo>
                    <a:pt x="303" y="842"/>
                  </a:lnTo>
                  <a:lnTo>
                    <a:pt x="337" y="876"/>
                  </a:lnTo>
                  <a:lnTo>
                    <a:pt x="371" y="910"/>
                  </a:lnTo>
                  <a:lnTo>
                    <a:pt x="438" y="876"/>
                  </a:lnTo>
                  <a:lnTo>
                    <a:pt x="438" y="809"/>
                  </a:lnTo>
                  <a:lnTo>
                    <a:pt x="404" y="640"/>
                  </a:lnTo>
                  <a:lnTo>
                    <a:pt x="371" y="472"/>
                  </a:lnTo>
                  <a:lnTo>
                    <a:pt x="438" y="438"/>
                  </a:lnTo>
                  <a:lnTo>
                    <a:pt x="775" y="337"/>
                  </a:lnTo>
                  <a:lnTo>
                    <a:pt x="909" y="304"/>
                  </a:lnTo>
                  <a:lnTo>
                    <a:pt x="1078" y="236"/>
                  </a:lnTo>
                  <a:lnTo>
                    <a:pt x="1111" y="169"/>
                  </a:lnTo>
                  <a:lnTo>
                    <a:pt x="1111" y="135"/>
                  </a:lnTo>
                  <a:lnTo>
                    <a:pt x="1078" y="102"/>
                  </a:lnTo>
                  <a:lnTo>
                    <a:pt x="943" y="68"/>
                  </a:lnTo>
                  <a:lnTo>
                    <a:pt x="808" y="102"/>
                  </a:lnTo>
                  <a:lnTo>
                    <a:pt x="573" y="135"/>
                  </a:lnTo>
                  <a:lnTo>
                    <a:pt x="303" y="236"/>
                  </a:lnTo>
                  <a:lnTo>
                    <a:pt x="20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6808975" y="2453475"/>
              <a:ext cx="55575" cy="55575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650" y="236"/>
                  </a:moveTo>
                  <a:lnTo>
                    <a:pt x="1717" y="371"/>
                  </a:lnTo>
                  <a:lnTo>
                    <a:pt x="1785" y="707"/>
                  </a:lnTo>
                  <a:lnTo>
                    <a:pt x="1953" y="1482"/>
                  </a:lnTo>
                  <a:lnTo>
                    <a:pt x="1246" y="1717"/>
                  </a:lnTo>
                  <a:lnTo>
                    <a:pt x="539" y="1953"/>
                  </a:lnTo>
                  <a:lnTo>
                    <a:pt x="371" y="1381"/>
                  </a:lnTo>
                  <a:lnTo>
                    <a:pt x="270" y="943"/>
                  </a:lnTo>
                  <a:lnTo>
                    <a:pt x="236" y="808"/>
                  </a:lnTo>
                  <a:lnTo>
                    <a:pt x="236" y="741"/>
                  </a:lnTo>
                  <a:lnTo>
                    <a:pt x="943" y="438"/>
                  </a:lnTo>
                  <a:lnTo>
                    <a:pt x="1280" y="303"/>
                  </a:lnTo>
                  <a:lnTo>
                    <a:pt x="1650" y="236"/>
                  </a:lnTo>
                  <a:close/>
                  <a:moveTo>
                    <a:pt x="1751" y="0"/>
                  </a:moveTo>
                  <a:lnTo>
                    <a:pt x="1347" y="34"/>
                  </a:lnTo>
                  <a:lnTo>
                    <a:pt x="909" y="135"/>
                  </a:lnTo>
                  <a:lnTo>
                    <a:pt x="505" y="337"/>
                  </a:lnTo>
                  <a:lnTo>
                    <a:pt x="337" y="438"/>
                  </a:lnTo>
                  <a:lnTo>
                    <a:pt x="169" y="539"/>
                  </a:lnTo>
                  <a:lnTo>
                    <a:pt x="101" y="539"/>
                  </a:lnTo>
                  <a:lnTo>
                    <a:pt x="34" y="573"/>
                  </a:lnTo>
                  <a:lnTo>
                    <a:pt x="0" y="606"/>
                  </a:lnTo>
                  <a:lnTo>
                    <a:pt x="0" y="674"/>
                  </a:lnTo>
                  <a:lnTo>
                    <a:pt x="0" y="775"/>
                  </a:lnTo>
                  <a:lnTo>
                    <a:pt x="68" y="1010"/>
                  </a:lnTo>
                  <a:lnTo>
                    <a:pt x="337" y="2121"/>
                  </a:lnTo>
                  <a:lnTo>
                    <a:pt x="337" y="2189"/>
                  </a:lnTo>
                  <a:lnTo>
                    <a:pt x="371" y="2222"/>
                  </a:lnTo>
                  <a:lnTo>
                    <a:pt x="472" y="2222"/>
                  </a:lnTo>
                  <a:lnTo>
                    <a:pt x="1313" y="1953"/>
                  </a:lnTo>
                  <a:lnTo>
                    <a:pt x="2121" y="1684"/>
                  </a:lnTo>
                  <a:lnTo>
                    <a:pt x="2189" y="1650"/>
                  </a:lnTo>
                  <a:lnTo>
                    <a:pt x="2222" y="1616"/>
                  </a:lnTo>
                  <a:lnTo>
                    <a:pt x="2222" y="1549"/>
                  </a:lnTo>
                  <a:lnTo>
                    <a:pt x="2222" y="1482"/>
                  </a:lnTo>
                  <a:lnTo>
                    <a:pt x="2088" y="1212"/>
                  </a:lnTo>
                  <a:lnTo>
                    <a:pt x="2054" y="909"/>
                  </a:lnTo>
                  <a:lnTo>
                    <a:pt x="1953" y="270"/>
                  </a:lnTo>
                  <a:lnTo>
                    <a:pt x="1919" y="202"/>
                  </a:lnTo>
                  <a:lnTo>
                    <a:pt x="1886" y="101"/>
                  </a:lnTo>
                  <a:lnTo>
                    <a:pt x="1818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6914175" y="2562050"/>
              <a:ext cx="15175" cy="24425"/>
            </a:xfrm>
            <a:custGeom>
              <a:avLst/>
              <a:gdLst/>
              <a:ahLst/>
              <a:cxnLst/>
              <a:rect l="l" t="t" r="r" b="b"/>
              <a:pathLst>
                <a:path w="607" h="977" extrusionOk="0">
                  <a:moveTo>
                    <a:pt x="270" y="1"/>
                  </a:moveTo>
                  <a:lnTo>
                    <a:pt x="135" y="102"/>
                  </a:lnTo>
                  <a:lnTo>
                    <a:pt x="34" y="236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05"/>
                  </a:lnTo>
                  <a:lnTo>
                    <a:pt x="169" y="304"/>
                  </a:lnTo>
                  <a:lnTo>
                    <a:pt x="270" y="236"/>
                  </a:lnTo>
                  <a:lnTo>
                    <a:pt x="304" y="203"/>
                  </a:lnTo>
                  <a:lnTo>
                    <a:pt x="270" y="270"/>
                  </a:lnTo>
                  <a:lnTo>
                    <a:pt x="203" y="405"/>
                  </a:lnTo>
                  <a:lnTo>
                    <a:pt x="203" y="472"/>
                  </a:lnTo>
                  <a:lnTo>
                    <a:pt x="236" y="539"/>
                  </a:lnTo>
                  <a:lnTo>
                    <a:pt x="405" y="539"/>
                  </a:lnTo>
                  <a:lnTo>
                    <a:pt x="405" y="640"/>
                  </a:lnTo>
                  <a:lnTo>
                    <a:pt x="270" y="708"/>
                  </a:lnTo>
                  <a:lnTo>
                    <a:pt x="102" y="809"/>
                  </a:lnTo>
                  <a:lnTo>
                    <a:pt x="34" y="842"/>
                  </a:lnTo>
                  <a:lnTo>
                    <a:pt x="68" y="910"/>
                  </a:lnTo>
                  <a:lnTo>
                    <a:pt x="102" y="943"/>
                  </a:lnTo>
                  <a:lnTo>
                    <a:pt x="169" y="977"/>
                  </a:lnTo>
                  <a:lnTo>
                    <a:pt x="337" y="910"/>
                  </a:lnTo>
                  <a:lnTo>
                    <a:pt x="472" y="809"/>
                  </a:lnTo>
                  <a:lnTo>
                    <a:pt x="573" y="674"/>
                  </a:lnTo>
                  <a:lnTo>
                    <a:pt x="607" y="607"/>
                  </a:lnTo>
                  <a:lnTo>
                    <a:pt x="607" y="506"/>
                  </a:lnTo>
                  <a:lnTo>
                    <a:pt x="573" y="438"/>
                  </a:lnTo>
                  <a:lnTo>
                    <a:pt x="539" y="405"/>
                  </a:lnTo>
                  <a:lnTo>
                    <a:pt x="438" y="337"/>
                  </a:lnTo>
                  <a:lnTo>
                    <a:pt x="472" y="270"/>
                  </a:lnTo>
                  <a:lnTo>
                    <a:pt x="506" y="169"/>
                  </a:lnTo>
                  <a:lnTo>
                    <a:pt x="472" y="102"/>
                  </a:lnTo>
                  <a:lnTo>
                    <a:pt x="405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6841800" y="2524175"/>
              <a:ext cx="14325" cy="21900"/>
            </a:xfrm>
            <a:custGeom>
              <a:avLst/>
              <a:gdLst/>
              <a:ahLst/>
              <a:cxnLst/>
              <a:rect l="l" t="t" r="r" b="b"/>
              <a:pathLst>
                <a:path w="573" h="876" extrusionOk="0">
                  <a:moveTo>
                    <a:pt x="337" y="0"/>
                  </a:moveTo>
                  <a:lnTo>
                    <a:pt x="236" y="34"/>
                  </a:lnTo>
                  <a:lnTo>
                    <a:pt x="135" y="101"/>
                  </a:lnTo>
                  <a:lnTo>
                    <a:pt x="68" y="169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0" y="472"/>
                  </a:lnTo>
                  <a:lnTo>
                    <a:pt x="68" y="573"/>
                  </a:lnTo>
                  <a:lnTo>
                    <a:pt x="135" y="606"/>
                  </a:lnTo>
                  <a:lnTo>
                    <a:pt x="202" y="573"/>
                  </a:lnTo>
                  <a:lnTo>
                    <a:pt x="303" y="505"/>
                  </a:lnTo>
                  <a:lnTo>
                    <a:pt x="371" y="505"/>
                  </a:lnTo>
                  <a:lnTo>
                    <a:pt x="404" y="573"/>
                  </a:lnTo>
                  <a:lnTo>
                    <a:pt x="371" y="606"/>
                  </a:lnTo>
                  <a:lnTo>
                    <a:pt x="303" y="674"/>
                  </a:lnTo>
                  <a:lnTo>
                    <a:pt x="101" y="674"/>
                  </a:lnTo>
                  <a:lnTo>
                    <a:pt x="34" y="707"/>
                  </a:lnTo>
                  <a:lnTo>
                    <a:pt x="0" y="741"/>
                  </a:lnTo>
                  <a:lnTo>
                    <a:pt x="34" y="775"/>
                  </a:lnTo>
                  <a:lnTo>
                    <a:pt x="101" y="842"/>
                  </a:lnTo>
                  <a:lnTo>
                    <a:pt x="169" y="876"/>
                  </a:lnTo>
                  <a:lnTo>
                    <a:pt x="371" y="842"/>
                  </a:lnTo>
                  <a:lnTo>
                    <a:pt x="438" y="808"/>
                  </a:lnTo>
                  <a:lnTo>
                    <a:pt x="505" y="741"/>
                  </a:lnTo>
                  <a:lnTo>
                    <a:pt x="573" y="640"/>
                  </a:lnTo>
                  <a:lnTo>
                    <a:pt x="573" y="573"/>
                  </a:lnTo>
                  <a:lnTo>
                    <a:pt x="573" y="472"/>
                  </a:lnTo>
                  <a:lnTo>
                    <a:pt x="539" y="404"/>
                  </a:lnTo>
                  <a:lnTo>
                    <a:pt x="472" y="371"/>
                  </a:lnTo>
                  <a:lnTo>
                    <a:pt x="404" y="337"/>
                  </a:lnTo>
                  <a:lnTo>
                    <a:pt x="270" y="337"/>
                  </a:lnTo>
                  <a:lnTo>
                    <a:pt x="169" y="404"/>
                  </a:lnTo>
                  <a:lnTo>
                    <a:pt x="135" y="337"/>
                  </a:lnTo>
                  <a:lnTo>
                    <a:pt x="169" y="303"/>
                  </a:lnTo>
                  <a:lnTo>
                    <a:pt x="270" y="202"/>
                  </a:lnTo>
                  <a:lnTo>
                    <a:pt x="472" y="101"/>
                  </a:lnTo>
                  <a:lnTo>
                    <a:pt x="472" y="68"/>
                  </a:lnTo>
                  <a:lnTo>
                    <a:pt x="438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6716375" y="2637800"/>
              <a:ext cx="66525" cy="59800"/>
            </a:xfrm>
            <a:custGeom>
              <a:avLst/>
              <a:gdLst/>
              <a:ahLst/>
              <a:cxnLst/>
              <a:rect l="l" t="t" r="r" b="b"/>
              <a:pathLst>
                <a:path w="2661" h="2392" extrusionOk="0">
                  <a:moveTo>
                    <a:pt x="1953" y="304"/>
                  </a:moveTo>
                  <a:lnTo>
                    <a:pt x="2021" y="371"/>
                  </a:lnTo>
                  <a:lnTo>
                    <a:pt x="2088" y="472"/>
                  </a:lnTo>
                  <a:lnTo>
                    <a:pt x="2358" y="1347"/>
                  </a:lnTo>
                  <a:lnTo>
                    <a:pt x="2459" y="1718"/>
                  </a:lnTo>
                  <a:lnTo>
                    <a:pt x="2257" y="1718"/>
                  </a:lnTo>
                  <a:lnTo>
                    <a:pt x="2088" y="1751"/>
                  </a:lnTo>
                  <a:lnTo>
                    <a:pt x="1650" y="1852"/>
                  </a:lnTo>
                  <a:lnTo>
                    <a:pt x="1246" y="1987"/>
                  </a:lnTo>
                  <a:lnTo>
                    <a:pt x="977" y="2088"/>
                  </a:lnTo>
                  <a:lnTo>
                    <a:pt x="876" y="2122"/>
                  </a:lnTo>
                  <a:lnTo>
                    <a:pt x="809" y="2088"/>
                  </a:lnTo>
                  <a:lnTo>
                    <a:pt x="741" y="2054"/>
                  </a:lnTo>
                  <a:lnTo>
                    <a:pt x="708" y="1987"/>
                  </a:lnTo>
                  <a:lnTo>
                    <a:pt x="674" y="1852"/>
                  </a:lnTo>
                  <a:lnTo>
                    <a:pt x="640" y="1684"/>
                  </a:lnTo>
                  <a:lnTo>
                    <a:pt x="438" y="876"/>
                  </a:lnTo>
                  <a:lnTo>
                    <a:pt x="876" y="708"/>
                  </a:lnTo>
                  <a:lnTo>
                    <a:pt x="1213" y="607"/>
                  </a:lnTo>
                  <a:lnTo>
                    <a:pt x="1381" y="573"/>
                  </a:lnTo>
                  <a:lnTo>
                    <a:pt x="1549" y="472"/>
                  </a:lnTo>
                  <a:lnTo>
                    <a:pt x="1718" y="371"/>
                  </a:lnTo>
                  <a:lnTo>
                    <a:pt x="1852" y="304"/>
                  </a:lnTo>
                  <a:close/>
                  <a:moveTo>
                    <a:pt x="2021" y="1"/>
                  </a:moveTo>
                  <a:lnTo>
                    <a:pt x="1785" y="102"/>
                  </a:lnTo>
                  <a:lnTo>
                    <a:pt x="1583" y="203"/>
                  </a:lnTo>
                  <a:lnTo>
                    <a:pt x="1347" y="337"/>
                  </a:lnTo>
                  <a:lnTo>
                    <a:pt x="1145" y="405"/>
                  </a:lnTo>
                  <a:lnTo>
                    <a:pt x="573" y="607"/>
                  </a:lnTo>
                  <a:lnTo>
                    <a:pt x="304" y="708"/>
                  </a:lnTo>
                  <a:lnTo>
                    <a:pt x="34" y="842"/>
                  </a:lnTo>
                  <a:lnTo>
                    <a:pt x="1" y="910"/>
                  </a:lnTo>
                  <a:lnTo>
                    <a:pt x="1" y="977"/>
                  </a:lnTo>
                  <a:lnTo>
                    <a:pt x="68" y="1044"/>
                  </a:lnTo>
                  <a:lnTo>
                    <a:pt x="135" y="1044"/>
                  </a:lnTo>
                  <a:lnTo>
                    <a:pt x="304" y="943"/>
                  </a:lnTo>
                  <a:lnTo>
                    <a:pt x="337" y="1280"/>
                  </a:lnTo>
                  <a:lnTo>
                    <a:pt x="405" y="1617"/>
                  </a:lnTo>
                  <a:lnTo>
                    <a:pt x="607" y="2290"/>
                  </a:lnTo>
                  <a:lnTo>
                    <a:pt x="640" y="2357"/>
                  </a:lnTo>
                  <a:lnTo>
                    <a:pt x="708" y="2391"/>
                  </a:lnTo>
                  <a:lnTo>
                    <a:pt x="943" y="2324"/>
                  </a:lnTo>
                  <a:lnTo>
                    <a:pt x="1179" y="2256"/>
                  </a:lnTo>
                  <a:lnTo>
                    <a:pt x="1617" y="2088"/>
                  </a:lnTo>
                  <a:lnTo>
                    <a:pt x="2021" y="1987"/>
                  </a:lnTo>
                  <a:lnTo>
                    <a:pt x="2459" y="1953"/>
                  </a:lnTo>
                  <a:lnTo>
                    <a:pt x="2560" y="1920"/>
                  </a:lnTo>
                  <a:lnTo>
                    <a:pt x="2627" y="1886"/>
                  </a:lnTo>
                  <a:lnTo>
                    <a:pt x="2661" y="1785"/>
                  </a:lnTo>
                  <a:lnTo>
                    <a:pt x="2661" y="1684"/>
                  </a:lnTo>
                  <a:lnTo>
                    <a:pt x="2627" y="1482"/>
                  </a:lnTo>
                  <a:lnTo>
                    <a:pt x="2391" y="775"/>
                  </a:lnTo>
                  <a:lnTo>
                    <a:pt x="2122" y="68"/>
                  </a:lnTo>
                  <a:lnTo>
                    <a:pt x="2088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6851050" y="2572150"/>
              <a:ext cx="24425" cy="21900"/>
            </a:xfrm>
            <a:custGeom>
              <a:avLst/>
              <a:gdLst/>
              <a:ahLst/>
              <a:cxnLst/>
              <a:rect l="l" t="t" r="r" b="b"/>
              <a:pathLst>
                <a:path w="977" h="876" extrusionOk="0">
                  <a:moveTo>
                    <a:pt x="304" y="1"/>
                  </a:moveTo>
                  <a:lnTo>
                    <a:pt x="203" y="68"/>
                  </a:lnTo>
                  <a:lnTo>
                    <a:pt x="102" y="135"/>
                  </a:lnTo>
                  <a:lnTo>
                    <a:pt x="1" y="270"/>
                  </a:lnTo>
                  <a:lnTo>
                    <a:pt x="34" y="304"/>
                  </a:lnTo>
                  <a:lnTo>
                    <a:pt x="68" y="304"/>
                  </a:lnTo>
                  <a:lnTo>
                    <a:pt x="203" y="236"/>
                  </a:lnTo>
                  <a:lnTo>
                    <a:pt x="371" y="203"/>
                  </a:lnTo>
                  <a:lnTo>
                    <a:pt x="337" y="371"/>
                  </a:lnTo>
                  <a:lnTo>
                    <a:pt x="304" y="506"/>
                  </a:lnTo>
                  <a:lnTo>
                    <a:pt x="236" y="640"/>
                  </a:lnTo>
                  <a:lnTo>
                    <a:pt x="236" y="741"/>
                  </a:lnTo>
                  <a:lnTo>
                    <a:pt x="270" y="809"/>
                  </a:lnTo>
                  <a:lnTo>
                    <a:pt x="304" y="876"/>
                  </a:lnTo>
                  <a:lnTo>
                    <a:pt x="573" y="876"/>
                  </a:lnTo>
                  <a:lnTo>
                    <a:pt x="910" y="809"/>
                  </a:lnTo>
                  <a:lnTo>
                    <a:pt x="943" y="775"/>
                  </a:lnTo>
                  <a:lnTo>
                    <a:pt x="977" y="741"/>
                  </a:lnTo>
                  <a:lnTo>
                    <a:pt x="977" y="674"/>
                  </a:lnTo>
                  <a:lnTo>
                    <a:pt x="910" y="573"/>
                  </a:lnTo>
                  <a:lnTo>
                    <a:pt x="842" y="573"/>
                  </a:lnTo>
                  <a:lnTo>
                    <a:pt x="573" y="640"/>
                  </a:lnTo>
                  <a:lnTo>
                    <a:pt x="472" y="674"/>
                  </a:lnTo>
                  <a:lnTo>
                    <a:pt x="438" y="674"/>
                  </a:lnTo>
                  <a:lnTo>
                    <a:pt x="472" y="607"/>
                  </a:lnTo>
                  <a:lnTo>
                    <a:pt x="539" y="371"/>
                  </a:lnTo>
                  <a:lnTo>
                    <a:pt x="573" y="102"/>
                  </a:lnTo>
                  <a:lnTo>
                    <a:pt x="539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6775300" y="2626025"/>
              <a:ext cx="66525" cy="53050"/>
            </a:xfrm>
            <a:custGeom>
              <a:avLst/>
              <a:gdLst/>
              <a:ahLst/>
              <a:cxnLst/>
              <a:rect l="l" t="t" r="r" b="b"/>
              <a:pathLst>
                <a:path w="2661" h="2122" extrusionOk="0">
                  <a:moveTo>
                    <a:pt x="2122" y="236"/>
                  </a:moveTo>
                  <a:lnTo>
                    <a:pt x="2189" y="303"/>
                  </a:lnTo>
                  <a:lnTo>
                    <a:pt x="2256" y="438"/>
                  </a:lnTo>
                  <a:lnTo>
                    <a:pt x="2290" y="606"/>
                  </a:lnTo>
                  <a:lnTo>
                    <a:pt x="2391" y="1111"/>
                  </a:lnTo>
                  <a:lnTo>
                    <a:pt x="2391" y="1246"/>
                  </a:lnTo>
                  <a:lnTo>
                    <a:pt x="2391" y="1347"/>
                  </a:lnTo>
                  <a:lnTo>
                    <a:pt x="2357" y="1448"/>
                  </a:lnTo>
                  <a:lnTo>
                    <a:pt x="2324" y="1515"/>
                  </a:lnTo>
                  <a:lnTo>
                    <a:pt x="2189" y="1650"/>
                  </a:lnTo>
                  <a:lnTo>
                    <a:pt x="2021" y="1751"/>
                  </a:lnTo>
                  <a:lnTo>
                    <a:pt x="1819" y="1818"/>
                  </a:lnTo>
                  <a:lnTo>
                    <a:pt x="1617" y="1852"/>
                  </a:lnTo>
                  <a:lnTo>
                    <a:pt x="1179" y="1886"/>
                  </a:lnTo>
                  <a:lnTo>
                    <a:pt x="1044" y="1886"/>
                  </a:lnTo>
                  <a:lnTo>
                    <a:pt x="943" y="1785"/>
                  </a:lnTo>
                  <a:lnTo>
                    <a:pt x="842" y="1650"/>
                  </a:lnTo>
                  <a:lnTo>
                    <a:pt x="775" y="1515"/>
                  </a:lnTo>
                  <a:lnTo>
                    <a:pt x="674" y="1145"/>
                  </a:lnTo>
                  <a:lnTo>
                    <a:pt x="607" y="775"/>
                  </a:lnTo>
                  <a:lnTo>
                    <a:pt x="1112" y="640"/>
                  </a:lnTo>
                  <a:lnTo>
                    <a:pt x="1583" y="472"/>
                  </a:lnTo>
                  <a:lnTo>
                    <a:pt x="2054" y="236"/>
                  </a:lnTo>
                  <a:close/>
                  <a:moveTo>
                    <a:pt x="1987" y="0"/>
                  </a:moveTo>
                  <a:lnTo>
                    <a:pt x="1650" y="169"/>
                  </a:lnTo>
                  <a:lnTo>
                    <a:pt x="1381" y="303"/>
                  </a:lnTo>
                  <a:lnTo>
                    <a:pt x="1112" y="404"/>
                  </a:lnTo>
                  <a:lnTo>
                    <a:pt x="539" y="539"/>
                  </a:lnTo>
                  <a:lnTo>
                    <a:pt x="472" y="438"/>
                  </a:lnTo>
                  <a:lnTo>
                    <a:pt x="472" y="472"/>
                  </a:lnTo>
                  <a:lnTo>
                    <a:pt x="438" y="539"/>
                  </a:lnTo>
                  <a:lnTo>
                    <a:pt x="102" y="640"/>
                  </a:lnTo>
                  <a:lnTo>
                    <a:pt x="34" y="640"/>
                  </a:lnTo>
                  <a:lnTo>
                    <a:pt x="1" y="674"/>
                  </a:lnTo>
                  <a:lnTo>
                    <a:pt x="1" y="775"/>
                  </a:lnTo>
                  <a:lnTo>
                    <a:pt x="68" y="842"/>
                  </a:lnTo>
                  <a:lnTo>
                    <a:pt x="135" y="842"/>
                  </a:lnTo>
                  <a:lnTo>
                    <a:pt x="405" y="808"/>
                  </a:lnTo>
                  <a:lnTo>
                    <a:pt x="438" y="1179"/>
                  </a:lnTo>
                  <a:lnTo>
                    <a:pt x="539" y="1583"/>
                  </a:lnTo>
                  <a:lnTo>
                    <a:pt x="640" y="1751"/>
                  </a:lnTo>
                  <a:lnTo>
                    <a:pt x="708" y="1886"/>
                  </a:lnTo>
                  <a:lnTo>
                    <a:pt x="809" y="2020"/>
                  </a:lnTo>
                  <a:lnTo>
                    <a:pt x="943" y="2088"/>
                  </a:lnTo>
                  <a:lnTo>
                    <a:pt x="1179" y="2121"/>
                  </a:lnTo>
                  <a:lnTo>
                    <a:pt x="1415" y="2121"/>
                  </a:lnTo>
                  <a:lnTo>
                    <a:pt x="1650" y="2088"/>
                  </a:lnTo>
                  <a:lnTo>
                    <a:pt x="1852" y="2054"/>
                  </a:lnTo>
                  <a:lnTo>
                    <a:pt x="2223" y="1987"/>
                  </a:lnTo>
                  <a:lnTo>
                    <a:pt x="2391" y="1919"/>
                  </a:lnTo>
                  <a:lnTo>
                    <a:pt x="2458" y="1886"/>
                  </a:lnTo>
                  <a:lnTo>
                    <a:pt x="2526" y="1818"/>
                  </a:lnTo>
                  <a:lnTo>
                    <a:pt x="2627" y="1616"/>
                  </a:lnTo>
                  <a:lnTo>
                    <a:pt x="2660" y="1448"/>
                  </a:lnTo>
                  <a:lnTo>
                    <a:pt x="2627" y="1246"/>
                  </a:lnTo>
                  <a:lnTo>
                    <a:pt x="2593" y="1044"/>
                  </a:lnTo>
                  <a:lnTo>
                    <a:pt x="2526" y="505"/>
                  </a:lnTo>
                  <a:lnTo>
                    <a:pt x="2458" y="236"/>
                  </a:lnTo>
                  <a:lnTo>
                    <a:pt x="2391" y="135"/>
                  </a:lnTo>
                  <a:lnTo>
                    <a:pt x="2324" y="34"/>
                  </a:lnTo>
                  <a:lnTo>
                    <a:pt x="2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6698700" y="2537650"/>
              <a:ext cx="58100" cy="48825"/>
            </a:xfrm>
            <a:custGeom>
              <a:avLst/>
              <a:gdLst/>
              <a:ahLst/>
              <a:cxnLst/>
              <a:rect l="l" t="t" r="r" b="b"/>
              <a:pathLst>
                <a:path w="2324" h="1953" extrusionOk="0">
                  <a:moveTo>
                    <a:pt x="1650" y="236"/>
                  </a:moveTo>
                  <a:lnTo>
                    <a:pt x="1718" y="269"/>
                  </a:lnTo>
                  <a:lnTo>
                    <a:pt x="1785" y="303"/>
                  </a:lnTo>
                  <a:lnTo>
                    <a:pt x="1886" y="438"/>
                  </a:lnTo>
                  <a:lnTo>
                    <a:pt x="1987" y="606"/>
                  </a:lnTo>
                  <a:lnTo>
                    <a:pt x="2021" y="808"/>
                  </a:lnTo>
                  <a:lnTo>
                    <a:pt x="2088" y="1010"/>
                  </a:lnTo>
                  <a:lnTo>
                    <a:pt x="2122" y="1414"/>
                  </a:lnTo>
                  <a:lnTo>
                    <a:pt x="1516" y="1549"/>
                  </a:lnTo>
                  <a:lnTo>
                    <a:pt x="910" y="1684"/>
                  </a:lnTo>
                  <a:lnTo>
                    <a:pt x="472" y="1684"/>
                  </a:lnTo>
                  <a:lnTo>
                    <a:pt x="371" y="1381"/>
                  </a:lnTo>
                  <a:lnTo>
                    <a:pt x="169" y="741"/>
                  </a:lnTo>
                  <a:lnTo>
                    <a:pt x="809" y="471"/>
                  </a:lnTo>
                  <a:lnTo>
                    <a:pt x="1112" y="337"/>
                  </a:lnTo>
                  <a:lnTo>
                    <a:pt x="1482" y="236"/>
                  </a:lnTo>
                  <a:close/>
                  <a:moveTo>
                    <a:pt x="1684" y="0"/>
                  </a:moveTo>
                  <a:lnTo>
                    <a:pt x="1482" y="34"/>
                  </a:lnTo>
                  <a:lnTo>
                    <a:pt x="1112" y="168"/>
                  </a:lnTo>
                  <a:lnTo>
                    <a:pt x="607" y="370"/>
                  </a:lnTo>
                  <a:lnTo>
                    <a:pt x="102" y="606"/>
                  </a:lnTo>
                  <a:lnTo>
                    <a:pt x="68" y="572"/>
                  </a:lnTo>
                  <a:lnTo>
                    <a:pt x="1" y="572"/>
                  </a:lnTo>
                  <a:lnTo>
                    <a:pt x="1" y="640"/>
                  </a:lnTo>
                  <a:lnTo>
                    <a:pt x="34" y="943"/>
                  </a:lnTo>
                  <a:lnTo>
                    <a:pt x="102" y="1280"/>
                  </a:lnTo>
                  <a:lnTo>
                    <a:pt x="304" y="1886"/>
                  </a:lnTo>
                  <a:lnTo>
                    <a:pt x="371" y="1919"/>
                  </a:lnTo>
                  <a:lnTo>
                    <a:pt x="438" y="1953"/>
                  </a:lnTo>
                  <a:lnTo>
                    <a:pt x="876" y="1886"/>
                  </a:lnTo>
                  <a:lnTo>
                    <a:pt x="1347" y="1818"/>
                  </a:lnTo>
                  <a:lnTo>
                    <a:pt x="1819" y="1717"/>
                  </a:lnTo>
                  <a:lnTo>
                    <a:pt x="2256" y="1583"/>
                  </a:lnTo>
                  <a:lnTo>
                    <a:pt x="2324" y="1515"/>
                  </a:lnTo>
                  <a:lnTo>
                    <a:pt x="2324" y="1448"/>
                  </a:lnTo>
                  <a:lnTo>
                    <a:pt x="2088" y="370"/>
                  </a:lnTo>
                  <a:lnTo>
                    <a:pt x="2021" y="135"/>
                  </a:lnTo>
                  <a:lnTo>
                    <a:pt x="1953" y="67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740800" y="2658000"/>
              <a:ext cx="19375" cy="24450"/>
            </a:xfrm>
            <a:custGeom>
              <a:avLst/>
              <a:gdLst/>
              <a:ahLst/>
              <a:cxnLst/>
              <a:rect l="l" t="t" r="r" b="b"/>
              <a:pathLst>
                <a:path w="775" h="978" extrusionOk="0">
                  <a:moveTo>
                    <a:pt x="741" y="1"/>
                  </a:moveTo>
                  <a:lnTo>
                    <a:pt x="673" y="34"/>
                  </a:lnTo>
                  <a:lnTo>
                    <a:pt x="606" y="34"/>
                  </a:lnTo>
                  <a:lnTo>
                    <a:pt x="505" y="135"/>
                  </a:lnTo>
                  <a:lnTo>
                    <a:pt x="269" y="472"/>
                  </a:lnTo>
                  <a:lnTo>
                    <a:pt x="67" y="708"/>
                  </a:lnTo>
                  <a:lnTo>
                    <a:pt x="0" y="809"/>
                  </a:lnTo>
                  <a:lnTo>
                    <a:pt x="0" y="876"/>
                  </a:lnTo>
                  <a:lnTo>
                    <a:pt x="0" y="977"/>
                  </a:lnTo>
                  <a:lnTo>
                    <a:pt x="67" y="977"/>
                  </a:lnTo>
                  <a:lnTo>
                    <a:pt x="135" y="943"/>
                  </a:lnTo>
                  <a:lnTo>
                    <a:pt x="269" y="809"/>
                  </a:lnTo>
                  <a:lnTo>
                    <a:pt x="471" y="573"/>
                  </a:lnTo>
                  <a:lnTo>
                    <a:pt x="673" y="337"/>
                  </a:lnTo>
                  <a:lnTo>
                    <a:pt x="774" y="203"/>
                  </a:lnTo>
                  <a:lnTo>
                    <a:pt x="774" y="135"/>
                  </a:lnTo>
                  <a:lnTo>
                    <a:pt x="774" y="68"/>
                  </a:lnTo>
                  <a:lnTo>
                    <a:pt x="774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6705450" y="2585625"/>
              <a:ext cx="62300" cy="57250"/>
            </a:xfrm>
            <a:custGeom>
              <a:avLst/>
              <a:gdLst/>
              <a:ahLst/>
              <a:cxnLst/>
              <a:rect l="l" t="t" r="r" b="b"/>
              <a:pathLst>
                <a:path w="2492" h="2290" extrusionOk="0">
                  <a:moveTo>
                    <a:pt x="2087" y="270"/>
                  </a:moveTo>
                  <a:lnTo>
                    <a:pt x="2155" y="505"/>
                  </a:lnTo>
                  <a:lnTo>
                    <a:pt x="2188" y="741"/>
                  </a:lnTo>
                  <a:lnTo>
                    <a:pt x="2222" y="1212"/>
                  </a:lnTo>
                  <a:lnTo>
                    <a:pt x="2222" y="1381"/>
                  </a:lnTo>
                  <a:lnTo>
                    <a:pt x="2155" y="1515"/>
                  </a:lnTo>
                  <a:lnTo>
                    <a:pt x="2054" y="1583"/>
                  </a:lnTo>
                  <a:lnTo>
                    <a:pt x="1919" y="1650"/>
                  </a:lnTo>
                  <a:lnTo>
                    <a:pt x="1616" y="1751"/>
                  </a:lnTo>
                  <a:lnTo>
                    <a:pt x="1481" y="1818"/>
                  </a:lnTo>
                  <a:lnTo>
                    <a:pt x="1347" y="1886"/>
                  </a:lnTo>
                  <a:lnTo>
                    <a:pt x="1212" y="1953"/>
                  </a:lnTo>
                  <a:lnTo>
                    <a:pt x="976" y="2054"/>
                  </a:lnTo>
                  <a:lnTo>
                    <a:pt x="741" y="2088"/>
                  </a:lnTo>
                  <a:lnTo>
                    <a:pt x="673" y="2054"/>
                  </a:lnTo>
                  <a:lnTo>
                    <a:pt x="606" y="1987"/>
                  </a:lnTo>
                  <a:lnTo>
                    <a:pt x="505" y="1549"/>
                  </a:lnTo>
                  <a:lnTo>
                    <a:pt x="438" y="1179"/>
                  </a:lnTo>
                  <a:lnTo>
                    <a:pt x="337" y="808"/>
                  </a:lnTo>
                  <a:lnTo>
                    <a:pt x="572" y="674"/>
                  </a:lnTo>
                  <a:lnTo>
                    <a:pt x="808" y="606"/>
                  </a:lnTo>
                  <a:lnTo>
                    <a:pt x="1077" y="539"/>
                  </a:lnTo>
                  <a:lnTo>
                    <a:pt x="1347" y="472"/>
                  </a:lnTo>
                  <a:lnTo>
                    <a:pt x="1751" y="438"/>
                  </a:lnTo>
                  <a:lnTo>
                    <a:pt x="1919" y="371"/>
                  </a:lnTo>
                  <a:lnTo>
                    <a:pt x="2087" y="270"/>
                  </a:lnTo>
                  <a:close/>
                  <a:moveTo>
                    <a:pt x="2087" y="0"/>
                  </a:moveTo>
                  <a:lnTo>
                    <a:pt x="2054" y="34"/>
                  </a:lnTo>
                  <a:lnTo>
                    <a:pt x="1953" y="101"/>
                  </a:lnTo>
                  <a:lnTo>
                    <a:pt x="1818" y="169"/>
                  </a:lnTo>
                  <a:lnTo>
                    <a:pt x="1549" y="270"/>
                  </a:lnTo>
                  <a:lnTo>
                    <a:pt x="1279" y="303"/>
                  </a:lnTo>
                  <a:lnTo>
                    <a:pt x="976" y="337"/>
                  </a:lnTo>
                  <a:lnTo>
                    <a:pt x="707" y="371"/>
                  </a:lnTo>
                  <a:lnTo>
                    <a:pt x="438" y="438"/>
                  </a:lnTo>
                  <a:lnTo>
                    <a:pt x="303" y="505"/>
                  </a:lnTo>
                  <a:lnTo>
                    <a:pt x="202" y="606"/>
                  </a:lnTo>
                  <a:lnTo>
                    <a:pt x="101" y="674"/>
                  </a:lnTo>
                  <a:lnTo>
                    <a:pt x="0" y="808"/>
                  </a:lnTo>
                  <a:lnTo>
                    <a:pt x="0" y="876"/>
                  </a:lnTo>
                  <a:lnTo>
                    <a:pt x="34" y="909"/>
                  </a:lnTo>
                  <a:lnTo>
                    <a:pt x="67" y="943"/>
                  </a:lnTo>
                  <a:lnTo>
                    <a:pt x="135" y="909"/>
                  </a:lnTo>
                  <a:lnTo>
                    <a:pt x="236" y="876"/>
                  </a:lnTo>
                  <a:lnTo>
                    <a:pt x="236" y="1179"/>
                  </a:lnTo>
                  <a:lnTo>
                    <a:pt x="269" y="1515"/>
                  </a:lnTo>
                  <a:lnTo>
                    <a:pt x="337" y="1818"/>
                  </a:lnTo>
                  <a:lnTo>
                    <a:pt x="438" y="2121"/>
                  </a:lnTo>
                  <a:lnTo>
                    <a:pt x="505" y="2222"/>
                  </a:lnTo>
                  <a:lnTo>
                    <a:pt x="572" y="2290"/>
                  </a:lnTo>
                  <a:lnTo>
                    <a:pt x="842" y="2290"/>
                  </a:lnTo>
                  <a:lnTo>
                    <a:pt x="1111" y="2222"/>
                  </a:lnTo>
                  <a:lnTo>
                    <a:pt x="1313" y="2155"/>
                  </a:lnTo>
                  <a:lnTo>
                    <a:pt x="1481" y="2088"/>
                  </a:lnTo>
                  <a:lnTo>
                    <a:pt x="1650" y="2020"/>
                  </a:lnTo>
                  <a:lnTo>
                    <a:pt x="1953" y="1953"/>
                  </a:lnTo>
                  <a:lnTo>
                    <a:pt x="2087" y="1886"/>
                  </a:lnTo>
                  <a:lnTo>
                    <a:pt x="2222" y="1785"/>
                  </a:lnTo>
                  <a:lnTo>
                    <a:pt x="2323" y="1684"/>
                  </a:lnTo>
                  <a:lnTo>
                    <a:pt x="2424" y="1515"/>
                  </a:lnTo>
                  <a:lnTo>
                    <a:pt x="2458" y="1347"/>
                  </a:lnTo>
                  <a:lnTo>
                    <a:pt x="2491" y="1145"/>
                  </a:lnTo>
                  <a:lnTo>
                    <a:pt x="2458" y="775"/>
                  </a:lnTo>
                  <a:lnTo>
                    <a:pt x="2357" y="371"/>
                  </a:lnTo>
                  <a:lnTo>
                    <a:pt x="2222" y="34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6806450" y="2643700"/>
              <a:ext cx="14325" cy="23600"/>
            </a:xfrm>
            <a:custGeom>
              <a:avLst/>
              <a:gdLst/>
              <a:ahLst/>
              <a:cxnLst/>
              <a:rect l="l" t="t" r="r" b="b"/>
              <a:pathLst>
                <a:path w="573" h="944" extrusionOk="0">
                  <a:moveTo>
                    <a:pt x="337" y="236"/>
                  </a:moveTo>
                  <a:lnTo>
                    <a:pt x="337" y="472"/>
                  </a:lnTo>
                  <a:lnTo>
                    <a:pt x="270" y="707"/>
                  </a:lnTo>
                  <a:lnTo>
                    <a:pt x="236" y="707"/>
                  </a:lnTo>
                  <a:lnTo>
                    <a:pt x="202" y="539"/>
                  </a:lnTo>
                  <a:lnTo>
                    <a:pt x="236" y="404"/>
                  </a:lnTo>
                  <a:lnTo>
                    <a:pt x="270" y="303"/>
                  </a:lnTo>
                  <a:lnTo>
                    <a:pt x="337" y="236"/>
                  </a:lnTo>
                  <a:close/>
                  <a:moveTo>
                    <a:pt x="303" y="0"/>
                  </a:moveTo>
                  <a:lnTo>
                    <a:pt x="202" y="68"/>
                  </a:lnTo>
                  <a:lnTo>
                    <a:pt x="135" y="135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5"/>
                  </a:lnTo>
                  <a:lnTo>
                    <a:pt x="0" y="640"/>
                  </a:lnTo>
                  <a:lnTo>
                    <a:pt x="34" y="775"/>
                  </a:lnTo>
                  <a:lnTo>
                    <a:pt x="101" y="876"/>
                  </a:lnTo>
                  <a:lnTo>
                    <a:pt x="135" y="909"/>
                  </a:lnTo>
                  <a:lnTo>
                    <a:pt x="202" y="943"/>
                  </a:lnTo>
                  <a:lnTo>
                    <a:pt x="337" y="909"/>
                  </a:lnTo>
                  <a:lnTo>
                    <a:pt x="438" y="842"/>
                  </a:lnTo>
                  <a:lnTo>
                    <a:pt x="472" y="775"/>
                  </a:lnTo>
                  <a:lnTo>
                    <a:pt x="505" y="674"/>
                  </a:lnTo>
                  <a:lnTo>
                    <a:pt x="573" y="404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68"/>
                  </a:lnTo>
                  <a:lnTo>
                    <a:pt x="404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6932700" y="2630225"/>
              <a:ext cx="5925" cy="5075"/>
            </a:xfrm>
            <a:custGeom>
              <a:avLst/>
              <a:gdLst/>
              <a:ahLst/>
              <a:cxnLst/>
              <a:rect l="l" t="t" r="r" b="b"/>
              <a:pathLst>
                <a:path w="237" h="203" extrusionOk="0">
                  <a:moveTo>
                    <a:pt x="68" y="1"/>
                  </a:moveTo>
                  <a:lnTo>
                    <a:pt x="34" y="34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68" y="203"/>
                  </a:lnTo>
                  <a:lnTo>
                    <a:pt x="135" y="203"/>
                  </a:lnTo>
                  <a:lnTo>
                    <a:pt x="202" y="169"/>
                  </a:lnTo>
                  <a:lnTo>
                    <a:pt x="236" y="169"/>
                  </a:lnTo>
                  <a:lnTo>
                    <a:pt x="236" y="102"/>
                  </a:lnTo>
                  <a:lnTo>
                    <a:pt x="236" y="68"/>
                  </a:lnTo>
                  <a:lnTo>
                    <a:pt x="202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903250" y="2595725"/>
              <a:ext cx="58925" cy="53875"/>
            </a:xfrm>
            <a:custGeom>
              <a:avLst/>
              <a:gdLst/>
              <a:ahLst/>
              <a:cxnLst/>
              <a:rect l="l" t="t" r="r" b="b"/>
              <a:pathLst>
                <a:path w="2357" h="2155" extrusionOk="0">
                  <a:moveTo>
                    <a:pt x="1885" y="202"/>
                  </a:moveTo>
                  <a:lnTo>
                    <a:pt x="1986" y="640"/>
                  </a:lnTo>
                  <a:lnTo>
                    <a:pt x="2087" y="1044"/>
                  </a:lnTo>
                  <a:lnTo>
                    <a:pt x="2121" y="1313"/>
                  </a:lnTo>
                  <a:lnTo>
                    <a:pt x="2121" y="1448"/>
                  </a:lnTo>
                  <a:lnTo>
                    <a:pt x="2087" y="1515"/>
                  </a:lnTo>
                  <a:lnTo>
                    <a:pt x="2020" y="1549"/>
                  </a:lnTo>
                  <a:lnTo>
                    <a:pt x="1481" y="1751"/>
                  </a:lnTo>
                  <a:lnTo>
                    <a:pt x="1077" y="1886"/>
                  </a:lnTo>
                  <a:lnTo>
                    <a:pt x="943" y="1919"/>
                  </a:lnTo>
                  <a:lnTo>
                    <a:pt x="808" y="1919"/>
                  </a:lnTo>
                  <a:lnTo>
                    <a:pt x="741" y="1886"/>
                  </a:lnTo>
                  <a:lnTo>
                    <a:pt x="673" y="1751"/>
                  </a:lnTo>
                  <a:lnTo>
                    <a:pt x="640" y="1583"/>
                  </a:lnTo>
                  <a:lnTo>
                    <a:pt x="505" y="1145"/>
                  </a:lnTo>
                  <a:lnTo>
                    <a:pt x="370" y="707"/>
                  </a:lnTo>
                  <a:lnTo>
                    <a:pt x="1885" y="202"/>
                  </a:lnTo>
                  <a:close/>
                  <a:moveTo>
                    <a:pt x="1919" y="0"/>
                  </a:moveTo>
                  <a:lnTo>
                    <a:pt x="1347" y="202"/>
                  </a:lnTo>
                  <a:lnTo>
                    <a:pt x="774" y="371"/>
                  </a:lnTo>
                  <a:lnTo>
                    <a:pt x="370" y="438"/>
                  </a:lnTo>
                  <a:lnTo>
                    <a:pt x="202" y="505"/>
                  </a:lnTo>
                  <a:lnTo>
                    <a:pt x="101" y="573"/>
                  </a:lnTo>
                  <a:lnTo>
                    <a:pt x="34" y="640"/>
                  </a:lnTo>
                  <a:lnTo>
                    <a:pt x="0" y="707"/>
                  </a:lnTo>
                  <a:lnTo>
                    <a:pt x="34" y="775"/>
                  </a:lnTo>
                  <a:lnTo>
                    <a:pt x="34" y="808"/>
                  </a:lnTo>
                  <a:lnTo>
                    <a:pt x="67" y="842"/>
                  </a:lnTo>
                  <a:lnTo>
                    <a:pt x="202" y="842"/>
                  </a:lnTo>
                  <a:lnTo>
                    <a:pt x="236" y="775"/>
                  </a:lnTo>
                  <a:lnTo>
                    <a:pt x="236" y="1078"/>
                  </a:lnTo>
                  <a:lnTo>
                    <a:pt x="303" y="1381"/>
                  </a:lnTo>
                  <a:lnTo>
                    <a:pt x="505" y="1919"/>
                  </a:lnTo>
                  <a:lnTo>
                    <a:pt x="572" y="2054"/>
                  </a:lnTo>
                  <a:lnTo>
                    <a:pt x="673" y="2121"/>
                  </a:lnTo>
                  <a:lnTo>
                    <a:pt x="774" y="2155"/>
                  </a:lnTo>
                  <a:lnTo>
                    <a:pt x="909" y="2155"/>
                  </a:lnTo>
                  <a:lnTo>
                    <a:pt x="1145" y="2088"/>
                  </a:lnTo>
                  <a:lnTo>
                    <a:pt x="1414" y="2020"/>
                  </a:lnTo>
                  <a:lnTo>
                    <a:pt x="1919" y="1852"/>
                  </a:lnTo>
                  <a:lnTo>
                    <a:pt x="2054" y="1785"/>
                  </a:lnTo>
                  <a:lnTo>
                    <a:pt x="2188" y="1717"/>
                  </a:lnTo>
                  <a:lnTo>
                    <a:pt x="2289" y="1650"/>
                  </a:lnTo>
                  <a:lnTo>
                    <a:pt x="2323" y="1549"/>
                  </a:lnTo>
                  <a:lnTo>
                    <a:pt x="2357" y="1381"/>
                  </a:lnTo>
                  <a:lnTo>
                    <a:pt x="2357" y="1179"/>
                  </a:lnTo>
                  <a:lnTo>
                    <a:pt x="2289" y="775"/>
                  </a:lnTo>
                  <a:lnTo>
                    <a:pt x="2155" y="404"/>
                  </a:lnTo>
                  <a:lnTo>
                    <a:pt x="2020" y="68"/>
                  </a:lnTo>
                  <a:lnTo>
                    <a:pt x="1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844325" y="2609175"/>
              <a:ext cx="64000" cy="55600"/>
            </a:xfrm>
            <a:custGeom>
              <a:avLst/>
              <a:gdLst/>
              <a:ahLst/>
              <a:cxnLst/>
              <a:rect l="l" t="t" r="r" b="b"/>
              <a:pathLst>
                <a:path w="2560" h="2224" extrusionOk="0">
                  <a:moveTo>
                    <a:pt x="1852" y="304"/>
                  </a:moveTo>
                  <a:lnTo>
                    <a:pt x="1953" y="338"/>
                  </a:lnTo>
                  <a:lnTo>
                    <a:pt x="1987" y="371"/>
                  </a:lnTo>
                  <a:lnTo>
                    <a:pt x="2020" y="439"/>
                  </a:lnTo>
                  <a:lnTo>
                    <a:pt x="2020" y="708"/>
                  </a:lnTo>
                  <a:lnTo>
                    <a:pt x="2054" y="977"/>
                  </a:lnTo>
                  <a:lnTo>
                    <a:pt x="2121" y="1247"/>
                  </a:lnTo>
                  <a:lnTo>
                    <a:pt x="2256" y="1482"/>
                  </a:lnTo>
                  <a:lnTo>
                    <a:pt x="1549" y="1752"/>
                  </a:lnTo>
                  <a:lnTo>
                    <a:pt x="1179" y="1886"/>
                  </a:lnTo>
                  <a:lnTo>
                    <a:pt x="808" y="1954"/>
                  </a:lnTo>
                  <a:lnTo>
                    <a:pt x="741" y="1954"/>
                  </a:lnTo>
                  <a:lnTo>
                    <a:pt x="640" y="1853"/>
                  </a:lnTo>
                  <a:lnTo>
                    <a:pt x="573" y="1718"/>
                  </a:lnTo>
                  <a:lnTo>
                    <a:pt x="472" y="1550"/>
                  </a:lnTo>
                  <a:lnTo>
                    <a:pt x="236" y="809"/>
                  </a:lnTo>
                  <a:lnTo>
                    <a:pt x="977" y="540"/>
                  </a:lnTo>
                  <a:lnTo>
                    <a:pt x="1179" y="472"/>
                  </a:lnTo>
                  <a:lnTo>
                    <a:pt x="1549" y="338"/>
                  </a:lnTo>
                  <a:lnTo>
                    <a:pt x="1717" y="304"/>
                  </a:lnTo>
                  <a:close/>
                  <a:moveTo>
                    <a:pt x="1886" y="1"/>
                  </a:moveTo>
                  <a:lnTo>
                    <a:pt x="1717" y="35"/>
                  </a:lnTo>
                  <a:lnTo>
                    <a:pt x="1381" y="136"/>
                  </a:lnTo>
                  <a:lnTo>
                    <a:pt x="68" y="607"/>
                  </a:lnTo>
                  <a:lnTo>
                    <a:pt x="0" y="674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101" y="843"/>
                  </a:lnTo>
                  <a:lnTo>
                    <a:pt x="135" y="1078"/>
                  </a:lnTo>
                  <a:lnTo>
                    <a:pt x="202" y="1280"/>
                  </a:lnTo>
                  <a:lnTo>
                    <a:pt x="337" y="1718"/>
                  </a:lnTo>
                  <a:lnTo>
                    <a:pt x="404" y="1987"/>
                  </a:lnTo>
                  <a:lnTo>
                    <a:pt x="472" y="2122"/>
                  </a:lnTo>
                  <a:lnTo>
                    <a:pt x="505" y="2189"/>
                  </a:lnTo>
                  <a:lnTo>
                    <a:pt x="573" y="2223"/>
                  </a:lnTo>
                  <a:lnTo>
                    <a:pt x="775" y="2223"/>
                  </a:lnTo>
                  <a:lnTo>
                    <a:pt x="977" y="2189"/>
                  </a:lnTo>
                  <a:lnTo>
                    <a:pt x="1414" y="2088"/>
                  </a:lnTo>
                  <a:lnTo>
                    <a:pt x="1684" y="1987"/>
                  </a:lnTo>
                  <a:lnTo>
                    <a:pt x="1953" y="1886"/>
                  </a:lnTo>
                  <a:lnTo>
                    <a:pt x="2492" y="1651"/>
                  </a:lnTo>
                  <a:lnTo>
                    <a:pt x="2525" y="1617"/>
                  </a:lnTo>
                  <a:lnTo>
                    <a:pt x="2525" y="1583"/>
                  </a:lnTo>
                  <a:lnTo>
                    <a:pt x="2559" y="1516"/>
                  </a:lnTo>
                  <a:lnTo>
                    <a:pt x="2525" y="1482"/>
                  </a:lnTo>
                  <a:lnTo>
                    <a:pt x="2391" y="1247"/>
                  </a:lnTo>
                  <a:lnTo>
                    <a:pt x="2290" y="977"/>
                  </a:lnTo>
                  <a:lnTo>
                    <a:pt x="2256" y="708"/>
                  </a:lnTo>
                  <a:lnTo>
                    <a:pt x="2256" y="439"/>
                  </a:lnTo>
                  <a:lnTo>
                    <a:pt x="2256" y="304"/>
                  </a:lnTo>
                  <a:lnTo>
                    <a:pt x="2222" y="203"/>
                  </a:lnTo>
                  <a:lnTo>
                    <a:pt x="2155" y="102"/>
                  </a:lnTo>
                  <a:lnTo>
                    <a:pt x="2054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835050" y="2561200"/>
              <a:ext cx="56425" cy="55575"/>
            </a:xfrm>
            <a:custGeom>
              <a:avLst/>
              <a:gdLst/>
              <a:ahLst/>
              <a:cxnLst/>
              <a:rect l="l" t="t" r="r" b="b"/>
              <a:pathLst>
                <a:path w="2257" h="2223" extrusionOk="0">
                  <a:moveTo>
                    <a:pt x="1651" y="237"/>
                  </a:moveTo>
                  <a:lnTo>
                    <a:pt x="1752" y="573"/>
                  </a:lnTo>
                  <a:lnTo>
                    <a:pt x="1853" y="944"/>
                  </a:lnTo>
                  <a:lnTo>
                    <a:pt x="1954" y="1381"/>
                  </a:lnTo>
                  <a:lnTo>
                    <a:pt x="1987" y="1482"/>
                  </a:lnTo>
                  <a:lnTo>
                    <a:pt x="1987" y="1550"/>
                  </a:lnTo>
                  <a:lnTo>
                    <a:pt x="1954" y="1550"/>
                  </a:lnTo>
                  <a:lnTo>
                    <a:pt x="1853" y="1583"/>
                  </a:lnTo>
                  <a:lnTo>
                    <a:pt x="1516" y="1617"/>
                  </a:lnTo>
                  <a:lnTo>
                    <a:pt x="1213" y="1684"/>
                  </a:lnTo>
                  <a:lnTo>
                    <a:pt x="876" y="1819"/>
                  </a:lnTo>
                  <a:lnTo>
                    <a:pt x="573" y="1954"/>
                  </a:lnTo>
                  <a:lnTo>
                    <a:pt x="540" y="1954"/>
                  </a:lnTo>
                  <a:lnTo>
                    <a:pt x="506" y="1886"/>
                  </a:lnTo>
                  <a:lnTo>
                    <a:pt x="439" y="1617"/>
                  </a:lnTo>
                  <a:lnTo>
                    <a:pt x="338" y="1213"/>
                  </a:lnTo>
                  <a:lnTo>
                    <a:pt x="203" y="472"/>
                  </a:lnTo>
                  <a:lnTo>
                    <a:pt x="1078" y="304"/>
                  </a:lnTo>
                  <a:lnTo>
                    <a:pt x="1449" y="237"/>
                  </a:lnTo>
                  <a:close/>
                  <a:moveTo>
                    <a:pt x="1550" y="1"/>
                  </a:moveTo>
                  <a:lnTo>
                    <a:pt x="1247" y="68"/>
                  </a:lnTo>
                  <a:lnTo>
                    <a:pt x="674" y="169"/>
                  </a:lnTo>
                  <a:lnTo>
                    <a:pt x="405" y="270"/>
                  </a:lnTo>
                  <a:lnTo>
                    <a:pt x="136" y="338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39"/>
                  </a:lnTo>
                  <a:lnTo>
                    <a:pt x="1" y="708"/>
                  </a:lnTo>
                  <a:lnTo>
                    <a:pt x="68" y="944"/>
                  </a:lnTo>
                  <a:lnTo>
                    <a:pt x="169" y="1449"/>
                  </a:lnTo>
                  <a:lnTo>
                    <a:pt x="237" y="1853"/>
                  </a:lnTo>
                  <a:lnTo>
                    <a:pt x="304" y="2055"/>
                  </a:lnTo>
                  <a:lnTo>
                    <a:pt x="371" y="2122"/>
                  </a:lnTo>
                  <a:lnTo>
                    <a:pt x="439" y="2189"/>
                  </a:lnTo>
                  <a:lnTo>
                    <a:pt x="506" y="2223"/>
                  </a:lnTo>
                  <a:lnTo>
                    <a:pt x="607" y="2189"/>
                  </a:lnTo>
                  <a:lnTo>
                    <a:pt x="843" y="2122"/>
                  </a:lnTo>
                  <a:lnTo>
                    <a:pt x="1179" y="1920"/>
                  </a:lnTo>
                  <a:lnTo>
                    <a:pt x="1449" y="1886"/>
                  </a:lnTo>
                  <a:lnTo>
                    <a:pt x="1684" y="1853"/>
                  </a:lnTo>
                  <a:lnTo>
                    <a:pt x="1920" y="1819"/>
                  </a:lnTo>
                  <a:lnTo>
                    <a:pt x="2156" y="1752"/>
                  </a:lnTo>
                  <a:lnTo>
                    <a:pt x="2223" y="1684"/>
                  </a:lnTo>
                  <a:lnTo>
                    <a:pt x="2257" y="1617"/>
                  </a:lnTo>
                  <a:lnTo>
                    <a:pt x="2223" y="1449"/>
                  </a:lnTo>
                  <a:lnTo>
                    <a:pt x="2156" y="1179"/>
                  </a:lnTo>
                  <a:lnTo>
                    <a:pt x="2021" y="607"/>
                  </a:lnTo>
                  <a:lnTo>
                    <a:pt x="1920" y="338"/>
                  </a:lnTo>
                  <a:lnTo>
                    <a:pt x="1819" y="102"/>
                  </a:lnTo>
                  <a:lnTo>
                    <a:pt x="1752" y="35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862825" y="2622650"/>
              <a:ext cx="26125" cy="29475"/>
            </a:xfrm>
            <a:custGeom>
              <a:avLst/>
              <a:gdLst/>
              <a:ahLst/>
              <a:cxnLst/>
              <a:rect l="l" t="t" r="r" b="b"/>
              <a:pathLst>
                <a:path w="1045" h="1179" extrusionOk="0">
                  <a:moveTo>
                    <a:pt x="809" y="203"/>
                  </a:moveTo>
                  <a:lnTo>
                    <a:pt x="843" y="337"/>
                  </a:lnTo>
                  <a:lnTo>
                    <a:pt x="876" y="506"/>
                  </a:lnTo>
                  <a:lnTo>
                    <a:pt x="843" y="674"/>
                  </a:lnTo>
                  <a:lnTo>
                    <a:pt x="809" y="708"/>
                  </a:lnTo>
                  <a:lnTo>
                    <a:pt x="809" y="775"/>
                  </a:lnTo>
                  <a:lnTo>
                    <a:pt x="708" y="775"/>
                  </a:lnTo>
                  <a:lnTo>
                    <a:pt x="641" y="741"/>
                  </a:lnTo>
                  <a:lnTo>
                    <a:pt x="641" y="640"/>
                  </a:lnTo>
                  <a:lnTo>
                    <a:pt x="641" y="539"/>
                  </a:lnTo>
                  <a:lnTo>
                    <a:pt x="641" y="304"/>
                  </a:lnTo>
                  <a:lnTo>
                    <a:pt x="708" y="304"/>
                  </a:lnTo>
                  <a:lnTo>
                    <a:pt x="775" y="270"/>
                  </a:lnTo>
                  <a:lnTo>
                    <a:pt x="809" y="203"/>
                  </a:lnTo>
                  <a:close/>
                  <a:moveTo>
                    <a:pt x="203" y="371"/>
                  </a:moveTo>
                  <a:lnTo>
                    <a:pt x="270" y="405"/>
                  </a:lnTo>
                  <a:lnTo>
                    <a:pt x="338" y="405"/>
                  </a:lnTo>
                  <a:lnTo>
                    <a:pt x="405" y="438"/>
                  </a:lnTo>
                  <a:lnTo>
                    <a:pt x="371" y="573"/>
                  </a:lnTo>
                  <a:lnTo>
                    <a:pt x="338" y="708"/>
                  </a:lnTo>
                  <a:lnTo>
                    <a:pt x="304" y="842"/>
                  </a:lnTo>
                  <a:lnTo>
                    <a:pt x="203" y="977"/>
                  </a:lnTo>
                  <a:lnTo>
                    <a:pt x="169" y="842"/>
                  </a:lnTo>
                  <a:lnTo>
                    <a:pt x="136" y="674"/>
                  </a:lnTo>
                  <a:lnTo>
                    <a:pt x="169" y="539"/>
                  </a:lnTo>
                  <a:lnTo>
                    <a:pt x="203" y="371"/>
                  </a:lnTo>
                  <a:close/>
                  <a:moveTo>
                    <a:pt x="742" y="1"/>
                  </a:moveTo>
                  <a:lnTo>
                    <a:pt x="708" y="34"/>
                  </a:lnTo>
                  <a:lnTo>
                    <a:pt x="674" y="68"/>
                  </a:lnTo>
                  <a:lnTo>
                    <a:pt x="641" y="102"/>
                  </a:lnTo>
                  <a:lnTo>
                    <a:pt x="573" y="203"/>
                  </a:lnTo>
                  <a:lnTo>
                    <a:pt x="540" y="304"/>
                  </a:lnTo>
                  <a:lnTo>
                    <a:pt x="506" y="270"/>
                  </a:lnTo>
                  <a:lnTo>
                    <a:pt x="439" y="203"/>
                  </a:lnTo>
                  <a:lnTo>
                    <a:pt x="405" y="169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270" y="169"/>
                  </a:lnTo>
                  <a:lnTo>
                    <a:pt x="203" y="270"/>
                  </a:lnTo>
                  <a:lnTo>
                    <a:pt x="102" y="337"/>
                  </a:lnTo>
                  <a:lnTo>
                    <a:pt x="35" y="438"/>
                  </a:lnTo>
                  <a:lnTo>
                    <a:pt x="1" y="573"/>
                  </a:lnTo>
                  <a:lnTo>
                    <a:pt x="1" y="674"/>
                  </a:lnTo>
                  <a:lnTo>
                    <a:pt x="1" y="809"/>
                  </a:lnTo>
                  <a:lnTo>
                    <a:pt x="1" y="943"/>
                  </a:lnTo>
                  <a:lnTo>
                    <a:pt x="68" y="1044"/>
                  </a:lnTo>
                  <a:lnTo>
                    <a:pt x="136" y="1145"/>
                  </a:lnTo>
                  <a:lnTo>
                    <a:pt x="203" y="1179"/>
                  </a:lnTo>
                  <a:lnTo>
                    <a:pt x="270" y="1179"/>
                  </a:lnTo>
                  <a:lnTo>
                    <a:pt x="405" y="1011"/>
                  </a:lnTo>
                  <a:lnTo>
                    <a:pt x="506" y="775"/>
                  </a:lnTo>
                  <a:lnTo>
                    <a:pt x="540" y="876"/>
                  </a:lnTo>
                  <a:lnTo>
                    <a:pt x="607" y="943"/>
                  </a:lnTo>
                  <a:lnTo>
                    <a:pt x="708" y="977"/>
                  </a:lnTo>
                  <a:lnTo>
                    <a:pt x="809" y="943"/>
                  </a:lnTo>
                  <a:lnTo>
                    <a:pt x="910" y="876"/>
                  </a:lnTo>
                  <a:lnTo>
                    <a:pt x="977" y="775"/>
                  </a:lnTo>
                  <a:lnTo>
                    <a:pt x="1045" y="640"/>
                  </a:lnTo>
                  <a:lnTo>
                    <a:pt x="1045" y="506"/>
                  </a:lnTo>
                  <a:lnTo>
                    <a:pt x="1045" y="304"/>
                  </a:lnTo>
                  <a:lnTo>
                    <a:pt x="977" y="169"/>
                  </a:lnTo>
                  <a:lnTo>
                    <a:pt x="944" y="68"/>
                  </a:lnTo>
                  <a:lnTo>
                    <a:pt x="910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254275" y="238125"/>
              <a:ext cx="974725" cy="642225"/>
            </a:xfrm>
            <a:custGeom>
              <a:avLst/>
              <a:gdLst/>
              <a:ahLst/>
              <a:cxnLst/>
              <a:rect l="l" t="t" r="r" b="b"/>
              <a:pathLst>
                <a:path w="38989" h="25689" extrusionOk="0">
                  <a:moveTo>
                    <a:pt x="1" y="0"/>
                  </a:moveTo>
                  <a:lnTo>
                    <a:pt x="68" y="135"/>
                  </a:lnTo>
                  <a:lnTo>
                    <a:pt x="439" y="909"/>
                  </a:lnTo>
                  <a:lnTo>
                    <a:pt x="843" y="1683"/>
                  </a:lnTo>
                  <a:lnTo>
                    <a:pt x="1280" y="2424"/>
                  </a:lnTo>
                  <a:lnTo>
                    <a:pt x="1684" y="3198"/>
                  </a:lnTo>
                  <a:lnTo>
                    <a:pt x="2156" y="4108"/>
                  </a:lnTo>
                  <a:lnTo>
                    <a:pt x="2661" y="5050"/>
                  </a:lnTo>
                  <a:lnTo>
                    <a:pt x="3704" y="6868"/>
                  </a:lnTo>
                  <a:lnTo>
                    <a:pt x="4782" y="8686"/>
                  </a:lnTo>
                  <a:lnTo>
                    <a:pt x="5826" y="10471"/>
                  </a:lnTo>
                  <a:lnTo>
                    <a:pt x="6802" y="12222"/>
                  </a:lnTo>
                  <a:lnTo>
                    <a:pt x="7711" y="14006"/>
                  </a:lnTo>
                  <a:lnTo>
                    <a:pt x="9462" y="17575"/>
                  </a:lnTo>
                  <a:lnTo>
                    <a:pt x="10404" y="19359"/>
                  </a:lnTo>
                  <a:lnTo>
                    <a:pt x="11347" y="21110"/>
                  </a:lnTo>
                  <a:lnTo>
                    <a:pt x="11852" y="21952"/>
                  </a:lnTo>
                  <a:lnTo>
                    <a:pt x="12391" y="22793"/>
                  </a:lnTo>
                  <a:lnTo>
                    <a:pt x="12930" y="23635"/>
                  </a:lnTo>
                  <a:lnTo>
                    <a:pt x="13502" y="24443"/>
                  </a:lnTo>
                  <a:lnTo>
                    <a:pt x="13704" y="24780"/>
                  </a:lnTo>
                  <a:lnTo>
                    <a:pt x="13940" y="25049"/>
                  </a:lnTo>
                  <a:lnTo>
                    <a:pt x="14209" y="25318"/>
                  </a:lnTo>
                  <a:lnTo>
                    <a:pt x="14546" y="25487"/>
                  </a:lnTo>
                  <a:lnTo>
                    <a:pt x="14882" y="25621"/>
                  </a:lnTo>
                  <a:lnTo>
                    <a:pt x="15219" y="25689"/>
                  </a:lnTo>
                  <a:lnTo>
                    <a:pt x="15589" y="25689"/>
                  </a:lnTo>
                  <a:lnTo>
                    <a:pt x="15960" y="25621"/>
                  </a:lnTo>
                  <a:lnTo>
                    <a:pt x="15993" y="25655"/>
                  </a:lnTo>
                  <a:lnTo>
                    <a:pt x="16094" y="25621"/>
                  </a:lnTo>
                  <a:lnTo>
                    <a:pt x="18788" y="24140"/>
                  </a:lnTo>
                  <a:lnTo>
                    <a:pt x="21481" y="22659"/>
                  </a:lnTo>
                  <a:lnTo>
                    <a:pt x="24208" y="21144"/>
                  </a:lnTo>
                  <a:lnTo>
                    <a:pt x="26935" y="19696"/>
                  </a:lnTo>
                  <a:lnTo>
                    <a:pt x="29663" y="18282"/>
                  </a:lnTo>
                  <a:lnTo>
                    <a:pt x="32423" y="16901"/>
                  </a:lnTo>
                  <a:lnTo>
                    <a:pt x="33770" y="16194"/>
                  </a:lnTo>
                  <a:lnTo>
                    <a:pt x="34443" y="15824"/>
                  </a:lnTo>
                  <a:lnTo>
                    <a:pt x="35117" y="15420"/>
                  </a:lnTo>
                  <a:lnTo>
                    <a:pt x="36430" y="14646"/>
                  </a:lnTo>
                  <a:lnTo>
                    <a:pt x="37103" y="14275"/>
                  </a:lnTo>
                  <a:lnTo>
                    <a:pt x="37810" y="13972"/>
                  </a:lnTo>
                  <a:lnTo>
                    <a:pt x="38080" y="13871"/>
                  </a:lnTo>
                  <a:lnTo>
                    <a:pt x="38282" y="13737"/>
                  </a:lnTo>
                  <a:lnTo>
                    <a:pt x="38484" y="13568"/>
                  </a:lnTo>
                  <a:lnTo>
                    <a:pt x="38652" y="13434"/>
                  </a:lnTo>
                  <a:lnTo>
                    <a:pt x="38753" y="13232"/>
                  </a:lnTo>
                  <a:lnTo>
                    <a:pt x="38854" y="13063"/>
                  </a:lnTo>
                  <a:lnTo>
                    <a:pt x="38921" y="12861"/>
                  </a:lnTo>
                  <a:lnTo>
                    <a:pt x="38955" y="12626"/>
                  </a:lnTo>
                  <a:lnTo>
                    <a:pt x="38989" y="12424"/>
                  </a:lnTo>
                  <a:lnTo>
                    <a:pt x="38955" y="12188"/>
                  </a:lnTo>
                  <a:lnTo>
                    <a:pt x="38921" y="11952"/>
                  </a:lnTo>
                  <a:lnTo>
                    <a:pt x="38854" y="11683"/>
                  </a:lnTo>
                  <a:lnTo>
                    <a:pt x="38753" y="11447"/>
                  </a:lnTo>
                  <a:lnTo>
                    <a:pt x="38618" y="11178"/>
                  </a:lnTo>
                  <a:lnTo>
                    <a:pt x="38315" y="10639"/>
                  </a:lnTo>
                  <a:lnTo>
                    <a:pt x="36935" y="8013"/>
                  </a:lnTo>
                  <a:lnTo>
                    <a:pt x="35487" y="5387"/>
                  </a:lnTo>
                  <a:lnTo>
                    <a:pt x="34006" y="2727"/>
                  </a:lnTo>
                  <a:lnTo>
                    <a:pt x="33265" y="1380"/>
                  </a:lnTo>
                  <a:lnTo>
                    <a:pt x="32928" y="673"/>
                  </a:lnTo>
                  <a:lnTo>
                    <a:pt x="32625" y="0"/>
                  </a:lnTo>
                  <a:lnTo>
                    <a:pt x="32390" y="0"/>
                  </a:lnTo>
                  <a:lnTo>
                    <a:pt x="32659" y="640"/>
                  </a:lnTo>
                  <a:lnTo>
                    <a:pt x="32962" y="1279"/>
                  </a:lnTo>
                  <a:lnTo>
                    <a:pt x="33635" y="2559"/>
                  </a:lnTo>
                  <a:lnTo>
                    <a:pt x="34342" y="3804"/>
                  </a:lnTo>
                  <a:lnTo>
                    <a:pt x="35016" y="5050"/>
                  </a:lnTo>
                  <a:lnTo>
                    <a:pt x="35824" y="6464"/>
                  </a:lnTo>
                  <a:lnTo>
                    <a:pt x="36632" y="7878"/>
                  </a:lnTo>
                  <a:lnTo>
                    <a:pt x="37642" y="9730"/>
                  </a:lnTo>
                  <a:lnTo>
                    <a:pt x="38248" y="10908"/>
                  </a:lnTo>
                  <a:lnTo>
                    <a:pt x="38450" y="11346"/>
                  </a:lnTo>
                  <a:lnTo>
                    <a:pt x="38585" y="11750"/>
                  </a:lnTo>
                  <a:lnTo>
                    <a:pt x="38686" y="12121"/>
                  </a:lnTo>
                  <a:lnTo>
                    <a:pt x="38719" y="12491"/>
                  </a:lnTo>
                  <a:lnTo>
                    <a:pt x="38719" y="12693"/>
                  </a:lnTo>
                  <a:lnTo>
                    <a:pt x="38686" y="12861"/>
                  </a:lnTo>
                  <a:lnTo>
                    <a:pt x="38618" y="13030"/>
                  </a:lnTo>
                  <a:lnTo>
                    <a:pt x="38551" y="13198"/>
                  </a:lnTo>
                  <a:lnTo>
                    <a:pt x="38416" y="13333"/>
                  </a:lnTo>
                  <a:lnTo>
                    <a:pt x="38282" y="13467"/>
                  </a:lnTo>
                  <a:lnTo>
                    <a:pt x="38113" y="13602"/>
                  </a:lnTo>
                  <a:lnTo>
                    <a:pt x="37878" y="13737"/>
                  </a:lnTo>
                  <a:lnTo>
                    <a:pt x="37238" y="14006"/>
                  </a:lnTo>
                  <a:lnTo>
                    <a:pt x="36632" y="14309"/>
                  </a:lnTo>
                  <a:lnTo>
                    <a:pt x="35487" y="15016"/>
                  </a:lnTo>
                  <a:lnTo>
                    <a:pt x="34107" y="15757"/>
                  </a:lnTo>
                  <a:lnTo>
                    <a:pt x="32760" y="16464"/>
                  </a:lnTo>
                  <a:lnTo>
                    <a:pt x="29898" y="17911"/>
                  </a:lnTo>
                  <a:lnTo>
                    <a:pt x="27036" y="19359"/>
                  </a:lnTo>
                  <a:lnTo>
                    <a:pt x="24377" y="20773"/>
                  </a:lnTo>
                  <a:lnTo>
                    <a:pt x="21717" y="22221"/>
                  </a:lnTo>
                  <a:lnTo>
                    <a:pt x="19091" y="23702"/>
                  </a:lnTo>
                  <a:lnTo>
                    <a:pt x="16465" y="25184"/>
                  </a:lnTo>
                  <a:lnTo>
                    <a:pt x="16397" y="25184"/>
                  </a:lnTo>
                  <a:lnTo>
                    <a:pt x="16027" y="25318"/>
                  </a:lnTo>
                  <a:lnTo>
                    <a:pt x="15690" y="25386"/>
                  </a:lnTo>
                  <a:lnTo>
                    <a:pt x="15320" y="25453"/>
                  </a:lnTo>
                  <a:lnTo>
                    <a:pt x="15152" y="25453"/>
                  </a:lnTo>
                  <a:lnTo>
                    <a:pt x="14950" y="25419"/>
                  </a:lnTo>
                  <a:lnTo>
                    <a:pt x="14714" y="25352"/>
                  </a:lnTo>
                  <a:lnTo>
                    <a:pt x="14512" y="25251"/>
                  </a:lnTo>
                  <a:lnTo>
                    <a:pt x="14344" y="25150"/>
                  </a:lnTo>
                  <a:lnTo>
                    <a:pt x="14175" y="24982"/>
                  </a:lnTo>
                  <a:lnTo>
                    <a:pt x="14041" y="24813"/>
                  </a:lnTo>
                  <a:lnTo>
                    <a:pt x="13872" y="24645"/>
                  </a:lnTo>
                  <a:lnTo>
                    <a:pt x="13637" y="24275"/>
                  </a:lnTo>
                  <a:lnTo>
                    <a:pt x="13603" y="24241"/>
                  </a:lnTo>
                  <a:lnTo>
                    <a:pt x="13064" y="23366"/>
                  </a:lnTo>
                  <a:lnTo>
                    <a:pt x="12526" y="22524"/>
                  </a:lnTo>
                  <a:lnTo>
                    <a:pt x="11515" y="20740"/>
                  </a:lnTo>
                  <a:lnTo>
                    <a:pt x="10573" y="18955"/>
                  </a:lnTo>
                  <a:lnTo>
                    <a:pt x="9630" y="17137"/>
                  </a:lnTo>
                  <a:lnTo>
                    <a:pt x="7778" y="13535"/>
                  </a:lnTo>
                  <a:lnTo>
                    <a:pt x="6802" y="11716"/>
                  </a:lnTo>
                  <a:lnTo>
                    <a:pt x="5826" y="9966"/>
                  </a:lnTo>
                  <a:lnTo>
                    <a:pt x="5287" y="9057"/>
                  </a:lnTo>
                  <a:lnTo>
                    <a:pt x="4748" y="8148"/>
                  </a:lnTo>
                  <a:lnTo>
                    <a:pt x="4209" y="7272"/>
                  </a:lnTo>
                  <a:lnTo>
                    <a:pt x="3671" y="6363"/>
                  </a:lnTo>
                  <a:lnTo>
                    <a:pt x="2593" y="4411"/>
                  </a:lnTo>
                  <a:lnTo>
                    <a:pt x="1583" y="2424"/>
                  </a:lnTo>
                  <a:lnTo>
                    <a:pt x="1280" y="1818"/>
                  </a:lnTo>
                  <a:lnTo>
                    <a:pt x="944" y="1212"/>
                  </a:lnTo>
                  <a:lnTo>
                    <a:pt x="607" y="606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883875" y="670750"/>
              <a:ext cx="53900" cy="50525"/>
            </a:xfrm>
            <a:custGeom>
              <a:avLst/>
              <a:gdLst/>
              <a:ahLst/>
              <a:cxnLst/>
              <a:rect l="l" t="t" r="r" b="b"/>
              <a:pathLst>
                <a:path w="2156" h="2021" extrusionOk="0">
                  <a:moveTo>
                    <a:pt x="1044" y="270"/>
                  </a:moveTo>
                  <a:lnTo>
                    <a:pt x="1246" y="303"/>
                  </a:lnTo>
                  <a:lnTo>
                    <a:pt x="1415" y="404"/>
                  </a:lnTo>
                  <a:lnTo>
                    <a:pt x="1583" y="505"/>
                  </a:lnTo>
                  <a:lnTo>
                    <a:pt x="1718" y="674"/>
                  </a:lnTo>
                  <a:lnTo>
                    <a:pt x="1819" y="808"/>
                  </a:lnTo>
                  <a:lnTo>
                    <a:pt x="1886" y="977"/>
                  </a:lnTo>
                  <a:lnTo>
                    <a:pt x="1920" y="1179"/>
                  </a:lnTo>
                  <a:lnTo>
                    <a:pt x="1886" y="1347"/>
                  </a:lnTo>
                  <a:lnTo>
                    <a:pt x="1751" y="1482"/>
                  </a:lnTo>
                  <a:lnTo>
                    <a:pt x="1617" y="1583"/>
                  </a:lnTo>
                  <a:lnTo>
                    <a:pt x="1448" y="1684"/>
                  </a:lnTo>
                  <a:lnTo>
                    <a:pt x="1246" y="1751"/>
                  </a:lnTo>
                  <a:lnTo>
                    <a:pt x="1078" y="1785"/>
                  </a:lnTo>
                  <a:lnTo>
                    <a:pt x="910" y="1785"/>
                  </a:lnTo>
                  <a:lnTo>
                    <a:pt x="741" y="1751"/>
                  </a:lnTo>
                  <a:lnTo>
                    <a:pt x="607" y="1717"/>
                  </a:lnTo>
                  <a:lnTo>
                    <a:pt x="506" y="1616"/>
                  </a:lnTo>
                  <a:lnTo>
                    <a:pt x="405" y="1515"/>
                  </a:lnTo>
                  <a:lnTo>
                    <a:pt x="337" y="1414"/>
                  </a:lnTo>
                  <a:lnTo>
                    <a:pt x="270" y="1280"/>
                  </a:lnTo>
                  <a:lnTo>
                    <a:pt x="270" y="1111"/>
                  </a:lnTo>
                  <a:lnTo>
                    <a:pt x="236" y="977"/>
                  </a:lnTo>
                  <a:lnTo>
                    <a:pt x="270" y="775"/>
                  </a:lnTo>
                  <a:lnTo>
                    <a:pt x="337" y="606"/>
                  </a:lnTo>
                  <a:lnTo>
                    <a:pt x="438" y="472"/>
                  </a:lnTo>
                  <a:lnTo>
                    <a:pt x="573" y="337"/>
                  </a:lnTo>
                  <a:lnTo>
                    <a:pt x="640" y="371"/>
                  </a:lnTo>
                  <a:lnTo>
                    <a:pt x="708" y="337"/>
                  </a:lnTo>
                  <a:lnTo>
                    <a:pt x="876" y="270"/>
                  </a:lnTo>
                  <a:close/>
                  <a:moveTo>
                    <a:pt x="708" y="0"/>
                  </a:moveTo>
                  <a:lnTo>
                    <a:pt x="506" y="34"/>
                  </a:lnTo>
                  <a:lnTo>
                    <a:pt x="371" y="169"/>
                  </a:lnTo>
                  <a:lnTo>
                    <a:pt x="236" y="303"/>
                  </a:lnTo>
                  <a:lnTo>
                    <a:pt x="135" y="472"/>
                  </a:lnTo>
                  <a:lnTo>
                    <a:pt x="68" y="674"/>
                  </a:lnTo>
                  <a:lnTo>
                    <a:pt x="1" y="842"/>
                  </a:lnTo>
                  <a:lnTo>
                    <a:pt x="1" y="1044"/>
                  </a:lnTo>
                  <a:lnTo>
                    <a:pt x="1" y="1246"/>
                  </a:lnTo>
                  <a:lnTo>
                    <a:pt x="68" y="1448"/>
                  </a:lnTo>
                  <a:lnTo>
                    <a:pt x="169" y="1616"/>
                  </a:lnTo>
                  <a:lnTo>
                    <a:pt x="304" y="1785"/>
                  </a:lnTo>
                  <a:lnTo>
                    <a:pt x="472" y="1886"/>
                  </a:lnTo>
                  <a:lnTo>
                    <a:pt x="640" y="1987"/>
                  </a:lnTo>
                  <a:lnTo>
                    <a:pt x="842" y="2020"/>
                  </a:lnTo>
                  <a:lnTo>
                    <a:pt x="1280" y="2020"/>
                  </a:lnTo>
                  <a:lnTo>
                    <a:pt x="1516" y="1919"/>
                  </a:lnTo>
                  <a:lnTo>
                    <a:pt x="1718" y="1818"/>
                  </a:lnTo>
                  <a:lnTo>
                    <a:pt x="1886" y="1684"/>
                  </a:lnTo>
                  <a:lnTo>
                    <a:pt x="2021" y="1515"/>
                  </a:lnTo>
                  <a:lnTo>
                    <a:pt x="2122" y="1313"/>
                  </a:lnTo>
                  <a:lnTo>
                    <a:pt x="2155" y="1078"/>
                  </a:lnTo>
                  <a:lnTo>
                    <a:pt x="2122" y="842"/>
                  </a:lnTo>
                  <a:lnTo>
                    <a:pt x="2054" y="674"/>
                  </a:lnTo>
                  <a:lnTo>
                    <a:pt x="1953" y="539"/>
                  </a:lnTo>
                  <a:lnTo>
                    <a:pt x="1819" y="371"/>
                  </a:lnTo>
                  <a:lnTo>
                    <a:pt x="1650" y="270"/>
                  </a:lnTo>
                  <a:lnTo>
                    <a:pt x="1482" y="169"/>
                  </a:lnTo>
                  <a:lnTo>
                    <a:pt x="1314" y="68"/>
                  </a:lnTo>
                  <a:lnTo>
                    <a:pt x="1112" y="34"/>
                  </a:lnTo>
                  <a:lnTo>
                    <a:pt x="943" y="34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979825" y="2369300"/>
              <a:ext cx="63150" cy="42100"/>
            </a:xfrm>
            <a:custGeom>
              <a:avLst/>
              <a:gdLst/>
              <a:ahLst/>
              <a:cxnLst/>
              <a:rect l="l" t="t" r="r" b="b"/>
              <a:pathLst>
                <a:path w="2526" h="1684" extrusionOk="0">
                  <a:moveTo>
                    <a:pt x="2055" y="203"/>
                  </a:moveTo>
                  <a:lnTo>
                    <a:pt x="2156" y="539"/>
                  </a:lnTo>
                  <a:lnTo>
                    <a:pt x="2257" y="910"/>
                  </a:lnTo>
                  <a:lnTo>
                    <a:pt x="2223" y="1011"/>
                  </a:lnTo>
                  <a:lnTo>
                    <a:pt x="2156" y="1112"/>
                  </a:lnTo>
                  <a:lnTo>
                    <a:pt x="2021" y="1179"/>
                  </a:lnTo>
                  <a:lnTo>
                    <a:pt x="1886" y="1213"/>
                  </a:lnTo>
                  <a:lnTo>
                    <a:pt x="1550" y="1246"/>
                  </a:lnTo>
                  <a:lnTo>
                    <a:pt x="1280" y="1280"/>
                  </a:lnTo>
                  <a:lnTo>
                    <a:pt x="1078" y="1347"/>
                  </a:lnTo>
                  <a:lnTo>
                    <a:pt x="809" y="1415"/>
                  </a:lnTo>
                  <a:lnTo>
                    <a:pt x="674" y="1415"/>
                  </a:lnTo>
                  <a:lnTo>
                    <a:pt x="540" y="1381"/>
                  </a:lnTo>
                  <a:lnTo>
                    <a:pt x="472" y="1347"/>
                  </a:lnTo>
                  <a:lnTo>
                    <a:pt x="405" y="1246"/>
                  </a:lnTo>
                  <a:lnTo>
                    <a:pt x="338" y="977"/>
                  </a:lnTo>
                  <a:lnTo>
                    <a:pt x="270" y="741"/>
                  </a:lnTo>
                  <a:lnTo>
                    <a:pt x="472" y="640"/>
                  </a:lnTo>
                  <a:lnTo>
                    <a:pt x="674" y="573"/>
                  </a:lnTo>
                  <a:lnTo>
                    <a:pt x="1146" y="506"/>
                  </a:lnTo>
                  <a:lnTo>
                    <a:pt x="1617" y="371"/>
                  </a:lnTo>
                  <a:lnTo>
                    <a:pt x="2055" y="203"/>
                  </a:lnTo>
                  <a:close/>
                  <a:moveTo>
                    <a:pt x="2088" y="1"/>
                  </a:moveTo>
                  <a:lnTo>
                    <a:pt x="1819" y="102"/>
                  </a:lnTo>
                  <a:lnTo>
                    <a:pt x="1516" y="203"/>
                  </a:lnTo>
                  <a:lnTo>
                    <a:pt x="944" y="337"/>
                  </a:lnTo>
                  <a:lnTo>
                    <a:pt x="540" y="438"/>
                  </a:lnTo>
                  <a:lnTo>
                    <a:pt x="371" y="472"/>
                  </a:lnTo>
                  <a:lnTo>
                    <a:pt x="169" y="539"/>
                  </a:lnTo>
                  <a:lnTo>
                    <a:pt x="169" y="506"/>
                  </a:lnTo>
                  <a:lnTo>
                    <a:pt x="136" y="539"/>
                  </a:lnTo>
                  <a:lnTo>
                    <a:pt x="35" y="607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35" y="775"/>
                  </a:lnTo>
                  <a:lnTo>
                    <a:pt x="102" y="809"/>
                  </a:lnTo>
                  <a:lnTo>
                    <a:pt x="102" y="1011"/>
                  </a:lnTo>
                  <a:lnTo>
                    <a:pt x="169" y="1213"/>
                  </a:lnTo>
                  <a:lnTo>
                    <a:pt x="304" y="1583"/>
                  </a:lnTo>
                  <a:lnTo>
                    <a:pt x="338" y="1650"/>
                  </a:lnTo>
                  <a:lnTo>
                    <a:pt x="439" y="1684"/>
                  </a:lnTo>
                  <a:lnTo>
                    <a:pt x="2425" y="1314"/>
                  </a:lnTo>
                  <a:lnTo>
                    <a:pt x="2492" y="1280"/>
                  </a:lnTo>
                  <a:lnTo>
                    <a:pt x="2526" y="1213"/>
                  </a:lnTo>
                  <a:lnTo>
                    <a:pt x="2425" y="607"/>
                  </a:lnTo>
                  <a:lnTo>
                    <a:pt x="2324" y="337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897350" y="685900"/>
              <a:ext cx="26125" cy="20225"/>
            </a:xfrm>
            <a:custGeom>
              <a:avLst/>
              <a:gdLst/>
              <a:ahLst/>
              <a:cxnLst/>
              <a:rect l="l" t="t" r="r" b="b"/>
              <a:pathLst>
                <a:path w="1045" h="809" extrusionOk="0">
                  <a:moveTo>
                    <a:pt x="539" y="236"/>
                  </a:moveTo>
                  <a:lnTo>
                    <a:pt x="674" y="371"/>
                  </a:lnTo>
                  <a:lnTo>
                    <a:pt x="741" y="539"/>
                  </a:lnTo>
                  <a:lnTo>
                    <a:pt x="472" y="606"/>
                  </a:lnTo>
                  <a:lnTo>
                    <a:pt x="371" y="640"/>
                  </a:lnTo>
                  <a:lnTo>
                    <a:pt x="303" y="573"/>
                  </a:lnTo>
                  <a:lnTo>
                    <a:pt x="236" y="505"/>
                  </a:lnTo>
                  <a:lnTo>
                    <a:pt x="236" y="404"/>
                  </a:lnTo>
                  <a:lnTo>
                    <a:pt x="539" y="236"/>
                  </a:lnTo>
                  <a:close/>
                  <a:moveTo>
                    <a:pt x="472" y="0"/>
                  </a:moveTo>
                  <a:lnTo>
                    <a:pt x="236" y="135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0" y="438"/>
                  </a:lnTo>
                  <a:lnTo>
                    <a:pt x="68" y="472"/>
                  </a:lnTo>
                  <a:lnTo>
                    <a:pt x="101" y="573"/>
                  </a:lnTo>
                  <a:lnTo>
                    <a:pt x="169" y="674"/>
                  </a:lnTo>
                  <a:lnTo>
                    <a:pt x="236" y="741"/>
                  </a:lnTo>
                  <a:lnTo>
                    <a:pt x="371" y="808"/>
                  </a:lnTo>
                  <a:lnTo>
                    <a:pt x="539" y="808"/>
                  </a:lnTo>
                  <a:lnTo>
                    <a:pt x="674" y="741"/>
                  </a:lnTo>
                  <a:lnTo>
                    <a:pt x="977" y="606"/>
                  </a:lnTo>
                  <a:lnTo>
                    <a:pt x="1044" y="573"/>
                  </a:lnTo>
                  <a:lnTo>
                    <a:pt x="1044" y="505"/>
                  </a:lnTo>
                  <a:lnTo>
                    <a:pt x="1010" y="472"/>
                  </a:lnTo>
                  <a:lnTo>
                    <a:pt x="943" y="438"/>
                  </a:lnTo>
                  <a:lnTo>
                    <a:pt x="909" y="438"/>
                  </a:lnTo>
                  <a:lnTo>
                    <a:pt x="876" y="303"/>
                  </a:lnTo>
                  <a:lnTo>
                    <a:pt x="808" y="202"/>
                  </a:lnTo>
                  <a:lnTo>
                    <a:pt x="707" y="101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942800" y="2476200"/>
              <a:ext cx="61475" cy="58100"/>
            </a:xfrm>
            <a:custGeom>
              <a:avLst/>
              <a:gdLst/>
              <a:ahLst/>
              <a:cxnLst/>
              <a:rect l="l" t="t" r="r" b="b"/>
              <a:pathLst>
                <a:path w="2459" h="2324" extrusionOk="0">
                  <a:moveTo>
                    <a:pt x="1886" y="270"/>
                  </a:moveTo>
                  <a:lnTo>
                    <a:pt x="2223" y="1280"/>
                  </a:lnTo>
                  <a:lnTo>
                    <a:pt x="2256" y="1414"/>
                  </a:lnTo>
                  <a:lnTo>
                    <a:pt x="2256" y="1482"/>
                  </a:lnTo>
                  <a:lnTo>
                    <a:pt x="2189" y="1549"/>
                  </a:lnTo>
                  <a:lnTo>
                    <a:pt x="2054" y="1616"/>
                  </a:lnTo>
                  <a:lnTo>
                    <a:pt x="1751" y="1717"/>
                  </a:lnTo>
                  <a:lnTo>
                    <a:pt x="1448" y="1818"/>
                  </a:lnTo>
                  <a:lnTo>
                    <a:pt x="943" y="1987"/>
                  </a:lnTo>
                  <a:lnTo>
                    <a:pt x="741" y="2020"/>
                  </a:lnTo>
                  <a:lnTo>
                    <a:pt x="674" y="2054"/>
                  </a:lnTo>
                  <a:lnTo>
                    <a:pt x="606" y="2020"/>
                  </a:lnTo>
                  <a:lnTo>
                    <a:pt x="573" y="1987"/>
                  </a:lnTo>
                  <a:lnTo>
                    <a:pt x="505" y="1953"/>
                  </a:lnTo>
                  <a:lnTo>
                    <a:pt x="438" y="1717"/>
                  </a:lnTo>
                  <a:lnTo>
                    <a:pt x="337" y="1482"/>
                  </a:lnTo>
                  <a:lnTo>
                    <a:pt x="270" y="1212"/>
                  </a:lnTo>
                  <a:lnTo>
                    <a:pt x="135" y="707"/>
                  </a:lnTo>
                  <a:lnTo>
                    <a:pt x="169" y="674"/>
                  </a:lnTo>
                  <a:lnTo>
                    <a:pt x="202" y="640"/>
                  </a:lnTo>
                  <a:lnTo>
                    <a:pt x="303" y="606"/>
                  </a:lnTo>
                  <a:lnTo>
                    <a:pt x="505" y="539"/>
                  </a:lnTo>
                  <a:lnTo>
                    <a:pt x="876" y="505"/>
                  </a:lnTo>
                  <a:lnTo>
                    <a:pt x="1852" y="270"/>
                  </a:lnTo>
                  <a:close/>
                  <a:moveTo>
                    <a:pt x="1819" y="0"/>
                  </a:moveTo>
                  <a:lnTo>
                    <a:pt x="1819" y="68"/>
                  </a:lnTo>
                  <a:lnTo>
                    <a:pt x="1785" y="68"/>
                  </a:lnTo>
                  <a:lnTo>
                    <a:pt x="539" y="337"/>
                  </a:lnTo>
                  <a:lnTo>
                    <a:pt x="270" y="404"/>
                  </a:lnTo>
                  <a:lnTo>
                    <a:pt x="135" y="472"/>
                  </a:lnTo>
                  <a:lnTo>
                    <a:pt x="68" y="505"/>
                  </a:lnTo>
                  <a:lnTo>
                    <a:pt x="34" y="573"/>
                  </a:lnTo>
                  <a:lnTo>
                    <a:pt x="0" y="606"/>
                  </a:lnTo>
                  <a:lnTo>
                    <a:pt x="0" y="842"/>
                  </a:lnTo>
                  <a:lnTo>
                    <a:pt x="0" y="1044"/>
                  </a:lnTo>
                  <a:lnTo>
                    <a:pt x="101" y="1482"/>
                  </a:lnTo>
                  <a:lnTo>
                    <a:pt x="236" y="1886"/>
                  </a:lnTo>
                  <a:lnTo>
                    <a:pt x="404" y="2290"/>
                  </a:lnTo>
                  <a:lnTo>
                    <a:pt x="472" y="2323"/>
                  </a:lnTo>
                  <a:lnTo>
                    <a:pt x="539" y="2323"/>
                  </a:lnTo>
                  <a:lnTo>
                    <a:pt x="1044" y="2189"/>
                  </a:lnTo>
                  <a:lnTo>
                    <a:pt x="1516" y="2054"/>
                  </a:lnTo>
                  <a:lnTo>
                    <a:pt x="1987" y="1852"/>
                  </a:lnTo>
                  <a:lnTo>
                    <a:pt x="2425" y="1650"/>
                  </a:lnTo>
                  <a:lnTo>
                    <a:pt x="2458" y="1616"/>
                  </a:lnTo>
                  <a:lnTo>
                    <a:pt x="2458" y="1549"/>
                  </a:lnTo>
                  <a:lnTo>
                    <a:pt x="1953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845150" y="1283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918400" y="2384450"/>
              <a:ext cx="60625" cy="39575"/>
            </a:xfrm>
            <a:custGeom>
              <a:avLst/>
              <a:gdLst/>
              <a:ahLst/>
              <a:cxnLst/>
              <a:rect l="l" t="t" r="r" b="b"/>
              <a:pathLst>
                <a:path w="2425" h="1583" extrusionOk="0">
                  <a:moveTo>
                    <a:pt x="1852" y="270"/>
                  </a:moveTo>
                  <a:lnTo>
                    <a:pt x="1885" y="438"/>
                  </a:lnTo>
                  <a:lnTo>
                    <a:pt x="2121" y="775"/>
                  </a:lnTo>
                  <a:lnTo>
                    <a:pt x="2155" y="876"/>
                  </a:lnTo>
                  <a:lnTo>
                    <a:pt x="2155" y="977"/>
                  </a:lnTo>
                  <a:lnTo>
                    <a:pt x="2155" y="1044"/>
                  </a:lnTo>
                  <a:lnTo>
                    <a:pt x="2087" y="1078"/>
                  </a:lnTo>
                  <a:lnTo>
                    <a:pt x="1919" y="1145"/>
                  </a:lnTo>
                  <a:lnTo>
                    <a:pt x="1717" y="1145"/>
                  </a:lnTo>
                  <a:lnTo>
                    <a:pt x="1347" y="1179"/>
                  </a:lnTo>
                  <a:lnTo>
                    <a:pt x="976" y="1246"/>
                  </a:lnTo>
                  <a:lnTo>
                    <a:pt x="640" y="1347"/>
                  </a:lnTo>
                  <a:lnTo>
                    <a:pt x="539" y="1044"/>
                  </a:lnTo>
                  <a:lnTo>
                    <a:pt x="438" y="741"/>
                  </a:lnTo>
                  <a:lnTo>
                    <a:pt x="1145" y="539"/>
                  </a:lnTo>
                  <a:lnTo>
                    <a:pt x="1852" y="270"/>
                  </a:lnTo>
                  <a:close/>
                  <a:moveTo>
                    <a:pt x="1919" y="1"/>
                  </a:moveTo>
                  <a:lnTo>
                    <a:pt x="1145" y="270"/>
                  </a:lnTo>
                  <a:lnTo>
                    <a:pt x="337" y="539"/>
                  </a:lnTo>
                  <a:lnTo>
                    <a:pt x="269" y="506"/>
                  </a:lnTo>
                  <a:lnTo>
                    <a:pt x="236" y="573"/>
                  </a:lnTo>
                  <a:lnTo>
                    <a:pt x="67" y="607"/>
                  </a:lnTo>
                  <a:lnTo>
                    <a:pt x="0" y="674"/>
                  </a:lnTo>
                  <a:lnTo>
                    <a:pt x="0" y="741"/>
                  </a:lnTo>
                  <a:lnTo>
                    <a:pt x="34" y="775"/>
                  </a:lnTo>
                  <a:lnTo>
                    <a:pt x="135" y="809"/>
                  </a:lnTo>
                  <a:lnTo>
                    <a:pt x="269" y="775"/>
                  </a:lnTo>
                  <a:lnTo>
                    <a:pt x="370" y="1145"/>
                  </a:lnTo>
                  <a:lnTo>
                    <a:pt x="471" y="1516"/>
                  </a:lnTo>
                  <a:lnTo>
                    <a:pt x="505" y="1583"/>
                  </a:lnTo>
                  <a:lnTo>
                    <a:pt x="606" y="1583"/>
                  </a:lnTo>
                  <a:lnTo>
                    <a:pt x="1212" y="1415"/>
                  </a:lnTo>
                  <a:lnTo>
                    <a:pt x="1818" y="1347"/>
                  </a:lnTo>
                  <a:lnTo>
                    <a:pt x="2054" y="1347"/>
                  </a:lnTo>
                  <a:lnTo>
                    <a:pt x="2188" y="1314"/>
                  </a:lnTo>
                  <a:lnTo>
                    <a:pt x="2290" y="1246"/>
                  </a:lnTo>
                  <a:lnTo>
                    <a:pt x="2391" y="1112"/>
                  </a:lnTo>
                  <a:lnTo>
                    <a:pt x="2424" y="977"/>
                  </a:lnTo>
                  <a:lnTo>
                    <a:pt x="2391" y="842"/>
                  </a:lnTo>
                  <a:lnTo>
                    <a:pt x="2323" y="708"/>
                  </a:lnTo>
                  <a:lnTo>
                    <a:pt x="2155" y="405"/>
                  </a:lnTo>
                  <a:lnTo>
                    <a:pt x="2087" y="236"/>
                  </a:lnTo>
                  <a:lnTo>
                    <a:pt x="2054" y="102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689450" y="2435800"/>
              <a:ext cx="87550" cy="43800"/>
            </a:xfrm>
            <a:custGeom>
              <a:avLst/>
              <a:gdLst/>
              <a:ahLst/>
              <a:cxnLst/>
              <a:rect l="l" t="t" r="r" b="b"/>
              <a:pathLst>
                <a:path w="3502" h="1752" extrusionOk="0">
                  <a:moveTo>
                    <a:pt x="2694" y="270"/>
                  </a:moveTo>
                  <a:lnTo>
                    <a:pt x="2761" y="303"/>
                  </a:lnTo>
                  <a:lnTo>
                    <a:pt x="2828" y="303"/>
                  </a:lnTo>
                  <a:lnTo>
                    <a:pt x="2896" y="371"/>
                  </a:lnTo>
                  <a:lnTo>
                    <a:pt x="2929" y="438"/>
                  </a:lnTo>
                  <a:lnTo>
                    <a:pt x="2997" y="674"/>
                  </a:lnTo>
                  <a:lnTo>
                    <a:pt x="2761" y="808"/>
                  </a:lnTo>
                  <a:lnTo>
                    <a:pt x="2458" y="909"/>
                  </a:lnTo>
                  <a:lnTo>
                    <a:pt x="1886" y="1078"/>
                  </a:lnTo>
                  <a:lnTo>
                    <a:pt x="1212" y="1313"/>
                  </a:lnTo>
                  <a:lnTo>
                    <a:pt x="1010" y="1381"/>
                  </a:lnTo>
                  <a:lnTo>
                    <a:pt x="876" y="1414"/>
                  </a:lnTo>
                  <a:lnTo>
                    <a:pt x="775" y="1414"/>
                  </a:lnTo>
                  <a:lnTo>
                    <a:pt x="707" y="1381"/>
                  </a:lnTo>
                  <a:lnTo>
                    <a:pt x="674" y="1313"/>
                  </a:lnTo>
                  <a:lnTo>
                    <a:pt x="876" y="1280"/>
                  </a:lnTo>
                  <a:lnTo>
                    <a:pt x="1044" y="1212"/>
                  </a:lnTo>
                  <a:lnTo>
                    <a:pt x="1246" y="1111"/>
                  </a:lnTo>
                  <a:lnTo>
                    <a:pt x="1482" y="1078"/>
                  </a:lnTo>
                  <a:lnTo>
                    <a:pt x="1549" y="1044"/>
                  </a:lnTo>
                  <a:lnTo>
                    <a:pt x="1583" y="977"/>
                  </a:lnTo>
                  <a:lnTo>
                    <a:pt x="1616" y="943"/>
                  </a:lnTo>
                  <a:lnTo>
                    <a:pt x="1616" y="876"/>
                  </a:lnTo>
                  <a:lnTo>
                    <a:pt x="1583" y="808"/>
                  </a:lnTo>
                  <a:lnTo>
                    <a:pt x="1515" y="741"/>
                  </a:lnTo>
                  <a:lnTo>
                    <a:pt x="1381" y="741"/>
                  </a:lnTo>
                  <a:lnTo>
                    <a:pt x="1179" y="775"/>
                  </a:lnTo>
                  <a:lnTo>
                    <a:pt x="977" y="842"/>
                  </a:lnTo>
                  <a:lnTo>
                    <a:pt x="808" y="977"/>
                  </a:lnTo>
                  <a:lnTo>
                    <a:pt x="640" y="1111"/>
                  </a:lnTo>
                  <a:lnTo>
                    <a:pt x="674" y="909"/>
                  </a:lnTo>
                  <a:lnTo>
                    <a:pt x="1549" y="573"/>
                  </a:lnTo>
                  <a:lnTo>
                    <a:pt x="2256" y="371"/>
                  </a:lnTo>
                  <a:lnTo>
                    <a:pt x="2492" y="337"/>
                  </a:lnTo>
                  <a:lnTo>
                    <a:pt x="2694" y="270"/>
                  </a:lnTo>
                  <a:close/>
                  <a:moveTo>
                    <a:pt x="2862" y="0"/>
                  </a:moveTo>
                  <a:lnTo>
                    <a:pt x="2626" y="34"/>
                  </a:lnTo>
                  <a:lnTo>
                    <a:pt x="2424" y="68"/>
                  </a:lnTo>
                  <a:lnTo>
                    <a:pt x="1987" y="169"/>
                  </a:lnTo>
                  <a:lnTo>
                    <a:pt x="1515" y="303"/>
                  </a:lnTo>
                  <a:lnTo>
                    <a:pt x="640" y="606"/>
                  </a:lnTo>
                  <a:lnTo>
                    <a:pt x="472" y="606"/>
                  </a:lnTo>
                  <a:lnTo>
                    <a:pt x="303" y="674"/>
                  </a:lnTo>
                  <a:lnTo>
                    <a:pt x="169" y="775"/>
                  </a:lnTo>
                  <a:lnTo>
                    <a:pt x="68" y="909"/>
                  </a:lnTo>
                  <a:lnTo>
                    <a:pt x="0" y="1044"/>
                  </a:lnTo>
                  <a:lnTo>
                    <a:pt x="0" y="1212"/>
                  </a:lnTo>
                  <a:lnTo>
                    <a:pt x="0" y="1381"/>
                  </a:lnTo>
                  <a:lnTo>
                    <a:pt x="101" y="1549"/>
                  </a:lnTo>
                  <a:lnTo>
                    <a:pt x="202" y="1650"/>
                  </a:lnTo>
                  <a:lnTo>
                    <a:pt x="371" y="1717"/>
                  </a:lnTo>
                  <a:lnTo>
                    <a:pt x="539" y="1751"/>
                  </a:lnTo>
                  <a:lnTo>
                    <a:pt x="707" y="1717"/>
                  </a:lnTo>
                  <a:lnTo>
                    <a:pt x="1179" y="1616"/>
                  </a:lnTo>
                  <a:lnTo>
                    <a:pt x="1650" y="1448"/>
                  </a:lnTo>
                  <a:lnTo>
                    <a:pt x="2593" y="1111"/>
                  </a:lnTo>
                  <a:lnTo>
                    <a:pt x="2963" y="977"/>
                  </a:lnTo>
                  <a:lnTo>
                    <a:pt x="3131" y="842"/>
                  </a:lnTo>
                  <a:lnTo>
                    <a:pt x="3334" y="707"/>
                  </a:lnTo>
                  <a:lnTo>
                    <a:pt x="3435" y="573"/>
                  </a:lnTo>
                  <a:lnTo>
                    <a:pt x="3468" y="505"/>
                  </a:lnTo>
                  <a:lnTo>
                    <a:pt x="3502" y="404"/>
                  </a:lnTo>
                  <a:lnTo>
                    <a:pt x="3502" y="337"/>
                  </a:lnTo>
                  <a:lnTo>
                    <a:pt x="3468" y="236"/>
                  </a:lnTo>
                  <a:lnTo>
                    <a:pt x="3401" y="169"/>
                  </a:lnTo>
                  <a:lnTo>
                    <a:pt x="3300" y="68"/>
                  </a:lnTo>
                  <a:lnTo>
                    <a:pt x="3199" y="34"/>
                  </a:lnTo>
                  <a:lnTo>
                    <a:pt x="30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3843650" y="1982125"/>
              <a:ext cx="530300" cy="841725"/>
            </a:xfrm>
            <a:custGeom>
              <a:avLst/>
              <a:gdLst/>
              <a:ahLst/>
              <a:cxnLst/>
              <a:rect l="l" t="t" r="r" b="b"/>
              <a:pathLst>
                <a:path w="21212" h="33669" extrusionOk="0">
                  <a:moveTo>
                    <a:pt x="18787" y="11144"/>
                  </a:moveTo>
                  <a:lnTo>
                    <a:pt x="18990" y="11178"/>
                  </a:lnTo>
                  <a:lnTo>
                    <a:pt x="19091" y="11212"/>
                  </a:lnTo>
                  <a:lnTo>
                    <a:pt x="19192" y="11279"/>
                  </a:lnTo>
                  <a:lnTo>
                    <a:pt x="19360" y="11481"/>
                  </a:lnTo>
                  <a:lnTo>
                    <a:pt x="19562" y="11750"/>
                  </a:lnTo>
                  <a:lnTo>
                    <a:pt x="19730" y="12053"/>
                  </a:lnTo>
                  <a:lnTo>
                    <a:pt x="19596" y="12188"/>
                  </a:lnTo>
                  <a:lnTo>
                    <a:pt x="19562" y="12154"/>
                  </a:lnTo>
                  <a:lnTo>
                    <a:pt x="19495" y="12121"/>
                  </a:lnTo>
                  <a:lnTo>
                    <a:pt x="19461" y="12154"/>
                  </a:lnTo>
                  <a:lnTo>
                    <a:pt x="19427" y="12188"/>
                  </a:lnTo>
                  <a:lnTo>
                    <a:pt x="19360" y="12255"/>
                  </a:lnTo>
                  <a:lnTo>
                    <a:pt x="19225" y="12020"/>
                  </a:lnTo>
                  <a:lnTo>
                    <a:pt x="19158" y="11784"/>
                  </a:lnTo>
                  <a:lnTo>
                    <a:pt x="19057" y="11515"/>
                  </a:lnTo>
                  <a:lnTo>
                    <a:pt x="18956" y="11279"/>
                  </a:lnTo>
                  <a:lnTo>
                    <a:pt x="18888" y="11212"/>
                  </a:lnTo>
                  <a:lnTo>
                    <a:pt x="18821" y="11212"/>
                  </a:lnTo>
                  <a:lnTo>
                    <a:pt x="18754" y="11245"/>
                  </a:lnTo>
                  <a:lnTo>
                    <a:pt x="18720" y="11346"/>
                  </a:lnTo>
                  <a:lnTo>
                    <a:pt x="18720" y="11750"/>
                  </a:lnTo>
                  <a:lnTo>
                    <a:pt x="18754" y="12154"/>
                  </a:lnTo>
                  <a:lnTo>
                    <a:pt x="18653" y="11784"/>
                  </a:lnTo>
                  <a:lnTo>
                    <a:pt x="18552" y="11447"/>
                  </a:lnTo>
                  <a:lnTo>
                    <a:pt x="18518" y="11414"/>
                  </a:lnTo>
                  <a:lnTo>
                    <a:pt x="18484" y="11380"/>
                  </a:lnTo>
                  <a:lnTo>
                    <a:pt x="18787" y="11144"/>
                  </a:lnTo>
                  <a:close/>
                  <a:moveTo>
                    <a:pt x="17508" y="12255"/>
                  </a:moveTo>
                  <a:lnTo>
                    <a:pt x="17474" y="12424"/>
                  </a:lnTo>
                  <a:lnTo>
                    <a:pt x="17441" y="12390"/>
                  </a:lnTo>
                  <a:lnTo>
                    <a:pt x="17373" y="12390"/>
                  </a:lnTo>
                  <a:lnTo>
                    <a:pt x="17508" y="12255"/>
                  </a:lnTo>
                  <a:close/>
                  <a:moveTo>
                    <a:pt x="19023" y="12121"/>
                  </a:moveTo>
                  <a:lnTo>
                    <a:pt x="19091" y="12323"/>
                  </a:lnTo>
                  <a:lnTo>
                    <a:pt x="19225" y="12491"/>
                  </a:lnTo>
                  <a:lnTo>
                    <a:pt x="18990" y="12693"/>
                  </a:lnTo>
                  <a:lnTo>
                    <a:pt x="19023" y="12424"/>
                  </a:lnTo>
                  <a:lnTo>
                    <a:pt x="19023" y="12121"/>
                  </a:lnTo>
                  <a:close/>
                  <a:moveTo>
                    <a:pt x="18282" y="11548"/>
                  </a:moveTo>
                  <a:lnTo>
                    <a:pt x="18249" y="11851"/>
                  </a:lnTo>
                  <a:lnTo>
                    <a:pt x="18215" y="12188"/>
                  </a:lnTo>
                  <a:lnTo>
                    <a:pt x="18114" y="12828"/>
                  </a:lnTo>
                  <a:lnTo>
                    <a:pt x="18013" y="12356"/>
                  </a:lnTo>
                  <a:lnTo>
                    <a:pt x="17878" y="11885"/>
                  </a:lnTo>
                  <a:lnTo>
                    <a:pt x="18282" y="11548"/>
                  </a:lnTo>
                  <a:close/>
                  <a:moveTo>
                    <a:pt x="18484" y="12087"/>
                  </a:moveTo>
                  <a:lnTo>
                    <a:pt x="18653" y="12996"/>
                  </a:lnTo>
                  <a:lnTo>
                    <a:pt x="17542" y="14040"/>
                  </a:lnTo>
                  <a:lnTo>
                    <a:pt x="17609" y="13602"/>
                  </a:lnTo>
                  <a:lnTo>
                    <a:pt x="17643" y="13131"/>
                  </a:lnTo>
                  <a:lnTo>
                    <a:pt x="17676" y="12693"/>
                  </a:lnTo>
                  <a:lnTo>
                    <a:pt x="17744" y="12255"/>
                  </a:lnTo>
                  <a:lnTo>
                    <a:pt x="17878" y="12794"/>
                  </a:lnTo>
                  <a:lnTo>
                    <a:pt x="18013" y="13333"/>
                  </a:lnTo>
                  <a:lnTo>
                    <a:pt x="18047" y="13400"/>
                  </a:lnTo>
                  <a:lnTo>
                    <a:pt x="18114" y="13434"/>
                  </a:lnTo>
                  <a:lnTo>
                    <a:pt x="18181" y="13400"/>
                  </a:lnTo>
                  <a:lnTo>
                    <a:pt x="18249" y="13333"/>
                  </a:lnTo>
                  <a:lnTo>
                    <a:pt x="18350" y="13030"/>
                  </a:lnTo>
                  <a:lnTo>
                    <a:pt x="18383" y="12727"/>
                  </a:lnTo>
                  <a:lnTo>
                    <a:pt x="18484" y="12087"/>
                  </a:lnTo>
                  <a:close/>
                  <a:moveTo>
                    <a:pt x="21010" y="13703"/>
                  </a:moveTo>
                  <a:lnTo>
                    <a:pt x="21043" y="13905"/>
                  </a:lnTo>
                  <a:lnTo>
                    <a:pt x="21077" y="14073"/>
                  </a:lnTo>
                  <a:lnTo>
                    <a:pt x="21010" y="14040"/>
                  </a:lnTo>
                  <a:lnTo>
                    <a:pt x="21010" y="13703"/>
                  </a:lnTo>
                  <a:close/>
                  <a:moveTo>
                    <a:pt x="17306" y="12457"/>
                  </a:moveTo>
                  <a:lnTo>
                    <a:pt x="17306" y="12491"/>
                  </a:lnTo>
                  <a:lnTo>
                    <a:pt x="17272" y="12693"/>
                  </a:lnTo>
                  <a:lnTo>
                    <a:pt x="17239" y="12727"/>
                  </a:lnTo>
                  <a:lnTo>
                    <a:pt x="17239" y="12929"/>
                  </a:lnTo>
                  <a:lnTo>
                    <a:pt x="17205" y="13131"/>
                  </a:lnTo>
                  <a:lnTo>
                    <a:pt x="17239" y="13535"/>
                  </a:lnTo>
                  <a:lnTo>
                    <a:pt x="17239" y="13568"/>
                  </a:lnTo>
                  <a:lnTo>
                    <a:pt x="17171" y="13838"/>
                  </a:lnTo>
                  <a:lnTo>
                    <a:pt x="17070" y="14107"/>
                  </a:lnTo>
                  <a:lnTo>
                    <a:pt x="16936" y="13838"/>
                  </a:lnTo>
                  <a:lnTo>
                    <a:pt x="16868" y="13535"/>
                  </a:lnTo>
                  <a:lnTo>
                    <a:pt x="16835" y="13232"/>
                  </a:lnTo>
                  <a:lnTo>
                    <a:pt x="16835" y="12929"/>
                  </a:lnTo>
                  <a:lnTo>
                    <a:pt x="17306" y="12457"/>
                  </a:lnTo>
                  <a:close/>
                  <a:moveTo>
                    <a:pt x="17272" y="14174"/>
                  </a:moveTo>
                  <a:lnTo>
                    <a:pt x="17340" y="14242"/>
                  </a:lnTo>
                  <a:lnTo>
                    <a:pt x="17171" y="14410"/>
                  </a:lnTo>
                  <a:lnTo>
                    <a:pt x="17171" y="14410"/>
                  </a:lnTo>
                  <a:lnTo>
                    <a:pt x="17272" y="14174"/>
                  </a:lnTo>
                  <a:close/>
                  <a:moveTo>
                    <a:pt x="16666" y="13131"/>
                  </a:moveTo>
                  <a:lnTo>
                    <a:pt x="16666" y="13400"/>
                  </a:lnTo>
                  <a:lnTo>
                    <a:pt x="16666" y="13636"/>
                  </a:lnTo>
                  <a:lnTo>
                    <a:pt x="16666" y="13703"/>
                  </a:lnTo>
                  <a:lnTo>
                    <a:pt x="16599" y="14107"/>
                  </a:lnTo>
                  <a:lnTo>
                    <a:pt x="16498" y="14477"/>
                  </a:lnTo>
                  <a:lnTo>
                    <a:pt x="16363" y="14073"/>
                  </a:lnTo>
                  <a:lnTo>
                    <a:pt x="16262" y="13703"/>
                  </a:lnTo>
                  <a:lnTo>
                    <a:pt x="16195" y="13636"/>
                  </a:lnTo>
                  <a:lnTo>
                    <a:pt x="16666" y="13131"/>
                  </a:lnTo>
                  <a:close/>
                  <a:moveTo>
                    <a:pt x="16801" y="14107"/>
                  </a:moveTo>
                  <a:lnTo>
                    <a:pt x="16969" y="14410"/>
                  </a:lnTo>
                  <a:lnTo>
                    <a:pt x="17037" y="14477"/>
                  </a:lnTo>
                  <a:lnTo>
                    <a:pt x="17104" y="14477"/>
                  </a:lnTo>
                  <a:lnTo>
                    <a:pt x="16027" y="15555"/>
                  </a:lnTo>
                  <a:lnTo>
                    <a:pt x="16094" y="15286"/>
                  </a:lnTo>
                  <a:lnTo>
                    <a:pt x="16161" y="14983"/>
                  </a:lnTo>
                  <a:lnTo>
                    <a:pt x="16195" y="14376"/>
                  </a:lnTo>
                  <a:lnTo>
                    <a:pt x="16296" y="14612"/>
                  </a:lnTo>
                  <a:lnTo>
                    <a:pt x="16397" y="14848"/>
                  </a:lnTo>
                  <a:lnTo>
                    <a:pt x="16431" y="14882"/>
                  </a:lnTo>
                  <a:lnTo>
                    <a:pt x="16565" y="14882"/>
                  </a:lnTo>
                  <a:lnTo>
                    <a:pt x="16633" y="14814"/>
                  </a:lnTo>
                  <a:lnTo>
                    <a:pt x="16734" y="14477"/>
                  </a:lnTo>
                  <a:lnTo>
                    <a:pt x="16801" y="14107"/>
                  </a:lnTo>
                  <a:close/>
                  <a:moveTo>
                    <a:pt x="20976" y="14242"/>
                  </a:moveTo>
                  <a:lnTo>
                    <a:pt x="20976" y="14477"/>
                  </a:lnTo>
                  <a:lnTo>
                    <a:pt x="20909" y="14612"/>
                  </a:lnTo>
                  <a:lnTo>
                    <a:pt x="20774" y="14882"/>
                  </a:lnTo>
                  <a:lnTo>
                    <a:pt x="20639" y="15117"/>
                  </a:lnTo>
                  <a:lnTo>
                    <a:pt x="20471" y="15353"/>
                  </a:lnTo>
                  <a:lnTo>
                    <a:pt x="20269" y="15555"/>
                  </a:lnTo>
                  <a:lnTo>
                    <a:pt x="20505" y="15252"/>
                  </a:lnTo>
                  <a:lnTo>
                    <a:pt x="20707" y="14915"/>
                  </a:lnTo>
                  <a:lnTo>
                    <a:pt x="20875" y="14578"/>
                  </a:lnTo>
                  <a:lnTo>
                    <a:pt x="20976" y="14242"/>
                  </a:lnTo>
                  <a:close/>
                  <a:moveTo>
                    <a:pt x="15993" y="13871"/>
                  </a:moveTo>
                  <a:lnTo>
                    <a:pt x="15926" y="14578"/>
                  </a:lnTo>
                  <a:lnTo>
                    <a:pt x="15892" y="14915"/>
                  </a:lnTo>
                  <a:lnTo>
                    <a:pt x="15858" y="15252"/>
                  </a:lnTo>
                  <a:lnTo>
                    <a:pt x="15757" y="14949"/>
                  </a:lnTo>
                  <a:lnTo>
                    <a:pt x="15724" y="14612"/>
                  </a:lnTo>
                  <a:lnTo>
                    <a:pt x="15690" y="14545"/>
                  </a:lnTo>
                  <a:lnTo>
                    <a:pt x="15623" y="14511"/>
                  </a:lnTo>
                  <a:lnTo>
                    <a:pt x="15555" y="14511"/>
                  </a:lnTo>
                  <a:lnTo>
                    <a:pt x="15488" y="14578"/>
                  </a:lnTo>
                  <a:lnTo>
                    <a:pt x="15353" y="15286"/>
                  </a:lnTo>
                  <a:lnTo>
                    <a:pt x="15219" y="15993"/>
                  </a:lnTo>
                  <a:lnTo>
                    <a:pt x="15084" y="15488"/>
                  </a:lnTo>
                  <a:lnTo>
                    <a:pt x="14983" y="14949"/>
                  </a:lnTo>
                  <a:lnTo>
                    <a:pt x="15993" y="13871"/>
                  </a:lnTo>
                  <a:close/>
                  <a:moveTo>
                    <a:pt x="15589" y="15286"/>
                  </a:moveTo>
                  <a:lnTo>
                    <a:pt x="15757" y="15690"/>
                  </a:lnTo>
                  <a:lnTo>
                    <a:pt x="15791" y="15723"/>
                  </a:lnTo>
                  <a:lnTo>
                    <a:pt x="15858" y="15723"/>
                  </a:lnTo>
                  <a:lnTo>
                    <a:pt x="15421" y="16161"/>
                  </a:lnTo>
                  <a:lnTo>
                    <a:pt x="15522" y="15723"/>
                  </a:lnTo>
                  <a:lnTo>
                    <a:pt x="15589" y="15286"/>
                  </a:lnTo>
                  <a:close/>
                  <a:moveTo>
                    <a:pt x="14916" y="15824"/>
                  </a:moveTo>
                  <a:lnTo>
                    <a:pt x="15017" y="16127"/>
                  </a:lnTo>
                  <a:lnTo>
                    <a:pt x="15151" y="16397"/>
                  </a:lnTo>
                  <a:lnTo>
                    <a:pt x="15151" y="16430"/>
                  </a:lnTo>
                  <a:lnTo>
                    <a:pt x="14848" y="16733"/>
                  </a:lnTo>
                  <a:lnTo>
                    <a:pt x="14916" y="16262"/>
                  </a:lnTo>
                  <a:lnTo>
                    <a:pt x="14916" y="15824"/>
                  </a:lnTo>
                  <a:close/>
                  <a:moveTo>
                    <a:pt x="14747" y="15218"/>
                  </a:moveTo>
                  <a:lnTo>
                    <a:pt x="14680" y="16127"/>
                  </a:lnTo>
                  <a:lnTo>
                    <a:pt x="14613" y="16565"/>
                  </a:lnTo>
                  <a:lnTo>
                    <a:pt x="14579" y="16801"/>
                  </a:lnTo>
                  <a:lnTo>
                    <a:pt x="14512" y="17003"/>
                  </a:lnTo>
                  <a:lnTo>
                    <a:pt x="14411" y="16700"/>
                  </a:lnTo>
                  <a:lnTo>
                    <a:pt x="14343" y="16397"/>
                  </a:lnTo>
                  <a:lnTo>
                    <a:pt x="14209" y="15723"/>
                  </a:lnTo>
                  <a:lnTo>
                    <a:pt x="14747" y="15218"/>
                  </a:lnTo>
                  <a:close/>
                  <a:moveTo>
                    <a:pt x="13906" y="15993"/>
                  </a:moveTo>
                  <a:lnTo>
                    <a:pt x="13771" y="16599"/>
                  </a:lnTo>
                  <a:lnTo>
                    <a:pt x="13670" y="16902"/>
                  </a:lnTo>
                  <a:lnTo>
                    <a:pt x="13569" y="17205"/>
                  </a:lnTo>
                  <a:lnTo>
                    <a:pt x="13468" y="16834"/>
                  </a:lnTo>
                  <a:lnTo>
                    <a:pt x="13333" y="16464"/>
                  </a:lnTo>
                  <a:lnTo>
                    <a:pt x="13906" y="15993"/>
                  </a:lnTo>
                  <a:close/>
                  <a:moveTo>
                    <a:pt x="12997" y="16733"/>
                  </a:moveTo>
                  <a:lnTo>
                    <a:pt x="12929" y="17104"/>
                  </a:lnTo>
                  <a:lnTo>
                    <a:pt x="12896" y="17508"/>
                  </a:lnTo>
                  <a:lnTo>
                    <a:pt x="12828" y="16868"/>
                  </a:lnTo>
                  <a:lnTo>
                    <a:pt x="12997" y="16733"/>
                  </a:lnTo>
                  <a:close/>
                  <a:moveTo>
                    <a:pt x="12492" y="17104"/>
                  </a:moveTo>
                  <a:lnTo>
                    <a:pt x="12458" y="17474"/>
                  </a:lnTo>
                  <a:lnTo>
                    <a:pt x="12391" y="17811"/>
                  </a:lnTo>
                  <a:lnTo>
                    <a:pt x="12357" y="18181"/>
                  </a:lnTo>
                  <a:lnTo>
                    <a:pt x="12256" y="18518"/>
                  </a:lnTo>
                  <a:lnTo>
                    <a:pt x="12155" y="18013"/>
                  </a:lnTo>
                  <a:lnTo>
                    <a:pt x="11987" y="17474"/>
                  </a:lnTo>
                  <a:lnTo>
                    <a:pt x="12492" y="17104"/>
                  </a:lnTo>
                  <a:close/>
                  <a:moveTo>
                    <a:pt x="8216" y="236"/>
                  </a:moveTo>
                  <a:lnTo>
                    <a:pt x="8889" y="808"/>
                  </a:lnTo>
                  <a:lnTo>
                    <a:pt x="9529" y="1448"/>
                  </a:lnTo>
                  <a:lnTo>
                    <a:pt x="10135" y="2088"/>
                  </a:lnTo>
                  <a:lnTo>
                    <a:pt x="10707" y="2761"/>
                  </a:lnTo>
                  <a:lnTo>
                    <a:pt x="11886" y="4108"/>
                  </a:lnTo>
                  <a:lnTo>
                    <a:pt x="12492" y="4781"/>
                  </a:lnTo>
                  <a:lnTo>
                    <a:pt x="13098" y="5421"/>
                  </a:lnTo>
                  <a:lnTo>
                    <a:pt x="14478" y="6734"/>
                  </a:lnTo>
                  <a:lnTo>
                    <a:pt x="15118" y="7407"/>
                  </a:lnTo>
                  <a:lnTo>
                    <a:pt x="15791" y="8114"/>
                  </a:lnTo>
                  <a:lnTo>
                    <a:pt x="17070" y="9629"/>
                  </a:lnTo>
                  <a:lnTo>
                    <a:pt x="18383" y="11144"/>
                  </a:lnTo>
                  <a:lnTo>
                    <a:pt x="17811" y="11616"/>
                  </a:lnTo>
                  <a:lnTo>
                    <a:pt x="17239" y="12121"/>
                  </a:lnTo>
                  <a:lnTo>
                    <a:pt x="16734" y="12659"/>
                  </a:lnTo>
                  <a:lnTo>
                    <a:pt x="16195" y="13232"/>
                  </a:lnTo>
                  <a:lnTo>
                    <a:pt x="15185" y="14343"/>
                  </a:lnTo>
                  <a:lnTo>
                    <a:pt x="14680" y="14882"/>
                  </a:lnTo>
                  <a:lnTo>
                    <a:pt x="14175" y="15420"/>
                  </a:lnTo>
                  <a:lnTo>
                    <a:pt x="13636" y="15925"/>
                  </a:lnTo>
                  <a:lnTo>
                    <a:pt x="13064" y="16363"/>
                  </a:lnTo>
                  <a:lnTo>
                    <a:pt x="11919" y="17238"/>
                  </a:lnTo>
                  <a:lnTo>
                    <a:pt x="11852" y="17205"/>
                  </a:lnTo>
                  <a:lnTo>
                    <a:pt x="11785" y="17171"/>
                  </a:lnTo>
                  <a:lnTo>
                    <a:pt x="11717" y="17171"/>
                  </a:lnTo>
                  <a:lnTo>
                    <a:pt x="11684" y="17238"/>
                  </a:lnTo>
                  <a:lnTo>
                    <a:pt x="11650" y="17440"/>
                  </a:lnTo>
                  <a:lnTo>
                    <a:pt x="11347" y="17676"/>
                  </a:lnTo>
                  <a:lnTo>
                    <a:pt x="10808" y="18114"/>
                  </a:lnTo>
                  <a:lnTo>
                    <a:pt x="10337" y="18551"/>
                  </a:lnTo>
                  <a:lnTo>
                    <a:pt x="9933" y="18282"/>
                  </a:lnTo>
                  <a:lnTo>
                    <a:pt x="9529" y="17945"/>
                  </a:lnTo>
                  <a:lnTo>
                    <a:pt x="9192" y="17609"/>
                  </a:lnTo>
                  <a:lnTo>
                    <a:pt x="8855" y="17238"/>
                  </a:lnTo>
                  <a:lnTo>
                    <a:pt x="8182" y="16464"/>
                  </a:lnTo>
                  <a:lnTo>
                    <a:pt x="7542" y="15690"/>
                  </a:lnTo>
                  <a:lnTo>
                    <a:pt x="6835" y="14949"/>
                  </a:lnTo>
                  <a:lnTo>
                    <a:pt x="6465" y="14578"/>
                  </a:lnTo>
                  <a:lnTo>
                    <a:pt x="6128" y="14141"/>
                  </a:lnTo>
                  <a:lnTo>
                    <a:pt x="5556" y="13434"/>
                  </a:lnTo>
                  <a:lnTo>
                    <a:pt x="5253" y="13097"/>
                  </a:lnTo>
                  <a:lnTo>
                    <a:pt x="4950" y="12760"/>
                  </a:lnTo>
                  <a:lnTo>
                    <a:pt x="4209" y="12053"/>
                  </a:lnTo>
                  <a:lnTo>
                    <a:pt x="3873" y="11683"/>
                  </a:lnTo>
                  <a:lnTo>
                    <a:pt x="3536" y="11279"/>
                  </a:lnTo>
                  <a:lnTo>
                    <a:pt x="2896" y="10404"/>
                  </a:lnTo>
                  <a:lnTo>
                    <a:pt x="2223" y="9495"/>
                  </a:lnTo>
                  <a:lnTo>
                    <a:pt x="1751" y="8922"/>
                  </a:lnTo>
                  <a:lnTo>
                    <a:pt x="1516" y="8619"/>
                  </a:lnTo>
                  <a:lnTo>
                    <a:pt x="1246" y="8350"/>
                  </a:lnTo>
                  <a:lnTo>
                    <a:pt x="741" y="7912"/>
                  </a:lnTo>
                  <a:lnTo>
                    <a:pt x="472" y="7710"/>
                  </a:lnTo>
                  <a:lnTo>
                    <a:pt x="270" y="7441"/>
                  </a:lnTo>
                  <a:lnTo>
                    <a:pt x="539" y="7239"/>
                  </a:lnTo>
                  <a:lnTo>
                    <a:pt x="809" y="7037"/>
                  </a:lnTo>
                  <a:lnTo>
                    <a:pt x="1347" y="6532"/>
                  </a:lnTo>
                  <a:lnTo>
                    <a:pt x="1819" y="6027"/>
                  </a:lnTo>
                  <a:lnTo>
                    <a:pt x="2256" y="5488"/>
                  </a:lnTo>
                  <a:lnTo>
                    <a:pt x="2762" y="4882"/>
                  </a:lnTo>
                  <a:lnTo>
                    <a:pt x="3300" y="4310"/>
                  </a:lnTo>
                  <a:lnTo>
                    <a:pt x="3873" y="3737"/>
                  </a:lnTo>
                  <a:lnTo>
                    <a:pt x="4479" y="3232"/>
                  </a:lnTo>
                  <a:lnTo>
                    <a:pt x="6364" y="1751"/>
                  </a:lnTo>
                  <a:lnTo>
                    <a:pt x="8216" y="236"/>
                  </a:lnTo>
                  <a:close/>
                  <a:moveTo>
                    <a:pt x="14074" y="16296"/>
                  </a:moveTo>
                  <a:lnTo>
                    <a:pt x="14175" y="16767"/>
                  </a:lnTo>
                  <a:lnTo>
                    <a:pt x="14242" y="17003"/>
                  </a:lnTo>
                  <a:lnTo>
                    <a:pt x="14343" y="17205"/>
                  </a:lnTo>
                  <a:lnTo>
                    <a:pt x="13670" y="17811"/>
                  </a:lnTo>
                  <a:lnTo>
                    <a:pt x="12963" y="18383"/>
                  </a:lnTo>
                  <a:lnTo>
                    <a:pt x="12391" y="18854"/>
                  </a:lnTo>
                  <a:lnTo>
                    <a:pt x="12492" y="18585"/>
                  </a:lnTo>
                  <a:lnTo>
                    <a:pt x="12593" y="18282"/>
                  </a:lnTo>
                  <a:lnTo>
                    <a:pt x="12660" y="17710"/>
                  </a:lnTo>
                  <a:lnTo>
                    <a:pt x="12694" y="18013"/>
                  </a:lnTo>
                  <a:lnTo>
                    <a:pt x="12761" y="18316"/>
                  </a:lnTo>
                  <a:lnTo>
                    <a:pt x="12795" y="18349"/>
                  </a:lnTo>
                  <a:lnTo>
                    <a:pt x="12862" y="18383"/>
                  </a:lnTo>
                  <a:lnTo>
                    <a:pt x="12963" y="18383"/>
                  </a:lnTo>
                  <a:lnTo>
                    <a:pt x="13030" y="18316"/>
                  </a:lnTo>
                  <a:lnTo>
                    <a:pt x="13098" y="17945"/>
                  </a:lnTo>
                  <a:lnTo>
                    <a:pt x="13131" y="17575"/>
                  </a:lnTo>
                  <a:lnTo>
                    <a:pt x="13165" y="17205"/>
                  </a:lnTo>
                  <a:lnTo>
                    <a:pt x="13199" y="16868"/>
                  </a:lnTo>
                  <a:lnTo>
                    <a:pt x="13333" y="17205"/>
                  </a:lnTo>
                  <a:lnTo>
                    <a:pt x="13468" y="17541"/>
                  </a:lnTo>
                  <a:lnTo>
                    <a:pt x="13502" y="17609"/>
                  </a:lnTo>
                  <a:lnTo>
                    <a:pt x="13636" y="17609"/>
                  </a:lnTo>
                  <a:lnTo>
                    <a:pt x="13670" y="17541"/>
                  </a:lnTo>
                  <a:lnTo>
                    <a:pt x="13805" y="17272"/>
                  </a:lnTo>
                  <a:lnTo>
                    <a:pt x="13906" y="16935"/>
                  </a:lnTo>
                  <a:lnTo>
                    <a:pt x="14074" y="16296"/>
                  </a:lnTo>
                  <a:close/>
                  <a:moveTo>
                    <a:pt x="11616" y="17777"/>
                  </a:moveTo>
                  <a:lnTo>
                    <a:pt x="11583" y="18585"/>
                  </a:lnTo>
                  <a:lnTo>
                    <a:pt x="11549" y="18989"/>
                  </a:lnTo>
                  <a:lnTo>
                    <a:pt x="11482" y="19393"/>
                  </a:lnTo>
                  <a:lnTo>
                    <a:pt x="11347" y="18821"/>
                  </a:lnTo>
                  <a:lnTo>
                    <a:pt x="11246" y="18248"/>
                  </a:lnTo>
                  <a:lnTo>
                    <a:pt x="11212" y="18181"/>
                  </a:lnTo>
                  <a:lnTo>
                    <a:pt x="11145" y="18147"/>
                  </a:lnTo>
                  <a:lnTo>
                    <a:pt x="11313" y="18013"/>
                  </a:lnTo>
                  <a:lnTo>
                    <a:pt x="11616" y="17777"/>
                  </a:lnTo>
                  <a:close/>
                  <a:moveTo>
                    <a:pt x="11852" y="17878"/>
                  </a:moveTo>
                  <a:lnTo>
                    <a:pt x="11987" y="18417"/>
                  </a:lnTo>
                  <a:lnTo>
                    <a:pt x="12088" y="18922"/>
                  </a:lnTo>
                  <a:lnTo>
                    <a:pt x="12121" y="18989"/>
                  </a:lnTo>
                  <a:lnTo>
                    <a:pt x="12189" y="19023"/>
                  </a:lnTo>
                  <a:lnTo>
                    <a:pt x="12088" y="19090"/>
                  </a:lnTo>
                  <a:lnTo>
                    <a:pt x="11717" y="19427"/>
                  </a:lnTo>
                  <a:lnTo>
                    <a:pt x="11785" y="19023"/>
                  </a:lnTo>
                  <a:lnTo>
                    <a:pt x="11818" y="18652"/>
                  </a:lnTo>
                  <a:lnTo>
                    <a:pt x="11852" y="17878"/>
                  </a:lnTo>
                  <a:close/>
                  <a:moveTo>
                    <a:pt x="10977" y="18282"/>
                  </a:moveTo>
                  <a:lnTo>
                    <a:pt x="10876" y="18686"/>
                  </a:lnTo>
                  <a:lnTo>
                    <a:pt x="10808" y="19090"/>
                  </a:lnTo>
                  <a:lnTo>
                    <a:pt x="10741" y="19528"/>
                  </a:lnTo>
                  <a:lnTo>
                    <a:pt x="10640" y="19932"/>
                  </a:lnTo>
                  <a:lnTo>
                    <a:pt x="10505" y="19359"/>
                  </a:lnTo>
                  <a:lnTo>
                    <a:pt x="10404" y="18787"/>
                  </a:lnTo>
                  <a:lnTo>
                    <a:pt x="10977" y="18282"/>
                  </a:lnTo>
                  <a:close/>
                  <a:moveTo>
                    <a:pt x="11111" y="18753"/>
                  </a:moveTo>
                  <a:lnTo>
                    <a:pt x="11212" y="19258"/>
                  </a:lnTo>
                  <a:lnTo>
                    <a:pt x="11313" y="19763"/>
                  </a:lnTo>
                  <a:lnTo>
                    <a:pt x="10775" y="20235"/>
                  </a:lnTo>
                  <a:lnTo>
                    <a:pt x="10775" y="20235"/>
                  </a:lnTo>
                  <a:lnTo>
                    <a:pt x="10909" y="19898"/>
                  </a:lnTo>
                  <a:lnTo>
                    <a:pt x="10977" y="19494"/>
                  </a:lnTo>
                  <a:lnTo>
                    <a:pt x="11111" y="18753"/>
                  </a:lnTo>
                  <a:close/>
                  <a:moveTo>
                    <a:pt x="10135" y="19056"/>
                  </a:moveTo>
                  <a:lnTo>
                    <a:pt x="10101" y="19763"/>
                  </a:lnTo>
                  <a:lnTo>
                    <a:pt x="10067" y="20100"/>
                  </a:lnTo>
                  <a:lnTo>
                    <a:pt x="10034" y="20437"/>
                  </a:lnTo>
                  <a:lnTo>
                    <a:pt x="9966" y="19898"/>
                  </a:lnTo>
                  <a:lnTo>
                    <a:pt x="9933" y="19359"/>
                  </a:lnTo>
                  <a:lnTo>
                    <a:pt x="9899" y="19292"/>
                  </a:lnTo>
                  <a:lnTo>
                    <a:pt x="10135" y="19056"/>
                  </a:lnTo>
                  <a:close/>
                  <a:moveTo>
                    <a:pt x="10337" y="19696"/>
                  </a:moveTo>
                  <a:lnTo>
                    <a:pt x="10438" y="19999"/>
                  </a:lnTo>
                  <a:lnTo>
                    <a:pt x="10539" y="20302"/>
                  </a:lnTo>
                  <a:lnTo>
                    <a:pt x="10572" y="20336"/>
                  </a:lnTo>
                  <a:lnTo>
                    <a:pt x="10640" y="20369"/>
                  </a:lnTo>
                  <a:lnTo>
                    <a:pt x="10202" y="20773"/>
                  </a:lnTo>
                  <a:lnTo>
                    <a:pt x="10303" y="20235"/>
                  </a:lnTo>
                  <a:lnTo>
                    <a:pt x="10337" y="19696"/>
                  </a:lnTo>
                  <a:close/>
                  <a:moveTo>
                    <a:pt x="9663" y="19494"/>
                  </a:moveTo>
                  <a:lnTo>
                    <a:pt x="9596" y="19864"/>
                  </a:lnTo>
                  <a:lnTo>
                    <a:pt x="9529" y="20235"/>
                  </a:lnTo>
                  <a:lnTo>
                    <a:pt x="9428" y="20942"/>
                  </a:lnTo>
                  <a:lnTo>
                    <a:pt x="9293" y="20437"/>
                  </a:lnTo>
                  <a:lnTo>
                    <a:pt x="9226" y="19932"/>
                  </a:lnTo>
                  <a:lnTo>
                    <a:pt x="9663" y="19494"/>
                  </a:lnTo>
                  <a:close/>
                  <a:moveTo>
                    <a:pt x="9798" y="20066"/>
                  </a:moveTo>
                  <a:lnTo>
                    <a:pt x="9832" y="20571"/>
                  </a:lnTo>
                  <a:lnTo>
                    <a:pt x="9899" y="21009"/>
                  </a:lnTo>
                  <a:lnTo>
                    <a:pt x="9899" y="21043"/>
                  </a:lnTo>
                  <a:lnTo>
                    <a:pt x="9562" y="21346"/>
                  </a:lnTo>
                  <a:lnTo>
                    <a:pt x="9630" y="21043"/>
                  </a:lnTo>
                  <a:lnTo>
                    <a:pt x="9697" y="20706"/>
                  </a:lnTo>
                  <a:lnTo>
                    <a:pt x="9798" y="20066"/>
                  </a:lnTo>
                  <a:close/>
                  <a:moveTo>
                    <a:pt x="19730" y="12390"/>
                  </a:moveTo>
                  <a:lnTo>
                    <a:pt x="20067" y="12592"/>
                  </a:lnTo>
                  <a:lnTo>
                    <a:pt x="20336" y="12861"/>
                  </a:lnTo>
                  <a:lnTo>
                    <a:pt x="20538" y="13131"/>
                  </a:lnTo>
                  <a:lnTo>
                    <a:pt x="20639" y="13434"/>
                  </a:lnTo>
                  <a:lnTo>
                    <a:pt x="20707" y="13770"/>
                  </a:lnTo>
                  <a:lnTo>
                    <a:pt x="20707" y="14107"/>
                  </a:lnTo>
                  <a:lnTo>
                    <a:pt x="20639" y="14444"/>
                  </a:lnTo>
                  <a:lnTo>
                    <a:pt x="20505" y="14814"/>
                  </a:lnTo>
                  <a:lnTo>
                    <a:pt x="20471" y="14781"/>
                  </a:lnTo>
                  <a:lnTo>
                    <a:pt x="20437" y="14814"/>
                  </a:lnTo>
                  <a:lnTo>
                    <a:pt x="20033" y="15454"/>
                  </a:lnTo>
                  <a:lnTo>
                    <a:pt x="19562" y="15925"/>
                  </a:lnTo>
                  <a:lnTo>
                    <a:pt x="19091" y="16363"/>
                  </a:lnTo>
                  <a:lnTo>
                    <a:pt x="18047" y="17137"/>
                  </a:lnTo>
                  <a:lnTo>
                    <a:pt x="17407" y="17609"/>
                  </a:lnTo>
                  <a:lnTo>
                    <a:pt x="16767" y="18147"/>
                  </a:lnTo>
                  <a:lnTo>
                    <a:pt x="15555" y="19225"/>
                  </a:lnTo>
                  <a:lnTo>
                    <a:pt x="14377" y="20369"/>
                  </a:lnTo>
                  <a:lnTo>
                    <a:pt x="13232" y="21514"/>
                  </a:lnTo>
                  <a:lnTo>
                    <a:pt x="12727" y="21110"/>
                  </a:lnTo>
                  <a:lnTo>
                    <a:pt x="12290" y="20672"/>
                  </a:lnTo>
                  <a:lnTo>
                    <a:pt x="11953" y="20268"/>
                  </a:lnTo>
                  <a:lnTo>
                    <a:pt x="11751" y="20100"/>
                  </a:lnTo>
                  <a:lnTo>
                    <a:pt x="11583" y="19932"/>
                  </a:lnTo>
                  <a:lnTo>
                    <a:pt x="11616" y="19864"/>
                  </a:lnTo>
                  <a:lnTo>
                    <a:pt x="11616" y="19797"/>
                  </a:lnTo>
                  <a:lnTo>
                    <a:pt x="11886" y="19561"/>
                  </a:lnTo>
                  <a:lnTo>
                    <a:pt x="13199" y="18484"/>
                  </a:lnTo>
                  <a:lnTo>
                    <a:pt x="14478" y="17407"/>
                  </a:lnTo>
                  <a:lnTo>
                    <a:pt x="14545" y="17407"/>
                  </a:lnTo>
                  <a:lnTo>
                    <a:pt x="14613" y="17339"/>
                  </a:lnTo>
                  <a:lnTo>
                    <a:pt x="14714" y="17171"/>
                  </a:lnTo>
                  <a:lnTo>
                    <a:pt x="15320" y="16599"/>
                  </a:lnTo>
                  <a:lnTo>
                    <a:pt x="15959" y="15993"/>
                  </a:lnTo>
                  <a:lnTo>
                    <a:pt x="17171" y="14747"/>
                  </a:lnTo>
                  <a:lnTo>
                    <a:pt x="18417" y="13535"/>
                  </a:lnTo>
                  <a:lnTo>
                    <a:pt x="19057" y="12929"/>
                  </a:lnTo>
                  <a:lnTo>
                    <a:pt x="19730" y="12390"/>
                  </a:lnTo>
                  <a:close/>
                  <a:moveTo>
                    <a:pt x="8283" y="20841"/>
                  </a:moveTo>
                  <a:lnTo>
                    <a:pt x="8216" y="21278"/>
                  </a:lnTo>
                  <a:lnTo>
                    <a:pt x="8148" y="21716"/>
                  </a:lnTo>
                  <a:lnTo>
                    <a:pt x="8047" y="21514"/>
                  </a:lnTo>
                  <a:lnTo>
                    <a:pt x="7980" y="21278"/>
                  </a:lnTo>
                  <a:lnTo>
                    <a:pt x="7946" y="21211"/>
                  </a:lnTo>
                  <a:lnTo>
                    <a:pt x="7879" y="21177"/>
                  </a:lnTo>
                  <a:lnTo>
                    <a:pt x="8283" y="20841"/>
                  </a:lnTo>
                  <a:close/>
                  <a:moveTo>
                    <a:pt x="8923" y="20201"/>
                  </a:moveTo>
                  <a:lnTo>
                    <a:pt x="8855" y="21009"/>
                  </a:lnTo>
                  <a:lnTo>
                    <a:pt x="8822" y="21413"/>
                  </a:lnTo>
                  <a:lnTo>
                    <a:pt x="8721" y="21783"/>
                  </a:lnTo>
                  <a:lnTo>
                    <a:pt x="8620" y="21211"/>
                  </a:lnTo>
                  <a:lnTo>
                    <a:pt x="8519" y="20639"/>
                  </a:lnTo>
                  <a:lnTo>
                    <a:pt x="8923" y="20201"/>
                  </a:lnTo>
                  <a:close/>
                  <a:moveTo>
                    <a:pt x="9125" y="20605"/>
                  </a:moveTo>
                  <a:lnTo>
                    <a:pt x="9226" y="21009"/>
                  </a:lnTo>
                  <a:lnTo>
                    <a:pt x="9327" y="21379"/>
                  </a:lnTo>
                  <a:lnTo>
                    <a:pt x="9394" y="21447"/>
                  </a:lnTo>
                  <a:lnTo>
                    <a:pt x="9428" y="21480"/>
                  </a:lnTo>
                  <a:lnTo>
                    <a:pt x="8956" y="21918"/>
                  </a:lnTo>
                  <a:lnTo>
                    <a:pt x="9024" y="21581"/>
                  </a:lnTo>
                  <a:lnTo>
                    <a:pt x="9057" y="21278"/>
                  </a:lnTo>
                  <a:lnTo>
                    <a:pt x="9125" y="20605"/>
                  </a:lnTo>
                  <a:close/>
                  <a:moveTo>
                    <a:pt x="7744" y="21312"/>
                  </a:moveTo>
                  <a:lnTo>
                    <a:pt x="7778" y="21985"/>
                  </a:lnTo>
                  <a:lnTo>
                    <a:pt x="7744" y="22659"/>
                  </a:lnTo>
                  <a:lnTo>
                    <a:pt x="7643" y="22187"/>
                  </a:lnTo>
                  <a:lnTo>
                    <a:pt x="7576" y="21682"/>
                  </a:lnTo>
                  <a:lnTo>
                    <a:pt x="7542" y="21649"/>
                  </a:lnTo>
                  <a:lnTo>
                    <a:pt x="7509" y="21615"/>
                  </a:lnTo>
                  <a:lnTo>
                    <a:pt x="7441" y="21615"/>
                  </a:lnTo>
                  <a:lnTo>
                    <a:pt x="7744" y="21312"/>
                  </a:lnTo>
                  <a:close/>
                  <a:moveTo>
                    <a:pt x="8418" y="21514"/>
                  </a:moveTo>
                  <a:lnTo>
                    <a:pt x="8485" y="21851"/>
                  </a:lnTo>
                  <a:lnTo>
                    <a:pt x="8586" y="22187"/>
                  </a:lnTo>
                  <a:lnTo>
                    <a:pt x="7980" y="22692"/>
                  </a:lnTo>
                  <a:lnTo>
                    <a:pt x="8014" y="22322"/>
                  </a:lnTo>
                  <a:lnTo>
                    <a:pt x="8014" y="21952"/>
                  </a:lnTo>
                  <a:lnTo>
                    <a:pt x="8081" y="22086"/>
                  </a:lnTo>
                  <a:lnTo>
                    <a:pt x="8148" y="22154"/>
                  </a:lnTo>
                  <a:lnTo>
                    <a:pt x="8216" y="22154"/>
                  </a:lnTo>
                  <a:lnTo>
                    <a:pt x="8283" y="22120"/>
                  </a:lnTo>
                  <a:lnTo>
                    <a:pt x="8317" y="22086"/>
                  </a:lnTo>
                  <a:lnTo>
                    <a:pt x="8384" y="21783"/>
                  </a:lnTo>
                  <a:lnTo>
                    <a:pt x="8418" y="21514"/>
                  </a:lnTo>
                  <a:close/>
                  <a:moveTo>
                    <a:pt x="7340" y="21682"/>
                  </a:moveTo>
                  <a:lnTo>
                    <a:pt x="7239" y="22356"/>
                  </a:lnTo>
                  <a:lnTo>
                    <a:pt x="7206" y="22692"/>
                  </a:lnTo>
                  <a:lnTo>
                    <a:pt x="7138" y="23029"/>
                  </a:lnTo>
                  <a:lnTo>
                    <a:pt x="6936" y="22625"/>
                  </a:lnTo>
                  <a:lnTo>
                    <a:pt x="6734" y="22221"/>
                  </a:lnTo>
                  <a:lnTo>
                    <a:pt x="7340" y="21682"/>
                  </a:lnTo>
                  <a:close/>
                  <a:moveTo>
                    <a:pt x="7475" y="22524"/>
                  </a:moveTo>
                  <a:lnTo>
                    <a:pt x="7576" y="23029"/>
                  </a:lnTo>
                  <a:lnTo>
                    <a:pt x="7307" y="23231"/>
                  </a:lnTo>
                  <a:lnTo>
                    <a:pt x="7408" y="22861"/>
                  </a:lnTo>
                  <a:lnTo>
                    <a:pt x="7475" y="22524"/>
                  </a:lnTo>
                  <a:close/>
                  <a:moveTo>
                    <a:pt x="6734" y="22760"/>
                  </a:moveTo>
                  <a:lnTo>
                    <a:pt x="6903" y="23097"/>
                  </a:lnTo>
                  <a:lnTo>
                    <a:pt x="7037" y="23400"/>
                  </a:lnTo>
                  <a:lnTo>
                    <a:pt x="7071" y="23433"/>
                  </a:lnTo>
                  <a:lnTo>
                    <a:pt x="6667" y="23736"/>
                  </a:lnTo>
                  <a:lnTo>
                    <a:pt x="6734" y="23265"/>
                  </a:lnTo>
                  <a:lnTo>
                    <a:pt x="6734" y="22760"/>
                  </a:lnTo>
                  <a:close/>
                  <a:moveTo>
                    <a:pt x="6499" y="22423"/>
                  </a:moveTo>
                  <a:lnTo>
                    <a:pt x="6499" y="23097"/>
                  </a:lnTo>
                  <a:lnTo>
                    <a:pt x="6499" y="23433"/>
                  </a:lnTo>
                  <a:lnTo>
                    <a:pt x="6431" y="23770"/>
                  </a:lnTo>
                  <a:lnTo>
                    <a:pt x="6330" y="23534"/>
                  </a:lnTo>
                  <a:lnTo>
                    <a:pt x="6263" y="23299"/>
                  </a:lnTo>
                  <a:lnTo>
                    <a:pt x="6095" y="22793"/>
                  </a:lnTo>
                  <a:lnTo>
                    <a:pt x="6499" y="22423"/>
                  </a:lnTo>
                  <a:close/>
                  <a:moveTo>
                    <a:pt x="5792" y="23063"/>
                  </a:moveTo>
                  <a:lnTo>
                    <a:pt x="5724" y="23736"/>
                  </a:lnTo>
                  <a:lnTo>
                    <a:pt x="5657" y="24073"/>
                  </a:lnTo>
                  <a:lnTo>
                    <a:pt x="5556" y="24410"/>
                  </a:lnTo>
                  <a:lnTo>
                    <a:pt x="5421" y="23938"/>
                  </a:lnTo>
                  <a:lnTo>
                    <a:pt x="5287" y="23501"/>
                  </a:lnTo>
                  <a:lnTo>
                    <a:pt x="5792" y="23063"/>
                  </a:lnTo>
                  <a:close/>
                  <a:moveTo>
                    <a:pt x="5994" y="23265"/>
                  </a:moveTo>
                  <a:lnTo>
                    <a:pt x="6128" y="23669"/>
                  </a:lnTo>
                  <a:lnTo>
                    <a:pt x="6229" y="23837"/>
                  </a:lnTo>
                  <a:lnTo>
                    <a:pt x="6330" y="24039"/>
                  </a:lnTo>
                  <a:lnTo>
                    <a:pt x="5758" y="24511"/>
                  </a:lnTo>
                  <a:lnTo>
                    <a:pt x="5893" y="24208"/>
                  </a:lnTo>
                  <a:lnTo>
                    <a:pt x="5960" y="23905"/>
                  </a:lnTo>
                  <a:lnTo>
                    <a:pt x="5994" y="23265"/>
                  </a:lnTo>
                  <a:close/>
                  <a:moveTo>
                    <a:pt x="4950" y="23770"/>
                  </a:moveTo>
                  <a:lnTo>
                    <a:pt x="4984" y="24275"/>
                  </a:lnTo>
                  <a:lnTo>
                    <a:pt x="4950" y="24511"/>
                  </a:lnTo>
                  <a:lnTo>
                    <a:pt x="4883" y="24746"/>
                  </a:lnTo>
                  <a:lnTo>
                    <a:pt x="4782" y="24376"/>
                  </a:lnTo>
                  <a:lnTo>
                    <a:pt x="4714" y="24006"/>
                  </a:lnTo>
                  <a:lnTo>
                    <a:pt x="4950" y="23770"/>
                  </a:lnTo>
                  <a:close/>
                  <a:moveTo>
                    <a:pt x="4378" y="24309"/>
                  </a:moveTo>
                  <a:lnTo>
                    <a:pt x="4378" y="24679"/>
                  </a:lnTo>
                  <a:lnTo>
                    <a:pt x="4344" y="25083"/>
                  </a:lnTo>
                  <a:lnTo>
                    <a:pt x="4176" y="24477"/>
                  </a:lnTo>
                  <a:lnTo>
                    <a:pt x="4378" y="24309"/>
                  </a:lnTo>
                  <a:close/>
                  <a:moveTo>
                    <a:pt x="5219" y="24140"/>
                  </a:moveTo>
                  <a:lnTo>
                    <a:pt x="5320" y="24410"/>
                  </a:lnTo>
                  <a:lnTo>
                    <a:pt x="5421" y="24713"/>
                  </a:lnTo>
                  <a:lnTo>
                    <a:pt x="5455" y="24746"/>
                  </a:lnTo>
                  <a:lnTo>
                    <a:pt x="5017" y="25150"/>
                  </a:lnTo>
                  <a:lnTo>
                    <a:pt x="5017" y="25150"/>
                  </a:lnTo>
                  <a:lnTo>
                    <a:pt x="5118" y="24915"/>
                  </a:lnTo>
                  <a:lnTo>
                    <a:pt x="5186" y="24645"/>
                  </a:lnTo>
                  <a:lnTo>
                    <a:pt x="5186" y="24376"/>
                  </a:lnTo>
                  <a:lnTo>
                    <a:pt x="5219" y="24140"/>
                  </a:lnTo>
                  <a:close/>
                  <a:moveTo>
                    <a:pt x="3805" y="24814"/>
                  </a:moveTo>
                  <a:lnTo>
                    <a:pt x="3805" y="25352"/>
                  </a:lnTo>
                  <a:lnTo>
                    <a:pt x="3738" y="25857"/>
                  </a:lnTo>
                  <a:lnTo>
                    <a:pt x="3502" y="25083"/>
                  </a:lnTo>
                  <a:lnTo>
                    <a:pt x="3805" y="24814"/>
                  </a:lnTo>
                  <a:close/>
                  <a:moveTo>
                    <a:pt x="3199" y="25386"/>
                  </a:moveTo>
                  <a:lnTo>
                    <a:pt x="3199" y="25790"/>
                  </a:lnTo>
                  <a:lnTo>
                    <a:pt x="3199" y="26194"/>
                  </a:lnTo>
                  <a:lnTo>
                    <a:pt x="3065" y="25487"/>
                  </a:lnTo>
                  <a:lnTo>
                    <a:pt x="3199" y="25386"/>
                  </a:lnTo>
                  <a:close/>
                  <a:moveTo>
                    <a:pt x="4613" y="24645"/>
                  </a:moveTo>
                  <a:lnTo>
                    <a:pt x="4681" y="24915"/>
                  </a:lnTo>
                  <a:lnTo>
                    <a:pt x="4782" y="25184"/>
                  </a:lnTo>
                  <a:lnTo>
                    <a:pt x="4849" y="25251"/>
                  </a:lnTo>
                  <a:lnTo>
                    <a:pt x="4916" y="25251"/>
                  </a:lnTo>
                  <a:lnTo>
                    <a:pt x="4512" y="25655"/>
                  </a:lnTo>
                  <a:lnTo>
                    <a:pt x="4075" y="26093"/>
                  </a:lnTo>
                  <a:lnTo>
                    <a:pt x="3851" y="26338"/>
                  </a:lnTo>
                  <a:lnTo>
                    <a:pt x="3873" y="26295"/>
                  </a:lnTo>
                  <a:lnTo>
                    <a:pt x="3974" y="25992"/>
                  </a:lnTo>
                  <a:lnTo>
                    <a:pt x="4007" y="25655"/>
                  </a:lnTo>
                  <a:lnTo>
                    <a:pt x="4075" y="25016"/>
                  </a:lnTo>
                  <a:lnTo>
                    <a:pt x="4142" y="25319"/>
                  </a:lnTo>
                  <a:lnTo>
                    <a:pt x="4277" y="25588"/>
                  </a:lnTo>
                  <a:lnTo>
                    <a:pt x="4310" y="25655"/>
                  </a:lnTo>
                  <a:lnTo>
                    <a:pt x="4378" y="25655"/>
                  </a:lnTo>
                  <a:lnTo>
                    <a:pt x="4445" y="25622"/>
                  </a:lnTo>
                  <a:lnTo>
                    <a:pt x="4512" y="25588"/>
                  </a:lnTo>
                  <a:lnTo>
                    <a:pt x="4546" y="25352"/>
                  </a:lnTo>
                  <a:lnTo>
                    <a:pt x="4580" y="25117"/>
                  </a:lnTo>
                  <a:lnTo>
                    <a:pt x="4613" y="24645"/>
                  </a:lnTo>
                  <a:close/>
                  <a:moveTo>
                    <a:pt x="3435" y="25790"/>
                  </a:moveTo>
                  <a:lnTo>
                    <a:pt x="3637" y="26329"/>
                  </a:lnTo>
                  <a:lnTo>
                    <a:pt x="3704" y="26396"/>
                  </a:lnTo>
                  <a:lnTo>
                    <a:pt x="3772" y="26396"/>
                  </a:lnTo>
                  <a:lnTo>
                    <a:pt x="3820" y="26372"/>
                  </a:lnTo>
                  <a:lnTo>
                    <a:pt x="3368" y="26867"/>
                  </a:lnTo>
                  <a:lnTo>
                    <a:pt x="3435" y="26329"/>
                  </a:lnTo>
                  <a:lnTo>
                    <a:pt x="3435" y="25790"/>
                  </a:lnTo>
                  <a:close/>
                  <a:moveTo>
                    <a:pt x="11414" y="19999"/>
                  </a:moveTo>
                  <a:lnTo>
                    <a:pt x="11549" y="20235"/>
                  </a:lnTo>
                  <a:lnTo>
                    <a:pt x="11751" y="20437"/>
                  </a:lnTo>
                  <a:lnTo>
                    <a:pt x="12121" y="20807"/>
                  </a:lnTo>
                  <a:lnTo>
                    <a:pt x="12559" y="21278"/>
                  </a:lnTo>
                  <a:lnTo>
                    <a:pt x="12795" y="21480"/>
                  </a:lnTo>
                  <a:lnTo>
                    <a:pt x="13064" y="21649"/>
                  </a:lnTo>
                  <a:lnTo>
                    <a:pt x="12155" y="22524"/>
                  </a:lnTo>
                  <a:lnTo>
                    <a:pt x="9798" y="24780"/>
                  </a:lnTo>
                  <a:lnTo>
                    <a:pt x="7475" y="27036"/>
                  </a:lnTo>
                  <a:lnTo>
                    <a:pt x="7441" y="27036"/>
                  </a:lnTo>
                  <a:lnTo>
                    <a:pt x="6936" y="26531"/>
                  </a:lnTo>
                  <a:lnTo>
                    <a:pt x="6465" y="26059"/>
                  </a:lnTo>
                  <a:lnTo>
                    <a:pt x="5994" y="25554"/>
                  </a:lnTo>
                  <a:lnTo>
                    <a:pt x="5522" y="25016"/>
                  </a:lnTo>
                  <a:lnTo>
                    <a:pt x="6499" y="24174"/>
                  </a:lnTo>
                  <a:lnTo>
                    <a:pt x="6566" y="24140"/>
                  </a:lnTo>
                  <a:lnTo>
                    <a:pt x="7677" y="23231"/>
                  </a:lnTo>
                  <a:lnTo>
                    <a:pt x="7711" y="23299"/>
                  </a:lnTo>
                  <a:lnTo>
                    <a:pt x="7845" y="23299"/>
                  </a:lnTo>
                  <a:lnTo>
                    <a:pt x="7879" y="23231"/>
                  </a:lnTo>
                  <a:lnTo>
                    <a:pt x="7913" y="23029"/>
                  </a:lnTo>
                  <a:lnTo>
                    <a:pt x="9226" y="21952"/>
                  </a:lnTo>
                  <a:lnTo>
                    <a:pt x="10337" y="20975"/>
                  </a:lnTo>
                  <a:lnTo>
                    <a:pt x="11414" y="19999"/>
                  </a:lnTo>
                  <a:close/>
                  <a:moveTo>
                    <a:pt x="21111" y="14410"/>
                  </a:moveTo>
                  <a:lnTo>
                    <a:pt x="21077" y="14612"/>
                  </a:lnTo>
                  <a:lnTo>
                    <a:pt x="21043" y="14848"/>
                  </a:lnTo>
                  <a:lnTo>
                    <a:pt x="20909" y="15252"/>
                  </a:lnTo>
                  <a:lnTo>
                    <a:pt x="20707" y="15656"/>
                  </a:lnTo>
                  <a:lnTo>
                    <a:pt x="20471" y="15993"/>
                  </a:lnTo>
                  <a:lnTo>
                    <a:pt x="20000" y="16599"/>
                  </a:lnTo>
                  <a:lnTo>
                    <a:pt x="19528" y="17171"/>
                  </a:lnTo>
                  <a:lnTo>
                    <a:pt x="18990" y="17710"/>
                  </a:lnTo>
                  <a:lnTo>
                    <a:pt x="18451" y="18215"/>
                  </a:lnTo>
                  <a:lnTo>
                    <a:pt x="17340" y="19225"/>
                  </a:lnTo>
                  <a:lnTo>
                    <a:pt x="16229" y="20201"/>
                  </a:lnTo>
                  <a:lnTo>
                    <a:pt x="15084" y="21177"/>
                  </a:lnTo>
                  <a:lnTo>
                    <a:pt x="14007" y="22187"/>
                  </a:lnTo>
                  <a:lnTo>
                    <a:pt x="12896" y="23265"/>
                  </a:lnTo>
                  <a:lnTo>
                    <a:pt x="11751" y="24342"/>
                  </a:lnTo>
                  <a:lnTo>
                    <a:pt x="10572" y="25352"/>
                  </a:lnTo>
                  <a:lnTo>
                    <a:pt x="9394" y="26329"/>
                  </a:lnTo>
                  <a:lnTo>
                    <a:pt x="8317" y="27271"/>
                  </a:lnTo>
                  <a:lnTo>
                    <a:pt x="9327" y="26329"/>
                  </a:lnTo>
                  <a:lnTo>
                    <a:pt x="10303" y="25386"/>
                  </a:lnTo>
                  <a:lnTo>
                    <a:pt x="12727" y="23231"/>
                  </a:lnTo>
                  <a:lnTo>
                    <a:pt x="13906" y="22120"/>
                  </a:lnTo>
                  <a:lnTo>
                    <a:pt x="15050" y="21009"/>
                  </a:lnTo>
                  <a:lnTo>
                    <a:pt x="15589" y="20504"/>
                  </a:lnTo>
                  <a:lnTo>
                    <a:pt x="16128" y="20033"/>
                  </a:lnTo>
                  <a:lnTo>
                    <a:pt x="17205" y="19124"/>
                  </a:lnTo>
                  <a:lnTo>
                    <a:pt x="18282" y="18181"/>
                  </a:lnTo>
                  <a:lnTo>
                    <a:pt x="18821" y="17710"/>
                  </a:lnTo>
                  <a:lnTo>
                    <a:pt x="19360" y="17205"/>
                  </a:lnTo>
                  <a:lnTo>
                    <a:pt x="19697" y="16834"/>
                  </a:lnTo>
                  <a:lnTo>
                    <a:pt x="20033" y="16430"/>
                  </a:lnTo>
                  <a:lnTo>
                    <a:pt x="20336" y="16026"/>
                  </a:lnTo>
                  <a:lnTo>
                    <a:pt x="20606" y="15589"/>
                  </a:lnTo>
                  <a:lnTo>
                    <a:pt x="20774" y="15353"/>
                  </a:lnTo>
                  <a:lnTo>
                    <a:pt x="20909" y="15050"/>
                  </a:lnTo>
                  <a:lnTo>
                    <a:pt x="21043" y="14747"/>
                  </a:lnTo>
                  <a:lnTo>
                    <a:pt x="21077" y="14444"/>
                  </a:lnTo>
                  <a:lnTo>
                    <a:pt x="21111" y="14410"/>
                  </a:lnTo>
                  <a:close/>
                  <a:moveTo>
                    <a:pt x="2661" y="25891"/>
                  </a:moveTo>
                  <a:lnTo>
                    <a:pt x="2627" y="26699"/>
                  </a:lnTo>
                  <a:lnTo>
                    <a:pt x="2593" y="27137"/>
                  </a:lnTo>
                  <a:lnTo>
                    <a:pt x="2526" y="27541"/>
                  </a:lnTo>
                  <a:lnTo>
                    <a:pt x="2425" y="27204"/>
                  </a:lnTo>
                  <a:lnTo>
                    <a:pt x="2391" y="26901"/>
                  </a:lnTo>
                  <a:lnTo>
                    <a:pt x="2324" y="26228"/>
                  </a:lnTo>
                  <a:lnTo>
                    <a:pt x="2661" y="25891"/>
                  </a:lnTo>
                  <a:close/>
                  <a:moveTo>
                    <a:pt x="2896" y="25925"/>
                  </a:moveTo>
                  <a:lnTo>
                    <a:pt x="2997" y="26463"/>
                  </a:lnTo>
                  <a:lnTo>
                    <a:pt x="3098" y="27036"/>
                  </a:lnTo>
                  <a:lnTo>
                    <a:pt x="3132" y="27069"/>
                  </a:lnTo>
                  <a:lnTo>
                    <a:pt x="3166" y="27103"/>
                  </a:lnTo>
                  <a:lnTo>
                    <a:pt x="2762" y="27608"/>
                  </a:lnTo>
                  <a:lnTo>
                    <a:pt x="2829" y="27170"/>
                  </a:lnTo>
                  <a:lnTo>
                    <a:pt x="2863" y="26766"/>
                  </a:lnTo>
                  <a:lnTo>
                    <a:pt x="2896" y="25925"/>
                  </a:lnTo>
                  <a:close/>
                  <a:moveTo>
                    <a:pt x="2021" y="26531"/>
                  </a:moveTo>
                  <a:lnTo>
                    <a:pt x="1987" y="27204"/>
                  </a:lnTo>
                  <a:lnTo>
                    <a:pt x="1920" y="27877"/>
                  </a:lnTo>
                  <a:lnTo>
                    <a:pt x="1684" y="26867"/>
                  </a:lnTo>
                  <a:lnTo>
                    <a:pt x="2021" y="26531"/>
                  </a:lnTo>
                  <a:close/>
                  <a:moveTo>
                    <a:pt x="1415" y="27170"/>
                  </a:moveTo>
                  <a:lnTo>
                    <a:pt x="1415" y="27776"/>
                  </a:lnTo>
                  <a:lnTo>
                    <a:pt x="1381" y="28349"/>
                  </a:lnTo>
                  <a:lnTo>
                    <a:pt x="1280" y="27911"/>
                  </a:lnTo>
                  <a:lnTo>
                    <a:pt x="1145" y="27440"/>
                  </a:lnTo>
                  <a:lnTo>
                    <a:pt x="1415" y="27170"/>
                  </a:lnTo>
                  <a:close/>
                  <a:moveTo>
                    <a:pt x="2223" y="27372"/>
                  </a:moveTo>
                  <a:lnTo>
                    <a:pt x="2324" y="27675"/>
                  </a:lnTo>
                  <a:lnTo>
                    <a:pt x="2458" y="27945"/>
                  </a:lnTo>
                  <a:lnTo>
                    <a:pt x="2458" y="27978"/>
                  </a:lnTo>
                  <a:lnTo>
                    <a:pt x="2056" y="28443"/>
                  </a:lnTo>
                  <a:lnTo>
                    <a:pt x="2056" y="28443"/>
                  </a:lnTo>
                  <a:lnTo>
                    <a:pt x="2155" y="27911"/>
                  </a:lnTo>
                  <a:lnTo>
                    <a:pt x="2223" y="27372"/>
                  </a:lnTo>
                  <a:close/>
                  <a:moveTo>
                    <a:pt x="977" y="27642"/>
                  </a:moveTo>
                  <a:lnTo>
                    <a:pt x="1044" y="27945"/>
                  </a:lnTo>
                  <a:lnTo>
                    <a:pt x="1112" y="28281"/>
                  </a:lnTo>
                  <a:lnTo>
                    <a:pt x="1213" y="28584"/>
                  </a:lnTo>
                  <a:lnTo>
                    <a:pt x="1347" y="28887"/>
                  </a:lnTo>
                  <a:lnTo>
                    <a:pt x="1415" y="28955"/>
                  </a:lnTo>
                  <a:lnTo>
                    <a:pt x="1482" y="28955"/>
                  </a:lnTo>
                  <a:lnTo>
                    <a:pt x="1549" y="28921"/>
                  </a:lnTo>
                  <a:lnTo>
                    <a:pt x="1583" y="28854"/>
                  </a:lnTo>
                  <a:lnTo>
                    <a:pt x="1650" y="28349"/>
                  </a:lnTo>
                  <a:lnTo>
                    <a:pt x="1650" y="27810"/>
                  </a:lnTo>
                  <a:lnTo>
                    <a:pt x="1819" y="28450"/>
                  </a:lnTo>
                  <a:lnTo>
                    <a:pt x="1852" y="28517"/>
                  </a:lnTo>
                  <a:lnTo>
                    <a:pt x="1953" y="28517"/>
                  </a:lnTo>
                  <a:lnTo>
                    <a:pt x="2021" y="28483"/>
                  </a:lnTo>
                  <a:lnTo>
                    <a:pt x="1482" y="29123"/>
                  </a:lnTo>
                  <a:lnTo>
                    <a:pt x="910" y="29695"/>
                  </a:lnTo>
                  <a:lnTo>
                    <a:pt x="910" y="29224"/>
                  </a:lnTo>
                  <a:lnTo>
                    <a:pt x="910" y="28719"/>
                  </a:lnTo>
                  <a:lnTo>
                    <a:pt x="910" y="28180"/>
                  </a:lnTo>
                  <a:lnTo>
                    <a:pt x="910" y="27675"/>
                  </a:lnTo>
                  <a:lnTo>
                    <a:pt x="977" y="27642"/>
                  </a:lnTo>
                  <a:close/>
                  <a:moveTo>
                    <a:pt x="405" y="28281"/>
                  </a:moveTo>
                  <a:lnTo>
                    <a:pt x="337" y="29123"/>
                  </a:lnTo>
                  <a:lnTo>
                    <a:pt x="304" y="29662"/>
                  </a:lnTo>
                  <a:lnTo>
                    <a:pt x="270" y="29763"/>
                  </a:lnTo>
                  <a:lnTo>
                    <a:pt x="236" y="29628"/>
                  </a:lnTo>
                  <a:lnTo>
                    <a:pt x="203" y="29359"/>
                  </a:lnTo>
                  <a:lnTo>
                    <a:pt x="203" y="28955"/>
                  </a:lnTo>
                  <a:lnTo>
                    <a:pt x="203" y="28753"/>
                  </a:lnTo>
                  <a:lnTo>
                    <a:pt x="169" y="28551"/>
                  </a:lnTo>
                  <a:lnTo>
                    <a:pt x="203" y="28517"/>
                  </a:lnTo>
                  <a:lnTo>
                    <a:pt x="270" y="28483"/>
                  </a:lnTo>
                  <a:lnTo>
                    <a:pt x="304" y="28450"/>
                  </a:lnTo>
                  <a:lnTo>
                    <a:pt x="304" y="28382"/>
                  </a:lnTo>
                  <a:lnTo>
                    <a:pt x="405" y="28281"/>
                  </a:lnTo>
                  <a:close/>
                  <a:moveTo>
                    <a:pt x="18653" y="17003"/>
                  </a:moveTo>
                  <a:lnTo>
                    <a:pt x="18181" y="17407"/>
                  </a:lnTo>
                  <a:lnTo>
                    <a:pt x="17744" y="17811"/>
                  </a:lnTo>
                  <a:lnTo>
                    <a:pt x="15522" y="20066"/>
                  </a:lnTo>
                  <a:lnTo>
                    <a:pt x="13266" y="22255"/>
                  </a:lnTo>
                  <a:lnTo>
                    <a:pt x="12155" y="23332"/>
                  </a:lnTo>
                  <a:lnTo>
                    <a:pt x="10977" y="24376"/>
                  </a:lnTo>
                  <a:lnTo>
                    <a:pt x="9832" y="25386"/>
                  </a:lnTo>
                  <a:lnTo>
                    <a:pt x="8687" y="26463"/>
                  </a:lnTo>
                  <a:lnTo>
                    <a:pt x="6532" y="28618"/>
                  </a:lnTo>
                  <a:lnTo>
                    <a:pt x="5994" y="29123"/>
                  </a:lnTo>
                  <a:lnTo>
                    <a:pt x="5421" y="29628"/>
                  </a:lnTo>
                  <a:lnTo>
                    <a:pt x="4277" y="30638"/>
                  </a:lnTo>
                  <a:lnTo>
                    <a:pt x="3267" y="31615"/>
                  </a:lnTo>
                  <a:lnTo>
                    <a:pt x="2762" y="32086"/>
                  </a:lnTo>
                  <a:lnTo>
                    <a:pt x="2492" y="32288"/>
                  </a:lnTo>
                  <a:lnTo>
                    <a:pt x="2223" y="32490"/>
                  </a:lnTo>
                  <a:lnTo>
                    <a:pt x="1785" y="32759"/>
                  </a:lnTo>
                  <a:lnTo>
                    <a:pt x="2054" y="32524"/>
                  </a:lnTo>
                  <a:lnTo>
                    <a:pt x="2324" y="32254"/>
                  </a:lnTo>
                  <a:lnTo>
                    <a:pt x="2795" y="31749"/>
                  </a:lnTo>
                  <a:lnTo>
                    <a:pt x="3704" y="30874"/>
                  </a:lnTo>
                  <a:lnTo>
                    <a:pt x="4580" y="30032"/>
                  </a:lnTo>
                  <a:lnTo>
                    <a:pt x="6431" y="28382"/>
                  </a:lnTo>
                  <a:lnTo>
                    <a:pt x="8317" y="26632"/>
                  </a:lnTo>
                  <a:lnTo>
                    <a:pt x="10168" y="24847"/>
                  </a:lnTo>
                  <a:lnTo>
                    <a:pt x="11987" y="23063"/>
                  </a:lnTo>
                  <a:lnTo>
                    <a:pt x="13838" y="21278"/>
                  </a:lnTo>
                  <a:lnTo>
                    <a:pt x="15522" y="19662"/>
                  </a:lnTo>
                  <a:lnTo>
                    <a:pt x="16330" y="18888"/>
                  </a:lnTo>
                  <a:lnTo>
                    <a:pt x="17205" y="18114"/>
                  </a:lnTo>
                  <a:lnTo>
                    <a:pt x="17912" y="17541"/>
                  </a:lnTo>
                  <a:lnTo>
                    <a:pt x="18653" y="17003"/>
                  </a:lnTo>
                  <a:close/>
                  <a:moveTo>
                    <a:pt x="8115" y="0"/>
                  </a:moveTo>
                  <a:lnTo>
                    <a:pt x="4479" y="2929"/>
                  </a:lnTo>
                  <a:lnTo>
                    <a:pt x="3940" y="3401"/>
                  </a:lnTo>
                  <a:lnTo>
                    <a:pt x="3401" y="3872"/>
                  </a:lnTo>
                  <a:lnTo>
                    <a:pt x="2930" y="4377"/>
                  </a:lnTo>
                  <a:lnTo>
                    <a:pt x="2458" y="4882"/>
                  </a:lnTo>
                  <a:lnTo>
                    <a:pt x="1886" y="5555"/>
                  </a:lnTo>
                  <a:lnTo>
                    <a:pt x="1314" y="6195"/>
                  </a:lnTo>
                  <a:lnTo>
                    <a:pt x="1011" y="6532"/>
                  </a:lnTo>
                  <a:lnTo>
                    <a:pt x="708" y="6801"/>
                  </a:lnTo>
                  <a:lnTo>
                    <a:pt x="371" y="7071"/>
                  </a:lnTo>
                  <a:lnTo>
                    <a:pt x="1" y="7340"/>
                  </a:lnTo>
                  <a:lnTo>
                    <a:pt x="1" y="7609"/>
                  </a:lnTo>
                  <a:lnTo>
                    <a:pt x="102" y="7542"/>
                  </a:lnTo>
                  <a:lnTo>
                    <a:pt x="236" y="7744"/>
                  </a:lnTo>
                  <a:lnTo>
                    <a:pt x="371" y="7879"/>
                  </a:lnTo>
                  <a:lnTo>
                    <a:pt x="708" y="8182"/>
                  </a:lnTo>
                  <a:lnTo>
                    <a:pt x="1078" y="8518"/>
                  </a:lnTo>
                  <a:lnTo>
                    <a:pt x="1415" y="8889"/>
                  </a:lnTo>
                  <a:lnTo>
                    <a:pt x="1718" y="9259"/>
                  </a:lnTo>
                  <a:lnTo>
                    <a:pt x="2021" y="9629"/>
                  </a:lnTo>
                  <a:lnTo>
                    <a:pt x="3267" y="11245"/>
                  </a:lnTo>
                  <a:lnTo>
                    <a:pt x="3906" y="12020"/>
                  </a:lnTo>
                  <a:lnTo>
                    <a:pt x="4243" y="12424"/>
                  </a:lnTo>
                  <a:lnTo>
                    <a:pt x="4613" y="12760"/>
                  </a:lnTo>
                  <a:lnTo>
                    <a:pt x="5017" y="13164"/>
                  </a:lnTo>
                  <a:lnTo>
                    <a:pt x="5388" y="13568"/>
                  </a:lnTo>
                  <a:lnTo>
                    <a:pt x="6061" y="14444"/>
                  </a:lnTo>
                  <a:lnTo>
                    <a:pt x="6364" y="14814"/>
                  </a:lnTo>
                  <a:lnTo>
                    <a:pt x="6701" y="15185"/>
                  </a:lnTo>
                  <a:lnTo>
                    <a:pt x="7374" y="15858"/>
                  </a:lnTo>
                  <a:lnTo>
                    <a:pt x="8014" y="16632"/>
                  </a:lnTo>
                  <a:lnTo>
                    <a:pt x="8687" y="17373"/>
                  </a:lnTo>
                  <a:lnTo>
                    <a:pt x="9024" y="17777"/>
                  </a:lnTo>
                  <a:lnTo>
                    <a:pt x="9360" y="18114"/>
                  </a:lnTo>
                  <a:lnTo>
                    <a:pt x="9731" y="18417"/>
                  </a:lnTo>
                  <a:lnTo>
                    <a:pt x="10168" y="18686"/>
                  </a:lnTo>
                  <a:lnTo>
                    <a:pt x="9125" y="19696"/>
                  </a:lnTo>
                  <a:lnTo>
                    <a:pt x="9024" y="19696"/>
                  </a:lnTo>
                  <a:lnTo>
                    <a:pt x="8990" y="19730"/>
                  </a:lnTo>
                  <a:lnTo>
                    <a:pt x="8990" y="19797"/>
                  </a:lnTo>
                  <a:lnTo>
                    <a:pt x="8956" y="19831"/>
                  </a:lnTo>
                  <a:lnTo>
                    <a:pt x="8956" y="19864"/>
                  </a:lnTo>
                  <a:lnTo>
                    <a:pt x="8047" y="20740"/>
                  </a:lnTo>
                  <a:lnTo>
                    <a:pt x="7105" y="21581"/>
                  </a:lnTo>
                  <a:lnTo>
                    <a:pt x="5219" y="23231"/>
                  </a:lnTo>
                  <a:lnTo>
                    <a:pt x="5186" y="23097"/>
                  </a:lnTo>
                  <a:lnTo>
                    <a:pt x="5118" y="23029"/>
                  </a:lnTo>
                  <a:lnTo>
                    <a:pt x="5051" y="23029"/>
                  </a:lnTo>
                  <a:lnTo>
                    <a:pt x="4950" y="23063"/>
                  </a:lnTo>
                  <a:lnTo>
                    <a:pt x="4950" y="23130"/>
                  </a:lnTo>
                  <a:lnTo>
                    <a:pt x="4950" y="23501"/>
                  </a:lnTo>
                  <a:lnTo>
                    <a:pt x="4681" y="23736"/>
                  </a:lnTo>
                  <a:lnTo>
                    <a:pt x="4647" y="23669"/>
                  </a:lnTo>
                  <a:lnTo>
                    <a:pt x="4613" y="23635"/>
                  </a:lnTo>
                  <a:lnTo>
                    <a:pt x="4580" y="23602"/>
                  </a:lnTo>
                  <a:lnTo>
                    <a:pt x="4479" y="23602"/>
                  </a:lnTo>
                  <a:lnTo>
                    <a:pt x="3772" y="22928"/>
                  </a:lnTo>
                  <a:lnTo>
                    <a:pt x="3065" y="22255"/>
                  </a:lnTo>
                  <a:lnTo>
                    <a:pt x="1718" y="20841"/>
                  </a:lnTo>
                  <a:lnTo>
                    <a:pt x="68" y="19191"/>
                  </a:lnTo>
                  <a:lnTo>
                    <a:pt x="1" y="19090"/>
                  </a:lnTo>
                  <a:lnTo>
                    <a:pt x="1" y="19393"/>
                  </a:lnTo>
                  <a:lnTo>
                    <a:pt x="135" y="19528"/>
                  </a:lnTo>
                  <a:lnTo>
                    <a:pt x="1751" y="21211"/>
                  </a:lnTo>
                  <a:lnTo>
                    <a:pt x="3031" y="22558"/>
                  </a:lnTo>
                  <a:lnTo>
                    <a:pt x="3704" y="23231"/>
                  </a:lnTo>
                  <a:lnTo>
                    <a:pt x="4411" y="23871"/>
                  </a:lnTo>
                  <a:lnTo>
                    <a:pt x="4378" y="23972"/>
                  </a:lnTo>
                  <a:lnTo>
                    <a:pt x="4108" y="24241"/>
                  </a:lnTo>
                  <a:lnTo>
                    <a:pt x="4075" y="24140"/>
                  </a:lnTo>
                  <a:lnTo>
                    <a:pt x="4041" y="24073"/>
                  </a:lnTo>
                  <a:lnTo>
                    <a:pt x="3940" y="24073"/>
                  </a:lnTo>
                  <a:lnTo>
                    <a:pt x="3873" y="24107"/>
                  </a:lnTo>
                  <a:lnTo>
                    <a:pt x="3839" y="24174"/>
                  </a:lnTo>
                  <a:lnTo>
                    <a:pt x="3839" y="24477"/>
                  </a:lnTo>
                  <a:lnTo>
                    <a:pt x="3401" y="24847"/>
                  </a:lnTo>
                  <a:lnTo>
                    <a:pt x="3401" y="24814"/>
                  </a:lnTo>
                  <a:lnTo>
                    <a:pt x="3334" y="24746"/>
                  </a:lnTo>
                  <a:lnTo>
                    <a:pt x="3267" y="24746"/>
                  </a:lnTo>
                  <a:lnTo>
                    <a:pt x="3199" y="24780"/>
                  </a:lnTo>
                  <a:lnTo>
                    <a:pt x="3166" y="24814"/>
                  </a:lnTo>
                  <a:lnTo>
                    <a:pt x="3166" y="24847"/>
                  </a:lnTo>
                  <a:lnTo>
                    <a:pt x="3166" y="25083"/>
                  </a:lnTo>
                  <a:lnTo>
                    <a:pt x="2997" y="25218"/>
                  </a:lnTo>
                  <a:lnTo>
                    <a:pt x="2997" y="25150"/>
                  </a:lnTo>
                  <a:lnTo>
                    <a:pt x="2930" y="25083"/>
                  </a:lnTo>
                  <a:lnTo>
                    <a:pt x="2863" y="25049"/>
                  </a:lnTo>
                  <a:lnTo>
                    <a:pt x="2795" y="25083"/>
                  </a:lnTo>
                  <a:lnTo>
                    <a:pt x="2762" y="25150"/>
                  </a:lnTo>
                  <a:lnTo>
                    <a:pt x="2694" y="25521"/>
                  </a:lnTo>
                  <a:lnTo>
                    <a:pt x="2256" y="25925"/>
                  </a:lnTo>
                  <a:lnTo>
                    <a:pt x="2256" y="25857"/>
                  </a:lnTo>
                  <a:lnTo>
                    <a:pt x="2223" y="25824"/>
                  </a:lnTo>
                  <a:lnTo>
                    <a:pt x="2189" y="25790"/>
                  </a:lnTo>
                  <a:lnTo>
                    <a:pt x="2122" y="25790"/>
                  </a:lnTo>
                  <a:lnTo>
                    <a:pt x="2054" y="25824"/>
                  </a:lnTo>
                  <a:lnTo>
                    <a:pt x="2021" y="25891"/>
                  </a:lnTo>
                  <a:lnTo>
                    <a:pt x="2021" y="26160"/>
                  </a:lnTo>
                  <a:lnTo>
                    <a:pt x="1617" y="26564"/>
                  </a:lnTo>
                  <a:lnTo>
                    <a:pt x="1549" y="26531"/>
                  </a:lnTo>
                  <a:lnTo>
                    <a:pt x="1482" y="26531"/>
                  </a:lnTo>
                  <a:lnTo>
                    <a:pt x="1415" y="26564"/>
                  </a:lnTo>
                  <a:lnTo>
                    <a:pt x="1381" y="26632"/>
                  </a:lnTo>
                  <a:lnTo>
                    <a:pt x="1381" y="26766"/>
                  </a:lnTo>
                  <a:lnTo>
                    <a:pt x="1011" y="27170"/>
                  </a:lnTo>
                  <a:lnTo>
                    <a:pt x="977" y="27103"/>
                  </a:lnTo>
                  <a:lnTo>
                    <a:pt x="943" y="27036"/>
                  </a:lnTo>
                  <a:lnTo>
                    <a:pt x="876" y="27036"/>
                  </a:lnTo>
                  <a:lnTo>
                    <a:pt x="809" y="27069"/>
                  </a:lnTo>
                  <a:lnTo>
                    <a:pt x="775" y="27137"/>
                  </a:lnTo>
                  <a:lnTo>
                    <a:pt x="708" y="27507"/>
                  </a:lnTo>
                  <a:lnTo>
                    <a:pt x="640" y="27574"/>
                  </a:lnTo>
                  <a:lnTo>
                    <a:pt x="607" y="27541"/>
                  </a:lnTo>
                  <a:lnTo>
                    <a:pt x="607" y="27507"/>
                  </a:lnTo>
                  <a:lnTo>
                    <a:pt x="506" y="27473"/>
                  </a:lnTo>
                  <a:lnTo>
                    <a:pt x="438" y="27507"/>
                  </a:lnTo>
                  <a:lnTo>
                    <a:pt x="405" y="27541"/>
                  </a:lnTo>
                  <a:lnTo>
                    <a:pt x="405" y="27574"/>
                  </a:lnTo>
                  <a:lnTo>
                    <a:pt x="405" y="27844"/>
                  </a:lnTo>
                  <a:lnTo>
                    <a:pt x="102" y="28214"/>
                  </a:lnTo>
                  <a:lnTo>
                    <a:pt x="34" y="28214"/>
                  </a:lnTo>
                  <a:lnTo>
                    <a:pt x="1" y="28281"/>
                  </a:lnTo>
                  <a:lnTo>
                    <a:pt x="1" y="29527"/>
                  </a:lnTo>
                  <a:lnTo>
                    <a:pt x="34" y="29897"/>
                  </a:lnTo>
                  <a:lnTo>
                    <a:pt x="68" y="29965"/>
                  </a:lnTo>
                  <a:lnTo>
                    <a:pt x="135" y="29998"/>
                  </a:lnTo>
                  <a:lnTo>
                    <a:pt x="371" y="29998"/>
                  </a:lnTo>
                  <a:lnTo>
                    <a:pt x="438" y="29965"/>
                  </a:lnTo>
                  <a:lnTo>
                    <a:pt x="472" y="29897"/>
                  </a:lnTo>
                  <a:lnTo>
                    <a:pt x="573" y="29258"/>
                  </a:lnTo>
                  <a:lnTo>
                    <a:pt x="674" y="29763"/>
                  </a:lnTo>
                  <a:lnTo>
                    <a:pt x="708" y="29830"/>
                  </a:lnTo>
                  <a:lnTo>
                    <a:pt x="775" y="29830"/>
                  </a:lnTo>
                  <a:lnTo>
                    <a:pt x="405" y="30200"/>
                  </a:lnTo>
                  <a:lnTo>
                    <a:pt x="1" y="30537"/>
                  </a:lnTo>
                  <a:lnTo>
                    <a:pt x="1" y="30806"/>
                  </a:lnTo>
                  <a:lnTo>
                    <a:pt x="573" y="30369"/>
                  </a:lnTo>
                  <a:lnTo>
                    <a:pt x="1112" y="29864"/>
                  </a:lnTo>
                  <a:lnTo>
                    <a:pt x="1617" y="29325"/>
                  </a:lnTo>
                  <a:lnTo>
                    <a:pt x="2088" y="28786"/>
                  </a:lnTo>
                  <a:lnTo>
                    <a:pt x="3031" y="27675"/>
                  </a:lnTo>
                  <a:lnTo>
                    <a:pt x="3974" y="26564"/>
                  </a:lnTo>
                  <a:lnTo>
                    <a:pt x="4647" y="25857"/>
                  </a:lnTo>
                  <a:lnTo>
                    <a:pt x="5354" y="25184"/>
                  </a:lnTo>
                  <a:lnTo>
                    <a:pt x="5792" y="25723"/>
                  </a:lnTo>
                  <a:lnTo>
                    <a:pt x="6263" y="26228"/>
                  </a:lnTo>
                  <a:lnTo>
                    <a:pt x="6768" y="26699"/>
                  </a:lnTo>
                  <a:lnTo>
                    <a:pt x="7273" y="27204"/>
                  </a:lnTo>
                  <a:lnTo>
                    <a:pt x="7307" y="27204"/>
                  </a:lnTo>
                  <a:lnTo>
                    <a:pt x="6196" y="28214"/>
                  </a:lnTo>
                  <a:lnTo>
                    <a:pt x="5118" y="29224"/>
                  </a:lnTo>
                  <a:lnTo>
                    <a:pt x="4243" y="29998"/>
                  </a:lnTo>
                  <a:lnTo>
                    <a:pt x="3435" y="30806"/>
                  </a:lnTo>
                  <a:lnTo>
                    <a:pt x="2627" y="31615"/>
                  </a:lnTo>
                  <a:lnTo>
                    <a:pt x="1785" y="32389"/>
                  </a:lnTo>
                  <a:lnTo>
                    <a:pt x="1448" y="32658"/>
                  </a:lnTo>
                  <a:lnTo>
                    <a:pt x="1112" y="32894"/>
                  </a:lnTo>
                  <a:lnTo>
                    <a:pt x="371" y="33264"/>
                  </a:lnTo>
                  <a:lnTo>
                    <a:pt x="169" y="33365"/>
                  </a:lnTo>
                  <a:lnTo>
                    <a:pt x="1" y="33500"/>
                  </a:lnTo>
                  <a:lnTo>
                    <a:pt x="1" y="33668"/>
                  </a:lnTo>
                  <a:lnTo>
                    <a:pt x="169" y="33668"/>
                  </a:lnTo>
                  <a:lnTo>
                    <a:pt x="472" y="33466"/>
                  </a:lnTo>
                  <a:lnTo>
                    <a:pt x="775" y="33332"/>
                  </a:lnTo>
                  <a:lnTo>
                    <a:pt x="1347" y="33062"/>
                  </a:lnTo>
                  <a:lnTo>
                    <a:pt x="1347" y="33062"/>
                  </a:lnTo>
                  <a:lnTo>
                    <a:pt x="1078" y="33332"/>
                  </a:lnTo>
                  <a:lnTo>
                    <a:pt x="910" y="33500"/>
                  </a:lnTo>
                  <a:lnTo>
                    <a:pt x="809" y="33668"/>
                  </a:lnTo>
                  <a:lnTo>
                    <a:pt x="910" y="33668"/>
                  </a:lnTo>
                  <a:lnTo>
                    <a:pt x="1078" y="33466"/>
                  </a:lnTo>
                  <a:lnTo>
                    <a:pt x="1280" y="33264"/>
                  </a:lnTo>
                  <a:lnTo>
                    <a:pt x="1482" y="33096"/>
                  </a:lnTo>
                  <a:lnTo>
                    <a:pt x="1718" y="32928"/>
                  </a:lnTo>
                  <a:lnTo>
                    <a:pt x="2189" y="32625"/>
                  </a:lnTo>
                  <a:lnTo>
                    <a:pt x="2627" y="32322"/>
                  </a:lnTo>
                  <a:lnTo>
                    <a:pt x="3199" y="31850"/>
                  </a:lnTo>
                  <a:lnTo>
                    <a:pt x="3738" y="31345"/>
                  </a:lnTo>
                  <a:lnTo>
                    <a:pt x="4277" y="30806"/>
                  </a:lnTo>
                  <a:lnTo>
                    <a:pt x="4815" y="30301"/>
                  </a:lnTo>
                  <a:lnTo>
                    <a:pt x="5926" y="29291"/>
                  </a:lnTo>
                  <a:lnTo>
                    <a:pt x="6499" y="28786"/>
                  </a:lnTo>
                  <a:lnTo>
                    <a:pt x="7037" y="28248"/>
                  </a:lnTo>
                  <a:lnTo>
                    <a:pt x="8115" y="27170"/>
                  </a:lnTo>
                  <a:lnTo>
                    <a:pt x="9192" y="26093"/>
                  </a:lnTo>
                  <a:lnTo>
                    <a:pt x="9764" y="25588"/>
                  </a:lnTo>
                  <a:lnTo>
                    <a:pt x="10337" y="25049"/>
                  </a:lnTo>
                  <a:lnTo>
                    <a:pt x="11482" y="24039"/>
                  </a:lnTo>
                  <a:lnTo>
                    <a:pt x="12660" y="22962"/>
                  </a:lnTo>
                  <a:lnTo>
                    <a:pt x="13805" y="21884"/>
                  </a:lnTo>
                  <a:lnTo>
                    <a:pt x="16027" y="19662"/>
                  </a:lnTo>
                  <a:lnTo>
                    <a:pt x="18249" y="17440"/>
                  </a:lnTo>
                  <a:lnTo>
                    <a:pt x="18855" y="16902"/>
                  </a:lnTo>
                  <a:lnTo>
                    <a:pt x="19495" y="16363"/>
                  </a:lnTo>
                  <a:lnTo>
                    <a:pt x="19225" y="16801"/>
                  </a:lnTo>
                  <a:lnTo>
                    <a:pt x="18821" y="17306"/>
                  </a:lnTo>
                  <a:lnTo>
                    <a:pt x="18350" y="17811"/>
                  </a:lnTo>
                  <a:lnTo>
                    <a:pt x="18148" y="17979"/>
                  </a:lnTo>
                  <a:lnTo>
                    <a:pt x="17912" y="18147"/>
                  </a:lnTo>
                  <a:lnTo>
                    <a:pt x="17474" y="18450"/>
                  </a:lnTo>
                  <a:lnTo>
                    <a:pt x="17676" y="18383"/>
                  </a:lnTo>
                  <a:lnTo>
                    <a:pt x="17912" y="18282"/>
                  </a:lnTo>
                  <a:lnTo>
                    <a:pt x="18282" y="17979"/>
                  </a:lnTo>
                  <a:lnTo>
                    <a:pt x="18484" y="17777"/>
                  </a:lnTo>
                  <a:lnTo>
                    <a:pt x="18720" y="17541"/>
                  </a:lnTo>
                  <a:lnTo>
                    <a:pt x="19091" y="17070"/>
                  </a:lnTo>
                  <a:lnTo>
                    <a:pt x="19427" y="16599"/>
                  </a:lnTo>
                  <a:lnTo>
                    <a:pt x="19730" y="16161"/>
                  </a:lnTo>
                  <a:lnTo>
                    <a:pt x="20067" y="15858"/>
                  </a:lnTo>
                  <a:lnTo>
                    <a:pt x="20370" y="15521"/>
                  </a:lnTo>
                  <a:lnTo>
                    <a:pt x="20639" y="15185"/>
                  </a:lnTo>
                  <a:lnTo>
                    <a:pt x="20875" y="14814"/>
                  </a:lnTo>
                  <a:lnTo>
                    <a:pt x="20740" y="15151"/>
                  </a:lnTo>
                  <a:lnTo>
                    <a:pt x="20471" y="15656"/>
                  </a:lnTo>
                  <a:lnTo>
                    <a:pt x="20168" y="16127"/>
                  </a:lnTo>
                  <a:lnTo>
                    <a:pt x="19730" y="16700"/>
                  </a:lnTo>
                  <a:lnTo>
                    <a:pt x="19225" y="17205"/>
                  </a:lnTo>
                  <a:lnTo>
                    <a:pt x="18720" y="17676"/>
                  </a:lnTo>
                  <a:lnTo>
                    <a:pt x="18181" y="18147"/>
                  </a:lnTo>
                  <a:lnTo>
                    <a:pt x="17104" y="19056"/>
                  </a:lnTo>
                  <a:lnTo>
                    <a:pt x="15993" y="19999"/>
                  </a:lnTo>
                  <a:lnTo>
                    <a:pt x="15421" y="20504"/>
                  </a:lnTo>
                  <a:lnTo>
                    <a:pt x="14882" y="21043"/>
                  </a:lnTo>
                  <a:lnTo>
                    <a:pt x="13771" y="22120"/>
                  </a:lnTo>
                  <a:lnTo>
                    <a:pt x="12593" y="23198"/>
                  </a:lnTo>
                  <a:lnTo>
                    <a:pt x="11414" y="24275"/>
                  </a:lnTo>
                  <a:lnTo>
                    <a:pt x="10236" y="25352"/>
                  </a:lnTo>
                  <a:lnTo>
                    <a:pt x="9057" y="26430"/>
                  </a:lnTo>
                  <a:lnTo>
                    <a:pt x="6802" y="28618"/>
                  </a:lnTo>
                  <a:lnTo>
                    <a:pt x="5623" y="29662"/>
                  </a:lnTo>
                  <a:lnTo>
                    <a:pt x="4445" y="30705"/>
                  </a:lnTo>
                  <a:lnTo>
                    <a:pt x="3637" y="31480"/>
                  </a:lnTo>
                  <a:lnTo>
                    <a:pt x="2829" y="32254"/>
                  </a:lnTo>
                  <a:lnTo>
                    <a:pt x="2526" y="32625"/>
                  </a:lnTo>
                  <a:lnTo>
                    <a:pt x="2189" y="32961"/>
                  </a:lnTo>
                  <a:lnTo>
                    <a:pt x="1886" y="33332"/>
                  </a:lnTo>
                  <a:lnTo>
                    <a:pt x="1549" y="33668"/>
                  </a:lnTo>
                  <a:lnTo>
                    <a:pt x="1650" y="33668"/>
                  </a:lnTo>
                  <a:lnTo>
                    <a:pt x="2021" y="33298"/>
                  </a:lnTo>
                  <a:lnTo>
                    <a:pt x="2357" y="32894"/>
                  </a:lnTo>
                  <a:lnTo>
                    <a:pt x="2863" y="32355"/>
                  </a:lnTo>
                  <a:lnTo>
                    <a:pt x="3401" y="31817"/>
                  </a:lnTo>
                  <a:lnTo>
                    <a:pt x="4344" y="30908"/>
                  </a:lnTo>
                  <a:lnTo>
                    <a:pt x="5354" y="30032"/>
                  </a:lnTo>
                  <a:lnTo>
                    <a:pt x="4748" y="30604"/>
                  </a:lnTo>
                  <a:lnTo>
                    <a:pt x="4007" y="31345"/>
                  </a:lnTo>
                  <a:lnTo>
                    <a:pt x="3300" y="32086"/>
                  </a:lnTo>
                  <a:lnTo>
                    <a:pt x="2593" y="32860"/>
                  </a:lnTo>
                  <a:lnTo>
                    <a:pt x="1920" y="33668"/>
                  </a:lnTo>
                  <a:lnTo>
                    <a:pt x="1987" y="33668"/>
                  </a:lnTo>
                  <a:lnTo>
                    <a:pt x="4075" y="31480"/>
                  </a:lnTo>
                  <a:lnTo>
                    <a:pt x="5118" y="30402"/>
                  </a:lnTo>
                  <a:lnTo>
                    <a:pt x="6196" y="29359"/>
                  </a:lnTo>
                  <a:lnTo>
                    <a:pt x="7340" y="28281"/>
                  </a:lnTo>
                  <a:lnTo>
                    <a:pt x="8519" y="27238"/>
                  </a:lnTo>
                  <a:lnTo>
                    <a:pt x="9697" y="26194"/>
                  </a:lnTo>
                  <a:lnTo>
                    <a:pt x="10876" y="25184"/>
                  </a:lnTo>
                  <a:lnTo>
                    <a:pt x="11482" y="24679"/>
                  </a:lnTo>
                  <a:lnTo>
                    <a:pt x="12054" y="24174"/>
                  </a:lnTo>
                  <a:lnTo>
                    <a:pt x="13165" y="23097"/>
                  </a:lnTo>
                  <a:lnTo>
                    <a:pt x="14276" y="22053"/>
                  </a:lnTo>
                  <a:lnTo>
                    <a:pt x="15421" y="20975"/>
                  </a:lnTo>
                  <a:lnTo>
                    <a:pt x="17643" y="19056"/>
                  </a:lnTo>
                  <a:lnTo>
                    <a:pt x="18720" y="18080"/>
                  </a:lnTo>
                  <a:lnTo>
                    <a:pt x="19259" y="17575"/>
                  </a:lnTo>
                  <a:lnTo>
                    <a:pt x="19764" y="17036"/>
                  </a:lnTo>
                  <a:lnTo>
                    <a:pt x="20067" y="16666"/>
                  </a:lnTo>
                  <a:lnTo>
                    <a:pt x="20370" y="16296"/>
                  </a:lnTo>
                  <a:lnTo>
                    <a:pt x="20673" y="15858"/>
                  </a:lnTo>
                  <a:lnTo>
                    <a:pt x="20909" y="15420"/>
                  </a:lnTo>
                  <a:lnTo>
                    <a:pt x="21010" y="15185"/>
                  </a:lnTo>
                  <a:lnTo>
                    <a:pt x="21111" y="14949"/>
                  </a:lnTo>
                  <a:lnTo>
                    <a:pt x="21178" y="14713"/>
                  </a:lnTo>
                  <a:lnTo>
                    <a:pt x="21212" y="14444"/>
                  </a:lnTo>
                  <a:lnTo>
                    <a:pt x="21212" y="14208"/>
                  </a:lnTo>
                  <a:lnTo>
                    <a:pt x="21178" y="13972"/>
                  </a:lnTo>
                  <a:lnTo>
                    <a:pt x="21111" y="13737"/>
                  </a:lnTo>
                  <a:lnTo>
                    <a:pt x="21010" y="13501"/>
                  </a:lnTo>
                  <a:lnTo>
                    <a:pt x="20976" y="13467"/>
                  </a:lnTo>
                  <a:lnTo>
                    <a:pt x="20942" y="13467"/>
                  </a:lnTo>
                  <a:lnTo>
                    <a:pt x="20808" y="13097"/>
                  </a:lnTo>
                  <a:lnTo>
                    <a:pt x="20606" y="12794"/>
                  </a:lnTo>
                  <a:lnTo>
                    <a:pt x="20336" y="12491"/>
                  </a:lnTo>
                  <a:lnTo>
                    <a:pt x="20033" y="12255"/>
                  </a:lnTo>
                  <a:lnTo>
                    <a:pt x="20067" y="12188"/>
                  </a:lnTo>
                  <a:lnTo>
                    <a:pt x="20067" y="12121"/>
                  </a:lnTo>
                  <a:lnTo>
                    <a:pt x="20067" y="12087"/>
                  </a:lnTo>
                  <a:lnTo>
                    <a:pt x="20101" y="12020"/>
                  </a:lnTo>
                  <a:lnTo>
                    <a:pt x="20101" y="11952"/>
                  </a:lnTo>
                  <a:lnTo>
                    <a:pt x="20033" y="11885"/>
                  </a:lnTo>
                  <a:lnTo>
                    <a:pt x="19966" y="11919"/>
                  </a:lnTo>
                  <a:lnTo>
                    <a:pt x="19730" y="11515"/>
                  </a:lnTo>
                  <a:lnTo>
                    <a:pt x="19461" y="11178"/>
                  </a:lnTo>
                  <a:lnTo>
                    <a:pt x="19326" y="11077"/>
                  </a:lnTo>
                  <a:lnTo>
                    <a:pt x="19192" y="10976"/>
                  </a:lnTo>
                  <a:lnTo>
                    <a:pt x="18990" y="10909"/>
                  </a:lnTo>
                  <a:lnTo>
                    <a:pt x="18821" y="10875"/>
                  </a:lnTo>
                  <a:lnTo>
                    <a:pt x="18720" y="10875"/>
                  </a:lnTo>
                  <a:lnTo>
                    <a:pt x="18585" y="10942"/>
                  </a:lnTo>
                  <a:lnTo>
                    <a:pt x="18585" y="10976"/>
                  </a:lnTo>
                  <a:lnTo>
                    <a:pt x="17340" y="9528"/>
                  </a:lnTo>
                  <a:lnTo>
                    <a:pt x="16094" y="8114"/>
                  </a:lnTo>
                  <a:lnTo>
                    <a:pt x="14781" y="6734"/>
                  </a:lnTo>
                  <a:lnTo>
                    <a:pt x="14141" y="6060"/>
                  </a:lnTo>
                  <a:lnTo>
                    <a:pt x="13434" y="5387"/>
                  </a:lnTo>
                  <a:lnTo>
                    <a:pt x="12795" y="4747"/>
                  </a:lnTo>
                  <a:lnTo>
                    <a:pt x="12155" y="4040"/>
                  </a:lnTo>
                  <a:lnTo>
                    <a:pt x="10943" y="2660"/>
                  </a:lnTo>
                  <a:lnTo>
                    <a:pt x="10337" y="1953"/>
                  </a:lnTo>
                  <a:lnTo>
                    <a:pt x="9697" y="1280"/>
                  </a:lnTo>
                  <a:lnTo>
                    <a:pt x="9024" y="606"/>
                  </a:lnTo>
                  <a:lnTo>
                    <a:pt x="8317" y="34"/>
                  </a:lnTo>
                  <a:lnTo>
                    <a:pt x="8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854425" y="2395400"/>
              <a:ext cx="68200" cy="50525"/>
            </a:xfrm>
            <a:custGeom>
              <a:avLst/>
              <a:gdLst/>
              <a:ahLst/>
              <a:cxnLst/>
              <a:rect l="l" t="t" r="r" b="b"/>
              <a:pathLst>
                <a:path w="2728" h="2021" extrusionOk="0">
                  <a:moveTo>
                    <a:pt x="2020" y="0"/>
                  </a:moveTo>
                  <a:lnTo>
                    <a:pt x="68" y="674"/>
                  </a:lnTo>
                  <a:lnTo>
                    <a:pt x="0" y="707"/>
                  </a:lnTo>
                  <a:lnTo>
                    <a:pt x="0" y="808"/>
                  </a:lnTo>
                  <a:lnTo>
                    <a:pt x="34" y="876"/>
                  </a:lnTo>
                  <a:lnTo>
                    <a:pt x="135" y="876"/>
                  </a:lnTo>
                  <a:lnTo>
                    <a:pt x="1549" y="371"/>
                  </a:lnTo>
                  <a:lnTo>
                    <a:pt x="1717" y="303"/>
                  </a:lnTo>
                  <a:lnTo>
                    <a:pt x="1886" y="270"/>
                  </a:lnTo>
                  <a:lnTo>
                    <a:pt x="1953" y="270"/>
                  </a:lnTo>
                  <a:lnTo>
                    <a:pt x="2020" y="303"/>
                  </a:lnTo>
                  <a:lnTo>
                    <a:pt x="2054" y="371"/>
                  </a:lnTo>
                  <a:lnTo>
                    <a:pt x="2121" y="472"/>
                  </a:lnTo>
                  <a:lnTo>
                    <a:pt x="2458" y="1111"/>
                  </a:lnTo>
                  <a:lnTo>
                    <a:pt x="1313" y="1448"/>
                  </a:lnTo>
                  <a:lnTo>
                    <a:pt x="943" y="1549"/>
                  </a:lnTo>
                  <a:lnTo>
                    <a:pt x="808" y="1616"/>
                  </a:lnTo>
                  <a:lnTo>
                    <a:pt x="640" y="1717"/>
                  </a:lnTo>
                  <a:lnTo>
                    <a:pt x="539" y="1246"/>
                  </a:lnTo>
                  <a:lnTo>
                    <a:pt x="472" y="1010"/>
                  </a:lnTo>
                  <a:lnTo>
                    <a:pt x="371" y="808"/>
                  </a:lnTo>
                  <a:lnTo>
                    <a:pt x="337" y="808"/>
                  </a:lnTo>
                  <a:lnTo>
                    <a:pt x="303" y="943"/>
                  </a:lnTo>
                  <a:lnTo>
                    <a:pt x="303" y="1078"/>
                  </a:lnTo>
                  <a:lnTo>
                    <a:pt x="337" y="1381"/>
                  </a:lnTo>
                  <a:lnTo>
                    <a:pt x="404" y="1650"/>
                  </a:lnTo>
                  <a:lnTo>
                    <a:pt x="505" y="1919"/>
                  </a:lnTo>
                  <a:lnTo>
                    <a:pt x="539" y="1987"/>
                  </a:lnTo>
                  <a:lnTo>
                    <a:pt x="573" y="1987"/>
                  </a:lnTo>
                  <a:lnTo>
                    <a:pt x="640" y="2020"/>
                  </a:lnTo>
                  <a:lnTo>
                    <a:pt x="674" y="1987"/>
                  </a:lnTo>
                  <a:lnTo>
                    <a:pt x="876" y="1852"/>
                  </a:lnTo>
                  <a:lnTo>
                    <a:pt x="1078" y="1751"/>
                  </a:lnTo>
                  <a:lnTo>
                    <a:pt x="1549" y="1616"/>
                  </a:lnTo>
                  <a:lnTo>
                    <a:pt x="2626" y="1313"/>
                  </a:lnTo>
                  <a:lnTo>
                    <a:pt x="2694" y="1280"/>
                  </a:lnTo>
                  <a:lnTo>
                    <a:pt x="2727" y="1246"/>
                  </a:lnTo>
                  <a:lnTo>
                    <a:pt x="2727" y="1179"/>
                  </a:lnTo>
                  <a:lnTo>
                    <a:pt x="2694" y="1145"/>
                  </a:lnTo>
                  <a:lnTo>
                    <a:pt x="2155" y="34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345200" y="238125"/>
              <a:ext cx="810575" cy="563100"/>
            </a:xfrm>
            <a:custGeom>
              <a:avLst/>
              <a:gdLst/>
              <a:ahLst/>
              <a:cxnLst/>
              <a:rect l="l" t="t" r="r" b="b"/>
              <a:pathLst>
                <a:path w="32423" h="22524" extrusionOk="0">
                  <a:moveTo>
                    <a:pt x="0" y="0"/>
                  </a:moveTo>
                  <a:lnTo>
                    <a:pt x="337" y="707"/>
                  </a:lnTo>
                  <a:lnTo>
                    <a:pt x="1717" y="3299"/>
                  </a:lnTo>
                  <a:lnTo>
                    <a:pt x="2694" y="5118"/>
                  </a:lnTo>
                  <a:lnTo>
                    <a:pt x="3670" y="6868"/>
                  </a:lnTo>
                  <a:lnTo>
                    <a:pt x="4646" y="8653"/>
                  </a:lnTo>
                  <a:lnTo>
                    <a:pt x="5589" y="10471"/>
                  </a:lnTo>
                  <a:lnTo>
                    <a:pt x="7306" y="13939"/>
                  </a:lnTo>
                  <a:lnTo>
                    <a:pt x="9023" y="17373"/>
                  </a:lnTo>
                  <a:lnTo>
                    <a:pt x="9293" y="18046"/>
                  </a:lnTo>
                  <a:lnTo>
                    <a:pt x="9596" y="18719"/>
                  </a:lnTo>
                  <a:lnTo>
                    <a:pt x="10202" y="20066"/>
                  </a:lnTo>
                  <a:lnTo>
                    <a:pt x="10505" y="20706"/>
                  </a:lnTo>
                  <a:lnTo>
                    <a:pt x="10875" y="21346"/>
                  </a:lnTo>
                  <a:lnTo>
                    <a:pt x="11279" y="21952"/>
                  </a:lnTo>
                  <a:lnTo>
                    <a:pt x="11515" y="22221"/>
                  </a:lnTo>
                  <a:lnTo>
                    <a:pt x="11750" y="22490"/>
                  </a:lnTo>
                  <a:lnTo>
                    <a:pt x="11818" y="22524"/>
                  </a:lnTo>
                  <a:lnTo>
                    <a:pt x="11851" y="22524"/>
                  </a:lnTo>
                  <a:lnTo>
                    <a:pt x="11952" y="22490"/>
                  </a:lnTo>
                  <a:lnTo>
                    <a:pt x="11986" y="22389"/>
                  </a:lnTo>
                  <a:lnTo>
                    <a:pt x="11986" y="22356"/>
                  </a:lnTo>
                  <a:lnTo>
                    <a:pt x="11952" y="22288"/>
                  </a:lnTo>
                  <a:lnTo>
                    <a:pt x="11919" y="22288"/>
                  </a:lnTo>
                  <a:lnTo>
                    <a:pt x="12457" y="22154"/>
                  </a:lnTo>
                  <a:lnTo>
                    <a:pt x="12962" y="21985"/>
                  </a:lnTo>
                  <a:lnTo>
                    <a:pt x="13467" y="21750"/>
                  </a:lnTo>
                  <a:lnTo>
                    <a:pt x="13939" y="21480"/>
                  </a:lnTo>
                  <a:lnTo>
                    <a:pt x="14444" y="21177"/>
                  </a:lnTo>
                  <a:lnTo>
                    <a:pt x="14881" y="20841"/>
                  </a:lnTo>
                  <a:lnTo>
                    <a:pt x="15790" y="20235"/>
                  </a:lnTo>
                  <a:lnTo>
                    <a:pt x="16430" y="19830"/>
                  </a:lnTo>
                  <a:lnTo>
                    <a:pt x="17070" y="19426"/>
                  </a:lnTo>
                  <a:lnTo>
                    <a:pt x="18417" y="18686"/>
                  </a:lnTo>
                  <a:lnTo>
                    <a:pt x="21144" y="17272"/>
                  </a:lnTo>
                  <a:lnTo>
                    <a:pt x="22524" y="16598"/>
                  </a:lnTo>
                  <a:lnTo>
                    <a:pt x="23904" y="15925"/>
                  </a:lnTo>
                  <a:lnTo>
                    <a:pt x="25285" y="15285"/>
                  </a:lnTo>
                  <a:lnTo>
                    <a:pt x="26665" y="14612"/>
                  </a:lnTo>
                  <a:lnTo>
                    <a:pt x="27372" y="14242"/>
                  </a:lnTo>
                  <a:lnTo>
                    <a:pt x="28079" y="13838"/>
                  </a:lnTo>
                  <a:lnTo>
                    <a:pt x="29460" y="12996"/>
                  </a:lnTo>
                  <a:lnTo>
                    <a:pt x="30133" y="12592"/>
                  </a:lnTo>
                  <a:lnTo>
                    <a:pt x="30840" y="12222"/>
                  </a:lnTo>
                  <a:lnTo>
                    <a:pt x="31547" y="11851"/>
                  </a:lnTo>
                  <a:lnTo>
                    <a:pt x="32288" y="11548"/>
                  </a:lnTo>
                  <a:lnTo>
                    <a:pt x="32355" y="11548"/>
                  </a:lnTo>
                  <a:lnTo>
                    <a:pt x="32422" y="11481"/>
                  </a:lnTo>
                  <a:lnTo>
                    <a:pt x="32422" y="11447"/>
                  </a:lnTo>
                  <a:lnTo>
                    <a:pt x="32389" y="11380"/>
                  </a:lnTo>
                  <a:lnTo>
                    <a:pt x="32254" y="11211"/>
                  </a:lnTo>
                  <a:lnTo>
                    <a:pt x="32119" y="11077"/>
                  </a:lnTo>
                  <a:lnTo>
                    <a:pt x="31884" y="10706"/>
                  </a:lnTo>
                  <a:lnTo>
                    <a:pt x="31480" y="9966"/>
                  </a:lnTo>
                  <a:lnTo>
                    <a:pt x="31210" y="9562"/>
                  </a:lnTo>
                  <a:lnTo>
                    <a:pt x="30907" y="9158"/>
                  </a:lnTo>
                  <a:lnTo>
                    <a:pt x="30301" y="8350"/>
                  </a:lnTo>
                  <a:lnTo>
                    <a:pt x="29998" y="7878"/>
                  </a:lnTo>
                  <a:lnTo>
                    <a:pt x="29729" y="7407"/>
                  </a:lnTo>
                  <a:lnTo>
                    <a:pt x="29460" y="6936"/>
                  </a:lnTo>
                  <a:lnTo>
                    <a:pt x="29224" y="6464"/>
                  </a:lnTo>
                  <a:lnTo>
                    <a:pt x="28753" y="5454"/>
                  </a:lnTo>
                  <a:lnTo>
                    <a:pt x="28349" y="4478"/>
                  </a:lnTo>
                  <a:lnTo>
                    <a:pt x="27877" y="3434"/>
                  </a:lnTo>
                  <a:lnTo>
                    <a:pt x="27339" y="2458"/>
                  </a:lnTo>
                  <a:lnTo>
                    <a:pt x="26261" y="471"/>
                  </a:lnTo>
                  <a:lnTo>
                    <a:pt x="26026" y="0"/>
                  </a:lnTo>
                  <a:lnTo>
                    <a:pt x="25790" y="0"/>
                  </a:lnTo>
                  <a:lnTo>
                    <a:pt x="26026" y="539"/>
                  </a:lnTo>
                  <a:lnTo>
                    <a:pt x="26295" y="1044"/>
                  </a:lnTo>
                  <a:lnTo>
                    <a:pt x="27406" y="3097"/>
                  </a:lnTo>
                  <a:lnTo>
                    <a:pt x="27911" y="4175"/>
                  </a:lnTo>
                  <a:lnTo>
                    <a:pt x="28382" y="5219"/>
                  </a:lnTo>
                  <a:lnTo>
                    <a:pt x="28820" y="6195"/>
                  </a:lnTo>
                  <a:lnTo>
                    <a:pt x="29258" y="7104"/>
                  </a:lnTo>
                  <a:lnTo>
                    <a:pt x="29796" y="7979"/>
                  </a:lnTo>
                  <a:lnTo>
                    <a:pt x="30369" y="8821"/>
                  </a:lnTo>
                  <a:lnTo>
                    <a:pt x="30941" y="9595"/>
                  </a:lnTo>
                  <a:lnTo>
                    <a:pt x="31177" y="9999"/>
                  </a:lnTo>
                  <a:lnTo>
                    <a:pt x="31412" y="10403"/>
                  </a:lnTo>
                  <a:lnTo>
                    <a:pt x="31715" y="10942"/>
                  </a:lnTo>
                  <a:lnTo>
                    <a:pt x="31884" y="11178"/>
                  </a:lnTo>
                  <a:lnTo>
                    <a:pt x="32086" y="11413"/>
                  </a:lnTo>
                  <a:lnTo>
                    <a:pt x="31446" y="11683"/>
                  </a:lnTo>
                  <a:lnTo>
                    <a:pt x="30840" y="11986"/>
                  </a:lnTo>
                  <a:lnTo>
                    <a:pt x="30200" y="12289"/>
                  </a:lnTo>
                  <a:lnTo>
                    <a:pt x="29594" y="12659"/>
                  </a:lnTo>
                  <a:lnTo>
                    <a:pt x="28416" y="13366"/>
                  </a:lnTo>
                  <a:lnTo>
                    <a:pt x="27204" y="14073"/>
                  </a:lnTo>
                  <a:lnTo>
                    <a:pt x="26531" y="14444"/>
                  </a:lnTo>
                  <a:lnTo>
                    <a:pt x="25857" y="14780"/>
                  </a:lnTo>
                  <a:lnTo>
                    <a:pt x="24477" y="15420"/>
                  </a:lnTo>
                  <a:lnTo>
                    <a:pt x="23096" y="16060"/>
                  </a:lnTo>
                  <a:lnTo>
                    <a:pt x="22389" y="16396"/>
                  </a:lnTo>
                  <a:lnTo>
                    <a:pt x="21716" y="16733"/>
                  </a:lnTo>
                  <a:lnTo>
                    <a:pt x="20302" y="17474"/>
                  </a:lnTo>
                  <a:lnTo>
                    <a:pt x="18888" y="18214"/>
                  </a:lnTo>
                  <a:lnTo>
                    <a:pt x="17508" y="18955"/>
                  </a:lnTo>
                  <a:lnTo>
                    <a:pt x="16834" y="19359"/>
                  </a:lnTo>
                  <a:lnTo>
                    <a:pt x="16127" y="19763"/>
                  </a:lnTo>
                  <a:lnTo>
                    <a:pt x="15083" y="20437"/>
                  </a:lnTo>
                  <a:lnTo>
                    <a:pt x="14040" y="21110"/>
                  </a:lnTo>
                  <a:lnTo>
                    <a:pt x="13501" y="21447"/>
                  </a:lnTo>
                  <a:lnTo>
                    <a:pt x="12962" y="21716"/>
                  </a:lnTo>
                  <a:lnTo>
                    <a:pt x="12390" y="21952"/>
                  </a:lnTo>
                  <a:lnTo>
                    <a:pt x="11784" y="22120"/>
                  </a:lnTo>
                  <a:lnTo>
                    <a:pt x="11346" y="21548"/>
                  </a:lnTo>
                  <a:lnTo>
                    <a:pt x="10942" y="20942"/>
                  </a:lnTo>
                  <a:lnTo>
                    <a:pt x="10606" y="20302"/>
                  </a:lnTo>
                  <a:lnTo>
                    <a:pt x="10269" y="19628"/>
                  </a:lnTo>
                  <a:lnTo>
                    <a:pt x="9697" y="18248"/>
                  </a:lnTo>
                  <a:lnTo>
                    <a:pt x="9394" y="17608"/>
                  </a:lnTo>
                  <a:lnTo>
                    <a:pt x="9091" y="16935"/>
                  </a:lnTo>
                  <a:lnTo>
                    <a:pt x="5488" y="9663"/>
                  </a:lnTo>
                  <a:lnTo>
                    <a:pt x="5017" y="8754"/>
                  </a:lnTo>
                  <a:lnTo>
                    <a:pt x="4545" y="7845"/>
                  </a:lnTo>
                  <a:lnTo>
                    <a:pt x="3569" y="6060"/>
                  </a:lnTo>
                  <a:lnTo>
                    <a:pt x="2559" y="4310"/>
                  </a:lnTo>
                  <a:lnTo>
                    <a:pt x="1583" y="2525"/>
                  </a:lnTo>
                  <a:lnTo>
                    <a:pt x="303" y="13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6682725" y="2484625"/>
              <a:ext cx="60625" cy="52200"/>
            </a:xfrm>
            <a:custGeom>
              <a:avLst/>
              <a:gdLst/>
              <a:ahLst/>
              <a:cxnLst/>
              <a:rect l="l" t="t" r="r" b="b"/>
              <a:pathLst>
                <a:path w="2425" h="2088" extrusionOk="0">
                  <a:moveTo>
                    <a:pt x="1953" y="202"/>
                  </a:moveTo>
                  <a:lnTo>
                    <a:pt x="2054" y="606"/>
                  </a:lnTo>
                  <a:lnTo>
                    <a:pt x="2121" y="1044"/>
                  </a:lnTo>
                  <a:lnTo>
                    <a:pt x="2155" y="1313"/>
                  </a:lnTo>
                  <a:lnTo>
                    <a:pt x="2155" y="1481"/>
                  </a:lnTo>
                  <a:lnTo>
                    <a:pt x="2155" y="1549"/>
                  </a:lnTo>
                  <a:lnTo>
                    <a:pt x="2121" y="1582"/>
                  </a:lnTo>
                  <a:lnTo>
                    <a:pt x="1953" y="1616"/>
                  </a:lnTo>
                  <a:lnTo>
                    <a:pt x="1784" y="1616"/>
                  </a:lnTo>
                  <a:lnTo>
                    <a:pt x="1414" y="1650"/>
                  </a:lnTo>
                  <a:lnTo>
                    <a:pt x="1145" y="1717"/>
                  </a:lnTo>
                  <a:lnTo>
                    <a:pt x="875" y="1784"/>
                  </a:lnTo>
                  <a:lnTo>
                    <a:pt x="741" y="1784"/>
                  </a:lnTo>
                  <a:lnTo>
                    <a:pt x="640" y="1751"/>
                  </a:lnTo>
                  <a:lnTo>
                    <a:pt x="539" y="1650"/>
                  </a:lnTo>
                  <a:lnTo>
                    <a:pt x="471" y="1481"/>
                  </a:lnTo>
                  <a:lnTo>
                    <a:pt x="404" y="1111"/>
                  </a:lnTo>
                  <a:lnTo>
                    <a:pt x="337" y="909"/>
                  </a:lnTo>
                  <a:lnTo>
                    <a:pt x="269" y="707"/>
                  </a:lnTo>
                  <a:lnTo>
                    <a:pt x="505" y="606"/>
                  </a:lnTo>
                  <a:lnTo>
                    <a:pt x="741" y="539"/>
                  </a:lnTo>
                  <a:lnTo>
                    <a:pt x="1246" y="471"/>
                  </a:lnTo>
                  <a:lnTo>
                    <a:pt x="1616" y="370"/>
                  </a:lnTo>
                  <a:lnTo>
                    <a:pt x="1953" y="202"/>
                  </a:lnTo>
                  <a:close/>
                  <a:moveTo>
                    <a:pt x="2020" y="0"/>
                  </a:moveTo>
                  <a:lnTo>
                    <a:pt x="1953" y="34"/>
                  </a:lnTo>
                  <a:lnTo>
                    <a:pt x="1683" y="135"/>
                  </a:lnTo>
                  <a:lnTo>
                    <a:pt x="1380" y="236"/>
                  </a:lnTo>
                  <a:lnTo>
                    <a:pt x="774" y="370"/>
                  </a:lnTo>
                  <a:lnTo>
                    <a:pt x="539" y="404"/>
                  </a:lnTo>
                  <a:lnTo>
                    <a:pt x="337" y="438"/>
                  </a:lnTo>
                  <a:lnTo>
                    <a:pt x="168" y="539"/>
                  </a:lnTo>
                  <a:lnTo>
                    <a:pt x="67" y="606"/>
                  </a:lnTo>
                  <a:lnTo>
                    <a:pt x="0" y="673"/>
                  </a:lnTo>
                  <a:lnTo>
                    <a:pt x="0" y="741"/>
                  </a:lnTo>
                  <a:lnTo>
                    <a:pt x="0" y="774"/>
                  </a:lnTo>
                  <a:lnTo>
                    <a:pt x="67" y="808"/>
                  </a:lnTo>
                  <a:lnTo>
                    <a:pt x="101" y="842"/>
                  </a:lnTo>
                  <a:lnTo>
                    <a:pt x="168" y="1111"/>
                  </a:lnTo>
                  <a:lnTo>
                    <a:pt x="202" y="1380"/>
                  </a:lnTo>
                  <a:lnTo>
                    <a:pt x="269" y="1582"/>
                  </a:lnTo>
                  <a:lnTo>
                    <a:pt x="303" y="1751"/>
                  </a:lnTo>
                  <a:lnTo>
                    <a:pt x="370" y="1919"/>
                  </a:lnTo>
                  <a:lnTo>
                    <a:pt x="539" y="2054"/>
                  </a:lnTo>
                  <a:lnTo>
                    <a:pt x="606" y="2087"/>
                  </a:lnTo>
                  <a:lnTo>
                    <a:pt x="673" y="2087"/>
                  </a:lnTo>
                  <a:lnTo>
                    <a:pt x="842" y="2054"/>
                  </a:lnTo>
                  <a:lnTo>
                    <a:pt x="1145" y="1953"/>
                  </a:lnTo>
                  <a:lnTo>
                    <a:pt x="1448" y="1885"/>
                  </a:lnTo>
                  <a:lnTo>
                    <a:pt x="1751" y="1852"/>
                  </a:lnTo>
                  <a:lnTo>
                    <a:pt x="2054" y="1818"/>
                  </a:lnTo>
                  <a:lnTo>
                    <a:pt x="2323" y="1751"/>
                  </a:lnTo>
                  <a:lnTo>
                    <a:pt x="2390" y="1683"/>
                  </a:lnTo>
                  <a:lnTo>
                    <a:pt x="2424" y="1616"/>
                  </a:lnTo>
                  <a:lnTo>
                    <a:pt x="2357" y="1212"/>
                  </a:lnTo>
                  <a:lnTo>
                    <a:pt x="2256" y="842"/>
                  </a:lnTo>
                  <a:lnTo>
                    <a:pt x="2087" y="67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6793825" y="2413075"/>
              <a:ext cx="61450" cy="47150"/>
            </a:xfrm>
            <a:custGeom>
              <a:avLst/>
              <a:gdLst/>
              <a:ahLst/>
              <a:cxnLst/>
              <a:rect l="l" t="t" r="r" b="b"/>
              <a:pathLst>
                <a:path w="2458" h="1886" extrusionOk="0">
                  <a:moveTo>
                    <a:pt x="1852" y="270"/>
                  </a:moveTo>
                  <a:lnTo>
                    <a:pt x="1919" y="337"/>
                  </a:lnTo>
                  <a:lnTo>
                    <a:pt x="2020" y="472"/>
                  </a:lnTo>
                  <a:lnTo>
                    <a:pt x="2088" y="640"/>
                  </a:lnTo>
                  <a:lnTo>
                    <a:pt x="2189" y="977"/>
                  </a:lnTo>
                  <a:lnTo>
                    <a:pt x="1515" y="1179"/>
                  </a:lnTo>
                  <a:lnTo>
                    <a:pt x="1212" y="1280"/>
                  </a:lnTo>
                  <a:lnTo>
                    <a:pt x="909" y="1414"/>
                  </a:lnTo>
                  <a:lnTo>
                    <a:pt x="741" y="1515"/>
                  </a:lnTo>
                  <a:lnTo>
                    <a:pt x="640" y="1583"/>
                  </a:lnTo>
                  <a:lnTo>
                    <a:pt x="606" y="1583"/>
                  </a:lnTo>
                  <a:lnTo>
                    <a:pt x="573" y="1549"/>
                  </a:lnTo>
                  <a:lnTo>
                    <a:pt x="505" y="1381"/>
                  </a:lnTo>
                  <a:lnTo>
                    <a:pt x="438" y="1078"/>
                  </a:lnTo>
                  <a:lnTo>
                    <a:pt x="371" y="775"/>
                  </a:lnTo>
                  <a:lnTo>
                    <a:pt x="977" y="640"/>
                  </a:lnTo>
                  <a:lnTo>
                    <a:pt x="1549" y="438"/>
                  </a:lnTo>
                  <a:lnTo>
                    <a:pt x="1717" y="303"/>
                  </a:lnTo>
                  <a:lnTo>
                    <a:pt x="1818" y="270"/>
                  </a:lnTo>
                  <a:close/>
                  <a:moveTo>
                    <a:pt x="1818" y="0"/>
                  </a:moveTo>
                  <a:lnTo>
                    <a:pt x="1650" y="68"/>
                  </a:lnTo>
                  <a:lnTo>
                    <a:pt x="1482" y="169"/>
                  </a:lnTo>
                  <a:lnTo>
                    <a:pt x="1313" y="270"/>
                  </a:lnTo>
                  <a:lnTo>
                    <a:pt x="1145" y="337"/>
                  </a:lnTo>
                  <a:lnTo>
                    <a:pt x="606" y="472"/>
                  </a:lnTo>
                  <a:lnTo>
                    <a:pt x="68" y="640"/>
                  </a:lnTo>
                  <a:lnTo>
                    <a:pt x="0" y="707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1" y="842"/>
                  </a:lnTo>
                  <a:lnTo>
                    <a:pt x="202" y="842"/>
                  </a:lnTo>
                  <a:lnTo>
                    <a:pt x="202" y="1145"/>
                  </a:lnTo>
                  <a:lnTo>
                    <a:pt x="270" y="1482"/>
                  </a:lnTo>
                  <a:lnTo>
                    <a:pt x="303" y="1616"/>
                  </a:lnTo>
                  <a:lnTo>
                    <a:pt x="337" y="1751"/>
                  </a:lnTo>
                  <a:lnTo>
                    <a:pt x="404" y="1852"/>
                  </a:lnTo>
                  <a:lnTo>
                    <a:pt x="505" y="1886"/>
                  </a:lnTo>
                  <a:lnTo>
                    <a:pt x="674" y="1886"/>
                  </a:lnTo>
                  <a:lnTo>
                    <a:pt x="775" y="1818"/>
                  </a:lnTo>
                  <a:lnTo>
                    <a:pt x="1010" y="1650"/>
                  </a:lnTo>
                  <a:lnTo>
                    <a:pt x="1347" y="1482"/>
                  </a:lnTo>
                  <a:lnTo>
                    <a:pt x="1684" y="1381"/>
                  </a:lnTo>
                  <a:lnTo>
                    <a:pt x="2391" y="1179"/>
                  </a:lnTo>
                  <a:lnTo>
                    <a:pt x="2458" y="1145"/>
                  </a:lnTo>
                  <a:lnTo>
                    <a:pt x="2458" y="1044"/>
                  </a:lnTo>
                  <a:lnTo>
                    <a:pt x="2391" y="775"/>
                  </a:lnTo>
                  <a:lnTo>
                    <a:pt x="2256" y="404"/>
                  </a:lnTo>
                  <a:lnTo>
                    <a:pt x="2155" y="236"/>
                  </a:lnTo>
                  <a:lnTo>
                    <a:pt x="2054" y="101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5622175" y="2490500"/>
              <a:ext cx="21050" cy="17700"/>
            </a:xfrm>
            <a:custGeom>
              <a:avLst/>
              <a:gdLst/>
              <a:ahLst/>
              <a:cxnLst/>
              <a:rect l="l" t="t" r="r" b="b"/>
              <a:pathLst>
                <a:path w="842" h="708" extrusionOk="0">
                  <a:moveTo>
                    <a:pt x="674" y="1"/>
                  </a:moveTo>
                  <a:lnTo>
                    <a:pt x="606" y="34"/>
                  </a:lnTo>
                  <a:lnTo>
                    <a:pt x="606" y="102"/>
                  </a:lnTo>
                  <a:lnTo>
                    <a:pt x="606" y="236"/>
                  </a:lnTo>
                  <a:lnTo>
                    <a:pt x="573" y="371"/>
                  </a:lnTo>
                  <a:lnTo>
                    <a:pt x="539" y="438"/>
                  </a:lnTo>
                  <a:lnTo>
                    <a:pt x="472" y="472"/>
                  </a:lnTo>
                  <a:lnTo>
                    <a:pt x="337" y="506"/>
                  </a:lnTo>
                  <a:lnTo>
                    <a:pt x="270" y="506"/>
                  </a:lnTo>
                  <a:lnTo>
                    <a:pt x="236" y="472"/>
                  </a:lnTo>
                  <a:lnTo>
                    <a:pt x="202" y="405"/>
                  </a:lnTo>
                  <a:lnTo>
                    <a:pt x="169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70" y="135"/>
                  </a:lnTo>
                  <a:lnTo>
                    <a:pt x="236" y="102"/>
                  </a:lnTo>
                  <a:lnTo>
                    <a:pt x="236" y="68"/>
                  </a:lnTo>
                  <a:lnTo>
                    <a:pt x="101" y="68"/>
                  </a:lnTo>
                  <a:lnTo>
                    <a:pt x="34" y="135"/>
                  </a:lnTo>
                  <a:lnTo>
                    <a:pt x="0" y="236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573"/>
                  </a:lnTo>
                  <a:lnTo>
                    <a:pt x="169" y="640"/>
                  </a:lnTo>
                  <a:lnTo>
                    <a:pt x="270" y="674"/>
                  </a:lnTo>
                  <a:lnTo>
                    <a:pt x="404" y="708"/>
                  </a:lnTo>
                  <a:lnTo>
                    <a:pt x="505" y="674"/>
                  </a:lnTo>
                  <a:lnTo>
                    <a:pt x="640" y="607"/>
                  </a:lnTo>
                  <a:lnTo>
                    <a:pt x="741" y="506"/>
                  </a:lnTo>
                  <a:lnTo>
                    <a:pt x="808" y="405"/>
                  </a:lnTo>
                  <a:lnTo>
                    <a:pt x="842" y="270"/>
                  </a:lnTo>
                  <a:lnTo>
                    <a:pt x="842" y="169"/>
                  </a:lnTo>
                  <a:lnTo>
                    <a:pt x="775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5600275" y="2466100"/>
              <a:ext cx="64000" cy="61475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5633950" y="23970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5603650" y="2630225"/>
              <a:ext cx="19375" cy="16850"/>
            </a:xfrm>
            <a:custGeom>
              <a:avLst/>
              <a:gdLst/>
              <a:ahLst/>
              <a:cxnLst/>
              <a:rect l="l" t="t" r="r" b="b"/>
              <a:pathLst>
                <a:path w="775" h="67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102"/>
                  </a:lnTo>
                  <a:lnTo>
                    <a:pt x="34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1" y="640"/>
                  </a:lnTo>
                  <a:lnTo>
                    <a:pt x="68" y="674"/>
                  </a:lnTo>
                  <a:lnTo>
                    <a:pt x="135" y="674"/>
                  </a:lnTo>
                  <a:lnTo>
                    <a:pt x="169" y="607"/>
                  </a:lnTo>
                  <a:lnTo>
                    <a:pt x="236" y="371"/>
                  </a:lnTo>
                  <a:lnTo>
                    <a:pt x="405" y="607"/>
                  </a:lnTo>
                  <a:lnTo>
                    <a:pt x="472" y="640"/>
                  </a:lnTo>
                  <a:lnTo>
                    <a:pt x="573" y="674"/>
                  </a:lnTo>
                  <a:lnTo>
                    <a:pt x="674" y="674"/>
                  </a:lnTo>
                  <a:lnTo>
                    <a:pt x="741" y="607"/>
                  </a:lnTo>
                  <a:lnTo>
                    <a:pt x="775" y="539"/>
                  </a:lnTo>
                  <a:lnTo>
                    <a:pt x="775" y="472"/>
                  </a:lnTo>
                  <a:lnTo>
                    <a:pt x="741" y="304"/>
                  </a:lnTo>
                  <a:lnTo>
                    <a:pt x="741" y="169"/>
                  </a:lnTo>
                  <a:lnTo>
                    <a:pt x="708" y="102"/>
                  </a:lnTo>
                  <a:lnTo>
                    <a:pt x="674" y="68"/>
                  </a:lnTo>
                  <a:lnTo>
                    <a:pt x="607" y="68"/>
                  </a:lnTo>
                  <a:lnTo>
                    <a:pt x="573" y="102"/>
                  </a:lnTo>
                  <a:lnTo>
                    <a:pt x="539" y="169"/>
                  </a:lnTo>
                  <a:lnTo>
                    <a:pt x="539" y="270"/>
                  </a:lnTo>
                  <a:lnTo>
                    <a:pt x="573" y="472"/>
                  </a:lnTo>
                  <a:lnTo>
                    <a:pt x="506" y="438"/>
                  </a:lnTo>
                  <a:lnTo>
                    <a:pt x="472" y="337"/>
                  </a:lnTo>
                  <a:lnTo>
                    <a:pt x="2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5580075" y="2607500"/>
              <a:ext cx="64000" cy="61475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3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4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5"/>
                  </a:lnTo>
                  <a:lnTo>
                    <a:pt x="1280" y="2425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5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26" y="2122"/>
                  </a:lnTo>
                  <a:lnTo>
                    <a:pt x="2560" y="1852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5637325" y="2558675"/>
              <a:ext cx="14325" cy="20225"/>
            </a:xfrm>
            <a:custGeom>
              <a:avLst/>
              <a:gdLst/>
              <a:ahLst/>
              <a:cxnLst/>
              <a:rect l="l" t="t" r="r" b="b"/>
              <a:pathLst>
                <a:path w="573" h="809" extrusionOk="0">
                  <a:moveTo>
                    <a:pt x="404" y="1"/>
                  </a:moveTo>
                  <a:lnTo>
                    <a:pt x="404" y="35"/>
                  </a:lnTo>
                  <a:lnTo>
                    <a:pt x="438" y="237"/>
                  </a:lnTo>
                  <a:lnTo>
                    <a:pt x="438" y="439"/>
                  </a:lnTo>
                  <a:lnTo>
                    <a:pt x="404" y="506"/>
                  </a:lnTo>
                  <a:lnTo>
                    <a:pt x="371" y="573"/>
                  </a:lnTo>
                  <a:lnTo>
                    <a:pt x="303" y="641"/>
                  </a:lnTo>
                  <a:lnTo>
                    <a:pt x="202" y="641"/>
                  </a:lnTo>
                  <a:lnTo>
                    <a:pt x="202" y="540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40"/>
                  </a:lnTo>
                  <a:lnTo>
                    <a:pt x="34" y="607"/>
                  </a:lnTo>
                  <a:lnTo>
                    <a:pt x="34" y="674"/>
                  </a:lnTo>
                  <a:lnTo>
                    <a:pt x="34" y="742"/>
                  </a:lnTo>
                  <a:lnTo>
                    <a:pt x="101" y="775"/>
                  </a:lnTo>
                  <a:lnTo>
                    <a:pt x="202" y="809"/>
                  </a:lnTo>
                  <a:lnTo>
                    <a:pt x="303" y="775"/>
                  </a:lnTo>
                  <a:lnTo>
                    <a:pt x="404" y="708"/>
                  </a:lnTo>
                  <a:lnTo>
                    <a:pt x="505" y="607"/>
                  </a:lnTo>
                  <a:lnTo>
                    <a:pt x="539" y="472"/>
                  </a:lnTo>
                  <a:lnTo>
                    <a:pt x="573" y="304"/>
                  </a:lnTo>
                  <a:lnTo>
                    <a:pt x="539" y="136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5526225" y="25384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35" y="1"/>
                  </a:moveTo>
                  <a:lnTo>
                    <a:pt x="101" y="34"/>
                  </a:lnTo>
                  <a:lnTo>
                    <a:pt x="67" y="304"/>
                  </a:lnTo>
                  <a:lnTo>
                    <a:pt x="67" y="573"/>
                  </a:lnTo>
                  <a:lnTo>
                    <a:pt x="67" y="1112"/>
                  </a:lnTo>
                  <a:lnTo>
                    <a:pt x="34" y="1718"/>
                  </a:lnTo>
                  <a:lnTo>
                    <a:pt x="0" y="2055"/>
                  </a:lnTo>
                  <a:lnTo>
                    <a:pt x="34" y="2358"/>
                  </a:lnTo>
                  <a:lnTo>
                    <a:pt x="67" y="2391"/>
                  </a:lnTo>
                  <a:lnTo>
                    <a:pt x="101" y="2425"/>
                  </a:lnTo>
                  <a:lnTo>
                    <a:pt x="135" y="2425"/>
                  </a:lnTo>
                  <a:lnTo>
                    <a:pt x="168" y="2358"/>
                  </a:lnTo>
                  <a:lnTo>
                    <a:pt x="236" y="2055"/>
                  </a:lnTo>
                  <a:lnTo>
                    <a:pt x="269" y="1752"/>
                  </a:lnTo>
                  <a:lnTo>
                    <a:pt x="269" y="1112"/>
                  </a:lnTo>
                  <a:lnTo>
                    <a:pt x="303" y="573"/>
                  </a:lnTo>
                  <a:lnTo>
                    <a:pt x="269" y="304"/>
                  </a:lnTo>
                  <a:lnTo>
                    <a:pt x="236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5528750" y="24644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80" y="269"/>
                  </a:lnTo>
                  <a:lnTo>
                    <a:pt x="2357" y="236"/>
                  </a:lnTo>
                  <a:lnTo>
                    <a:pt x="2290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2" y="1885"/>
                  </a:lnTo>
                  <a:lnTo>
                    <a:pt x="2525" y="1313"/>
                  </a:lnTo>
                  <a:lnTo>
                    <a:pt x="2492" y="774"/>
                  </a:lnTo>
                  <a:lnTo>
                    <a:pt x="2458" y="202"/>
                  </a:lnTo>
                  <a:lnTo>
                    <a:pt x="2492" y="168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5541375" y="25359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886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8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7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7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80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8" y="2223"/>
                  </a:lnTo>
                  <a:lnTo>
                    <a:pt x="1818" y="2189"/>
                  </a:lnTo>
                  <a:lnTo>
                    <a:pt x="1280" y="2189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5568300" y="2562050"/>
              <a:ext cx="20225" cy="19375"/>
            </a:xfrm>
            <a:custGeom>
              <a:avLst/>
              <a:gdLst/>
              <a:ahLst/>
              <a:cxnLst/>
              <a:rect l="l" t="t" r="r" b="b"/>
              <a:pathLst>
                <a:path w="809" h="775" extrusionOk="0">
                  <a:moveTo>
                    <a:pt x="607" y="1"/>
                  </a:moveTo>
                  <a:lnTo>
                    <a:pt x="539" y="34"/>
                  </a:lnTo>
                  <a:lnTo>
                    <a:pt x="506" y="102"/>
                  </a:lnTo>
                  <a:lnTo>
                    <a:pt x="472" y="270"/>
                  </a:lnTo>
                  <a:lnTo>
                    <a:pt x="472" y="304"/>
                  </a:lnTo>
                  <a:lnTo>
                    <a:pt x="203" y="337"/>
                  </a:lnTo>
                  <a:lnTo>
                    <a:pt x="203" y="135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35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236" y="573"/>
                  </a:lnTo>
                  <a:lnTo>
                    <a:pt x="203" y="506"/>
                  </a:lnTo>
                  <a:lnTo>
                    <a:pt x="506" y="506"/>
                  </a:lnTo>
                  <a:lnTo>
                    <a:pt x="506" y="640"/>
                  </a:lnTo>
                  <a:lnTo>
                    <a:pt x="539" y="708"/>
                  </a:lnTo>
                  <a:lnTo>
                    <a:pt x="573" y="741"/>
                  </a:lnTo>
                  <a:lnTo>
                    <a:pt x="607" y="775"/>
                  </a:lnTo>
                  <a:lnTo>
                    <a:pt x="640" y="741"/>
                  </a:lnTo>
                  <a:lnTo>
                    <a:pt x="674" y="674"/>
                  </a:lnTo>
                  <a:lnTo>
                    <a:pt x="674" y="607"/>
                  </a:lnTo>
                  <a:lnTo>
                    <a:pt x="640" y="472"/>
                  </a:lnTo>
                  <a:lnTo>
                    <a:pt x="775" y="405"/>
                  </a:lnTo>
                  <a:lnTo>
                    <a:pt x="809" y="371"/>
                  </a:lnTo>
                  <a:lnTo>
                    <a:pt x="809" y="304"/>
                  </a:lnTo>
                  <a:lnTo>
                    <a:pt x="775" y="270"/>
                  </a:lnTo>
                  <a:lnTo>
                    <a:pt x="708" y="236"/>
                  </a:lnTo>
                  <a:lnTo>
                    <a:pt x="607" y="236"/>
                  </a:lnTo>
                  <a:lnTo>
                    <a:pt x="640" y="169"/>
                  </a:lnTo>
                  <a:lnTo>
                    <a:pt x="674" y="102"/>
                  </a:lnTo>
                  <a:lnTo>
                    <a:pt x="674" y="68"/>
                  </a:lnTo>
                  <a:lnTo>
                    <a:pt x="674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5492550" y="2558675"/>
              <a:ext cx="25275" cy="24450"/>
            </a:xfrm>
            <a:custGeom>
              <a:avLst/>
              <a:gdLst/>
              <a:ahLst/>
              <a:cxnLst/>
              <a:rect l="l" t="t" r="r" b="b"/>
              <a:pathLst>
                <a:path w="1011" h="978" extrusionOk="0">
                  <a:moveTo>
                    <a:pt x="505" y="1"/>
                  </a:moveTo>
                  <a:lnTo>
                    <a:pt x="404" y="35"/>
                  </a:lnTo>
                  <a:lnTo>
                    <a:pt x="270" y="68"/>
                  </a:lnTo>
                  <a:lnTo>
                    <a:pt x="169" y="136"/>
                  </a:lnTo>
                  <a:lnTo>
                    <a:pt x="101" y="237"/>
                  </a:lnTo>
                  <a:lnTo>
                    <a:pt x="34" y="338"/>
                  </a:lnTo>
                  <a:lnTo>
                    <a:pt x="0" y="472"/>
                  </a:lnTo>
                  <a:lnTo>
                    <a:pt x="0" y="607"/>
                  </a:lnTo>
                  <a:lnTo>
                    <a:pt x="68" y="674"/>
                  </a:lnTo>
                  <a:lnTo>
                    <a:pt x="101" y="775"/>
                  </a:lnTo>
                  <a:lnTo>
                    <a:pt x="202" y="843"/>
                  </a:lnTo>
                  <a:lnTo>
                    <a:pt x="303" y="910"/>
                  </a:lnTo>
                  <a:lnTo>
                    <a:pt x="404" y="944"/>
                  </a:lnTo>
                  <a:lnTo>
                    <a:pt x="505" y="910"/>
                  </a:lnTo>
                  <a:lnTo>
                    <a:pt x="606" y="876"/>
                  </a:lnTo>
                  <a:lnTo>
                    <a:pt x="606" y="944"/>
                  </a:lnTo>
                  <a:lnTo>
                    <a:pt x="640" y="977"/>
                  </a:lnTo>
                  <a:lnTo>
                    <a:pt x="674" y="977"/>
                  </a:lnTo>
                  <a:lnTo>
                    <a:pt x="707" y="944"/>
                  </a:lnTo>
                  <a:lnTo>
                    <a:pt x="707" y="910"/>
                  </a:lnTo>
                  <a:lnTo>
                    <a:pt x="707" y="809"/>
                  </a:lnTo>
                  <a:lnTo>
                    <a:pt x="707" y="641"/>
                  </a:lnTo>
                  <a:lnTo>
                    <a:pt x="707" y="607"/>
                  </a:lnTo>
                  <a:lnTo>
                    <a:pt x="943" y="607"/>
                  </a:lnTo>
                  <a:lnTo>
                    <a:pt x="1010" y="573"/>
                  </a:lnTo>
                  <a:lnTo>
                    <a:pt x="1010" y="506"/>
                  </a:lnTo>
                  <a:lnTo>
                    <a:pt x="1010" y="439"/>
                  </a:lnTo>
                  <a:lnTo>
                    <a:pt x="943" y="405"/>
                  </a:lnTo>
                  <a:lnTo>
                    <a:pt x="539" y="405"/>
                  </a:lnTo>
                  <a:lnTo>
                    <a:pt x="438" y="472"/>
                  </a:lnTo>
                  <a:lnTo>
                    <a:pt x="438" y="506"/>
                  </a:lnTo>
                  <a:lnTo>
                    <a:pt x="438" y="540"/>
                  </a:lnTo>
                  <a:lnTo>
                    <a:pt x="606" y="607"/>
                  </a:lnTo>
                  <a:lnTo>
                    <a:pt x="606" y="641"/>
                  </a:lnTo>
                  <a:lnTo>
                    <a:pt x="606" y="674"/>
                  </a:lnTo>
                  <a:lnTo>
                    <a:pt x="472" y="708"/>
                  </a:lnTo>
                  <a:lnTo>
                    <a:pt x="303" y="708"/>
                  </a:lnTo>
                  <a:lnTo>
                    <a:pt x="236" y="641"/>
                  </a:lnTo>
                  <a:lnTo>
                    <a:pt x="202" y="573"/>
                  </a:lnTo>
                  <a:lnTo>
                    <a:pt x="202" y="439"/>
                  </a:lnTo>
                  <a:lnTo>
                    <a:pt x="236" y="371"/>
                  </a:lnTo>
                  <a:lnTo>
                    <a:pt x="270" y="270"/>
                  </a:lnTo>
                  <a:lnTo>
                    <a:pt x="371" y="237"/>
                  </a:lnTo>
                  <a:lnTo>
                    <a:pt x="573" y="169"/>
                  </a:lnTo>
                  <a:lnTo>
                    <a:pt x="741" y="136"/>
                  </a:lnTo>
                  <a:lnTo>
                    <a:pt x="775" y="136"/>
                  </a:lnTo>
                  <a:lnTo>
                    <a:pt x="775" y="102"/>
                  </a:lnTo>
                  <a:lnTo>
                    <a:pt x="640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5561575" y="2394550"/>
              <a:ext cx="64825" cy="62300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5587650" y="2429900"/>
              <a:ext cx="11825" cy="18550"/>
            </a:xfrm>
            <a:custGeom>
              <a:avLst/>
              <a:gdLst/>
              <a:ahLst/>
              <a:cxnLst/>
              <a:rect l="l" t="t" r="r" b="b"/>
              <a:pathLst>
                <a:path w="473" h="742" extrusionOk="0">
                  <a:moveTo>
                    <a:pt x="338" y="1"/>
                  </a:moveTo>
                  <a:lnTo>
                    <a:pt x="169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35" y="203"/>
                  </a:lnTo>
                  <a:lnTo>
                    <a:pt x="270" y="203"/>
                  </a:lnTo>
                  <a:lnTo>
                    <a:pt x="237" y="405"/>
                  </a:lnTo>
                  <a:lnTo>
                    <a:pt x="136" y="573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37" y="741"/>
                  </a:lnTo>
                  <a:lnTo>
                    <a:pt x="304" y="674"/>
                  </a:lnTo>
                  <a:lnTo>
                    <a:pt x="405" y="539"/>
                  </a:lnTo>
                  <a:lnTo>
                    <a:pt x="439" y="405"/>
                  </a:lnTo>
                  <a:lnTo>
                    <a:pt x="472" y="236"/>
                  </a:lnTo>
                  <a:lnTo>
                    <a:pt x="439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5554825" y="2489675"/>
              <a:ext cx="16025" cy="18525"/>
            </a:xfrm>
            <a:custGeom>
              <a:avLst/>
              <a:gdLst/>
              <a:ahLst/>
              <a:cxnLst/>
              <a:rect l="l" t="t" r="r" b="b"/>
              <a:pathLst>
                <a:path w="641" h="741" extrusionOk="0">
                  <a:moveTo>
                    <a:pt x="35" y="0"/>
                  </a:moveTo>
                  <a:lnTo>
                    <a:pt x="35" y="34"/>
                  </a:lnTo>
                  <a:lnTo>
                    <a:pt x="1" y="67"/>
                  </a:lnTo>
                  <a:lnTo>
                    <a:pt x="35" y="168"/>
                  </a:lnTo>
                  <a:lnTo>
                    <a:pt x="136" y="303"/>
                  </a:lnTo>
                  <a:lnTo>
                    <a:pt x="203" y="337"/>
                  </a:lnTo>
                  <a:lnTo>
                    <a:pt x="35" y="572"/>
                  </a:lnTo>
                  <a:lnTo>
                    <a:pt x="1" y="606"/>
                  </a:lnTo>
                  <a:lnTo>
                    <a:pt x="1" y="673"/>
                  </a:lnTo>
                  <a:lnTo>
                    <a:pt x="68" y="707"/>
                  </a:lnTo>
                  <a:lnTo>
                    <a:pt x="136" y="741"/>
                  </a:lnTo>
                  <a:lnTo>
                    <a:pt x="169" y="707"/>
                  </a:lnTo>
                  <a:lnTo>
                    <a:pt x="203" y="673"/>
                  </a:lnTo>
                  <a:lnTo>
                    <a:pt x="405" y="404"/>
                  </a:lnTo>
                  <a:lnTo>
                    <a:pt x="439" y="404"/>
                  </a:lnTo>
                  <a:lnTo>
                    <a:pt x="472" y="370"/>
                  </a:lnTo>
                  <a:lnTo>
                    <a:pt x="472" y="337"/>
                  </a:lnTo>
                  <a:lnTo>
                    <a:pt x="472" y="269"/>
                  </a:lnTo>
                  <a:lnTo>
                    <a:pt x="641" y="34"/>
                  </a:lnTo>
                  <a:lnTo>
                    <a:pt x="641" y="0"/>
                  </a:lnTo>
                  <a:lnTo>
                    <a:pt x="607" y="0"/>
                  </a:lnTo>
                  <a:lnTo>
                    <a:pt x="439" y="101"/>
                  </a:lnTo>
                  <a:lnTo>
                    <a:pt x="304" y="202"/>
                  </a:lnTo>
                  <a:lnTo>
                    <a:pt x="237" y="168"/>
                  </a:lnTo>
                  <a:lnTo>
                    <a:pt x="169" y="101"/>
                  </a:lnTo>
                  <a:lnTo>
                    <a:pt x="102" y="34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5516125" y="2429900"/>
              <a:ext cx="14325" cy="18550"/>
            </a:xfrm>
            <a:custGeom>
              <a:avLst/>
              <a:gdLst/>
              <a:ahLst/>
              <a:cxnLst/>
              <a:rect l="l" t="t" r="r" b="b"/>
              <a:pathLst>
                <a:path w="573" h="742" extrusionOk="0">
                  <a:moveTo>
                    <a:pt x="370" y="1"/>
                  </a:moveTo>
                  <a:lnTo>
                    <a:pt x="269" y="34"/>
                  </a:lnTo>
                  <a:lnTo>
                    <a:pt x="202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0" y="472"/>
                  </a:lnTo>
                  <a:lnTo>
                    <a:pt x="0" y="539"/>
                  </a:lnTo>
                  <a:lnTo>
                    <a:pt x="101" y="674"/>
                  </a:lnTo>
                  <a:lnTo>
                    <a:pt x="236" y="741"/>
                  </a:lnTo>
                  <a:lnTo>
                    <a:pt x="337" y="741"/>
                  </a:lnTo>
                  <a:lnTo>
                    <a:pt x="438" y="708"/>
                  </a:lnTo>
                  <a:lnTo>
                    <a:pt x="572" y="573"/>
                  </a:lnTo>
                  <a:lnTo>
                    <a:pt x="572" y="506"/>
                  </a:lnTo>
                  <a:lnTo>
                    <a:pt x="572" y="472"/>
                  </a:lnTo>
                  <a:lnTo>
                    <a:pt x="539" y="405"/>
                  </a:lnTo>
                  <a:lnTo>
                    <a:pt x="135" y="405"/>
                  </a:lnTo>
                  <a:lnTo>
                    <a:pt x="168" y="304"/>
                  </a:lnTo>
                  <a:lnTo>
                    <a:pt x="236" y="203"/>
                  </a:lnTo>
                  <a:lnTo>
                    <a:pt x="303" y="135"/>
                  </a:lnTo>
                  <a:lnTo>
                    <a:pt x="370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5506850" y="2348250"/>
              <a:ext cx="68200" cy="42125"/>
            </a:xfrm>
            <a:custGeom>
              <a:avLst/>
              <a:gdLst/>
              <a:ahLst/>
              <a:cxnLst/>
              <a:rect l="l" t="t" r="r" b="b"/>
              <a:pathLst>
                <a:path w="2728" h="1685" extrusionOk="0">
                  <a:moveTo>
                    <a:pt x="640" y="1"/>
                  </a:moveTo>
                  <a:lnTo>
                    <a:pt x="371" y="34"/>
                  </a:lnTo>
                  <a:lnTo>
                    <a:pt x="102" y="102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405"/>
                  </a:lnTo>
                  <a:lnTo>
                    <a:pt x="1" y="775"/>
                  </a:lnTo>
                  <a:lnTo>
                    <a:pt x="34" y="1482"/>
                  </a:lnTo>
                  <a:lnTo>
                    <a:pt x="34" y="1550"/>
                  </a:lnTo>
                  <a:lnTo>
                    <a:pt x="68" y="1617"/>
                  </a:lnTo>
                  <a:lnTo>
                    <a:pt x="102" y="1651"/>
                  </a:lnTo>
                  <a:lnTo>
                    <a:pt x="169" y="1684"/>
                  </a:lnTo>
                  <a:lnTo>
                    <a:pt x="236" y="1651"/>
                  </a:lnTo>
                  <a:lnTo>
                    <a:pt x="270" y="1617"/>
                  </a:lnTo>
                  <a:lnTo>
                    <a:pt x="270" y="1583"/>
                  </a:lnTo>
                  <a:lnTo>
                    <a:pt x="775" y="1617"/>
                  </a:lnTo>
                  <a:lnTo>
                    <a:pt x="1853" y="1617"/>
                  </a:lnTo>
                  <a:lnTo>
                    <a:pt x="2122" y="1583"/>
                  </a:lnTo>
                  <a:lnTo>
                    <a:pt x="2358" y="1516"/>
                  </a:lnTo>
                  <a:lnTo>
                    <a:pt x="2088" y="1449"/>
                  </a:lnTo>
                  <a:lnTo>
                    <a:pt x="1853" y="1415"/>
                  </a:lnTo>
                  <a:lnTo>
                    <a:pt x="203" y="1415"/>
                  </a:lnTo>
                  <a:lnTo>
                    <a:pt x="203" y="809"/>
                  </a:lnTo>
                  <a:lnTo>
                    <a:pt x="169" y="472"/>
                  </a:lnTo>
                  <a:lnTo>
                    <a:pt x="102" y="169"/>
                  </a:lnTo>
                  <a:lnTo>
                    <a:pt x="102" y="169"/>
                  </a:lnTo>
                  <a:lnTo>
                    <a:pt x="371" y="237"/>
                  </a:lnTo>
                  <a:lnTo>
                    <a:pt x="674" y="237"/>
                  </a:lnTo>
                  <a:lnTo>
                    <a:pt x="1213" y="203"/>
                  </a:lnTo>
                  <a:lnTo>
                    <a:pt x="1853" y="203"/>
                  </a:lnTo>
                  <a:lnTo>
                    <a:pt x="2492" y="169"/>
                  </a:lnTo>
                  <a:lnTo>
                    <a:pt x="2492" y="843"/>
                  </a:lnTo>
                  <a:lnTo>
                    <a:pt x="2526" y="1550"/>
                  </a:lnTo>
                  <a:lnTo>
                    <a:pt x="2560" y="1617"/>
                  </a:lnTo>
                  <a:lnTo>
                    <a:pt x="2627" y="1651"/>
                  </a:lnTo>
                  <a:lnTo>
                    <a:pt x="2694" y="1617"/>
                  </a:lnTo>
                  <a:lnTo>
                    <a:pt x="2728" y="1550"/>
                  </a:lnTo>
                  <a:lnTo>
                    <a:pt x="2694" y="809"/>
                  </a:lnTo>
                  <a:lnTo>
                    <a:pt x="2694" y="439"/>
                  </a:lnTo>
                  <a:lnTo>
                    <a:pt x="2661" y="68"/>
                  </a:lnTo>
                  <a:lnTo>
                    <a:pt x="2627" y="1"/>
                  </a:lnTo>
                  <a:lnTo>
                    <a:pt x="2560" y="1"/>
                  </a:lnTo>
                  <a:lnTo>
                    <a:pt x="2526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5614600" y="2536800"/>
              <a:ext cx="63150" cy="61475"/>
            </a:xfrm>
            <a:custGeom>
              <a:avLst/>
              <a:gdLst/>
              <a:ahLst/>
              <a:cxnLst/>
              <a:rect l="l" t="t" r="r" b="b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5579250" y="2345725"/>
              <a:ext cx="69025" cy="47175"/>
            </a:xfrm>
            <a:custGeom>
              <a:avLst/>
              <a:gdLst/>
              <a:ahLst/>
              <a:cxnLst/>
              <a:rect l="l" t="t" r="r" b="b"/>
              <a:pathLst>
                <a:path w="2761" h="1887" extrusionOk="0">
                  <a:moveTo>
                    <a:pt x="1381" y="1"/>
                  </a:moveTo>
                  <a:lnTo>
                    <a:pt x="707" y="34"/>
                  </a:lnTo>
                  <a:lnTo>
                    <a:pt x="404" y="68"/>
                  </a:lnTo>
                  <a:lnTo>
                    <a:pt x="68" y="135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68" y="607"/>
                  </a:lnTo>
                  <a:lnTo>
                    <a:pt x="68" y="876"/>
                  </a:lnTo>
                  <a:lnTo>
                    <a:pt x="34" y="1718"/>
                  </a:lnTo>
                  <a:lnTo>
                    <a:pt x="34" y="1752"/>
                  </a:lnTo>
                  <a:lnTo>
                    <a:pt x="68" y="1785"/>
                  </a:lnTo>
                  <a:lnTo>
                    <a:pt x="169" y="1785"/>
                  </a:lnTo>
                  <a:lnTo>
                    <a:pt x="505" y="1853"/>
                  </a:lnTo>
                  <a:lnTo>
                    <a:pt x="842" y="1886"/>
                  </a:lnTo>
                  <a:lnTo>
                    <a:pt x="1179" y="1853"/>
                  </a:lnTo>
                  <a:lnTo>
                    <a:pt x="1515" y="1819"/>
                  </a:lnTo>
                  <a:lnTo>
                    <a:pt x="2020" y="1785"/>
                  </a:lnTo>
                  <a:lnTo>
                    <a:pt x="2256" y="1752"/>
                  </a:lnTo>
                  <a:lnTo>
                    <a:pt x="2492" y="1651"/>
                  </a:lnTo>
                  <a:lnTo>
                    <a:pt x="2222" y="1583"/>
                  </a:lnTo>
                  <a:lnTo>
                    <a:pt x="1919" y="1583"/>
                  </a:lnTo>
                  <a:lnTo>
                    <a:pt x="1347" y="1651"/>
                  </a:lnTo>
                  <a:lnTo>
                    <a:pt x="505" y="1651"/>
                  </a:lnTo>
                  <a:lnTo>
                    <a:pt x="236" y="1684"/>
                  </a:lnTo>
                  <a:lnTo>
                    <a:pt x="236" y="1213"/>
                  </a:lnTo>
                  <a:lnTo>
                    <a:pt x="236" y="775"/>
                  </a:lnTo>
                  <a:lnTo>
                    <a:pt x="236" y="540"/>
                  </a:lnTo>
                  <a:lnTo>
                    <a:pt x="202" y="338"/>
                  </a:lnTo>
                  <a:lnTo>
                    <a:pt x="505" y="304"/>
                  </a:lnTo>
                  <a:lnTo>
                    <a:pt x="808" y="270"/>
                  </a:lnTo>
                  <a:lnTo>
                    <a:pt x="1414" y="270"/>
                  </a:lnTo>
                  <a:lnTo>
                    <a:pt x="2054" y="304"/>
                  </a:lnTo>
                  <a:lnTo>
                    <a:pt x="2357" y="270"/>
                  </a:lnTo>
                  <a:lnTo>
                    <a:pt x="2660" y="237"/>
                  </a:lnTo>
                  <a:lnTo>
                    <a:pt x="2593" y="573"/>
                  </a:lnTo>
                  <a:lnTo>
                    <a:pt x="2593" y="876"/>
                  </a:lnTo>
                  <a:lnTo>
                    <a:pt x="2525" y="1280"/>
                  </a:lnTo>
                  <a:lnTo>
                    <a:pt x="2525" y="1651"/>
                  </a:lnTo>
                  <a:lnTo>
                    <a:pt x="2559" y="1718"/>
                  </a:lnTo>
                  <a:lnTo>
                    <a:pt x="2660" y="1718"/>
                  </a:lnTo>
                  <a:lnTo>
                    <a:pt x="2694" y="1684"/>
                  </a:lnTo>
                  <a:lnTo>
                    <a:pt x="2727" y="1348"/>
                  </a:lnTo>
                  <a:lnTo>
                    <a:pt x="2727" y="1011"/>
                  </a:lnTo>
                  <a:lnTo>
                    <a:pt x="2761" y="607"/>
                  </a:lnTo>
                  <a:lnTo>
                    <a:pt x="2761" y="237"/>
                  </a:lnTo>
                  <a:lnTo>
                    <a:pt x="2727" y="169"/>
                  </a:lnTo>
                  <a:lnTo>
                    <a:pt x="2660" y="203"/>
                  </a:lnTo>
                  <a:lnTo>
                    <a:pt x="2357" y="102"/>
                  </a:lnTo>
                  <a:lnTo>
                    <a:pt x="2054" y="68"/>
                  </a:lnTo>
                  <a:lnTo>
                    <a:pt x="1717" y="3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5662575" y="2429900"/>
              <a:ext cx="11800" cy="20225"/>
            </a:xfrm>
            <a:custGeom>
              <a:avLst/>
              <a:gdLst/>
              <a:ahLst/>
              <a:cxnLst/>
              <a:rect l="l" t="t" r="r" b="b"/>
              <a:pathLst>
                <a:path w="472" h="809" extrusionOk="0">
                  <a:moveTo>
                    <a:pt x="303" y="203"/>
                  </a:moveTo>
                  <a:lnTo>
                    <a:pt x="303" y="304"/>
                  </a:lnTo>
                  <a:lnTo>
                    <a:pt x="270" y="405"/>
                  </a:lnTo>
                  <a:lnTo>
                    <a:pt x="202" y="337"/>
                  </a:lnTo>
                  <a:lnTo>
                    <a:pt x="169" y="270"/>
                  </a:lnTo>
                  <a:lnTo>
                    <a:pt x="169" y="203"/>
                  </a:lnTo>
                  <a:close/>
                  <a:moveTo>
                    <a:pt x="169" y="1"/>
                  </a:moveTo>
                  <a:lnTo>
                    <a:pt x="68" y="68"/>
                  </a:lnTo>
                  <a:lnTo>
                    <a:pt x="0" y="135"/>
                  </a:lnTo>
                  <a:lnTo>
                    <a:pt x="0" y="236"/>
                  </a:lnTo>
                  <a:lnTo>
                    <a:pt x="0" y="337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34" y="573"/>
                  </a:lnTo>
                  <a:lnTo>
                    <a:pt x="0" y="640"/>
                  </a:lnTo>
                  <a:lnTo>
                    <a:pt x="0" y="674"/>
                  </a:lnTo>
                  <a:lnTo>
                    <a:pt x="68" y="775"/>
                  </a:lnTo>
                  <a:lnTo>
                    <a:pt x="169" y="809"/>
                  </a:lnTo>
                  <a:lnTo>
                    <a:pt x="270" y="809"/>
                  </a:lnTo>
                  <a:lnTo>
                    <a:pt x="337" y="775"/>
                  </a:lnTo>
                  <a:lnTo>
                    <a:pt x="404" y="741"/>
                  </a:lnTo>
                  <a:lnTo>
                    <a:pt x="472" y="674"/>
                  </a:lnTo>
                  <a:lnTo>
                    <a:pt x="472" y="607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72" y="438"/>
                  </a:lnTo>
                  <a:lnTo>
                    <a:pt x="404" y="371"/>
                  </a:lnTo>
                  <a:lnTo>
                    <a:pt x="472" y="304"/>
                  </a:lnTo>
                  <a:lnTo>
                    <a:pt x="472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5697925" y="2489675"/>
              <a:ext cx="5925" cy="17700"/>
            </a:xfrm>
            <a:custGeom>
              <a:avLst/>
              <a:gdLst/>
              <a:ahLst/>
              <a:cxnLst/>
              <a:rect l="l" t="t" r="r" b="b"/>
              <a:pathLst>
                <a:path w="237" h="708" extrusionOk="0">
                  <a:moveTo>
                    <a:pt x="135" y="0"/>
                  </a:moveTo>
                  <a:lnTo>
                    <a:pt x="101" y="34"/>
                  </a:lnTo>
                  <a:lnTo>
                    <a:pt x="34" y="168"/>
                  </a:lnTo>
                  <a:lnTo>
                    <a:pt x="0" y="337"/>
                  </a:lnTo>
                  <a:lnTo>
                    <a:pt x="0" y="505"/>
                  </a:lnTo>
                  <a:lnTo>
                    <a:pt x="34" y="640"/>
                  </a:lnTo>
                  <a:lnTo>
                    <a:pt x="34" y="707"/>
                  </a:lnTo>
                  <a:lnTo>
                    <a:pt x="169" y="707"/>
                  </a:lnTo>
                  <a:lnTo>
                    <a:pt x="202" y="673"/>
                  </a:lnTo>
                  <a:lnTo>
                    <a:pt x="236" y="606"/>
                  </a:lnTo>
                  <a:lnTo>
                    <a:pt x="236" y="337"/>
                  </a:lnTo>
                  <a:lnTo>
                    <a:pt x="236" y="67"/>
                  </a:lnTo>
                  <a:lnTo>
                    <a:pt x="236" y="34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5733275" y="2429050"/>
              <a:ext cx="16025" cy="17700"/>
            </a:xfrm>
            <a:custGeom>
              <a:avLst/>
              <a:gdLst/>
              <a:ahLst/>
              <a:cxnLst/>
              <a:rect l="l" t="t" r="r" b="b"/>
              <a:pathLst>
                <a:path w="641" h="708" extrusionOk="0">
                  <a:moveTo>
                    <a:pt x="236" y="1"/>
                  </a:moveTo>
                  <a:lnTo>
                    <a:pt x="135" y="68"/>
                  </a:lnTo>
                  <a:lnTo>
                    <a:pt x="68" y="136"/>
                  </a:lnTo>
                  <a:lnTo>
                    <a:pt x="0" y="203"/>
                  </a:lnTo>
                  <a:lnTo>
                    <a:pt x="0" y="304"/>
                  </a:lnTo>
                  <a:lnTo>
                    <a:pt x="34" y="371"/>
                  </a:lnTo>
                  <a:lnTo>
                    <a:pt x="101" y="405"/>
                  </a:lnTo>
                  <a:lnTo>
                    <a:pt x="202" y="439"/>
                  </a:lnTo>
                  <a:lnTo>
                    <a:pt x="337" y="472"/>
                  </a:lnTo>
                  <a:lnTo>
                    <a:pt x="438" y="439"/>
                  </a:lnTo>
                  <a:lnTo>
                    <a:pt x="438" y="540"/>
                  </a:lnTo>
                  <a:lnTo>
                    <a:pt x="438" y="607"/>
                  </a:lnTo>
                  <a:lnTo>
                    <a:pt x="438" y="708"/>
                  </a:lnTo>
                  <a:lnTo>
                    <a:pt x="505" y="708"/>
                  </a:lnTo>
                  <a:lnTo>
                    <a:pt x="573" y="641"/>
                  </a:lnTo>
                  <a:lnTo>
                    <a:pt x="606" y="540"/>
                  </a:lnTo>
                  <a:lnTo>
                    <a:pt x="640" y="304"/>
                  </a:lnTo>
                  <a:lnTo>
                    <a:pt x="640" y="270"/>
                  </a:lnTo>
                  <a:lnTo>
                    <a:pt x="573" y="203"/>
                  </a:lnTo>
                  <a:lnTo>
                    <a:pt x="505" y="237"/>
                  </a:lnTo>
                  <a:lnTo>
                    <a:pt x="371" y="304"/>
                  </a:lnTo>
                  <a:lnTo>
                    <a:pt x="236" y="304"/>
                  </a:lnTo>
                  <a:lnTo>
                    <a:pt x="169" y="270"/>
                  </a:lnTo>
                  <a:lnTo>
                    <a:pt x="202" y="203"/>
                  </a:lnTo>
                  <a:lnTo>
                    <a:pt x="236" y="169"/>
                  </a:lnTo>
                  <a:lnTo>
                    <a:pt x="539" y="169"/>
                  </a:lnTo>
                  <a:lnTo>
                    <a:pt x="539" y="203"/>
                  </a:lnTo>
                  <a:lnTo>
                    <a:pt x="606" y="203"/>
                  </a:lnTo>
                  <a:lnTo>
                    <a:pt x="640" y="169"/>
                  </a:lnTo>
                  <a:lnTo>
                    <a:pt x="573" y="102"/>
                  </a:lnTo>
                  <a:lnTo>
                    <a:pt x="505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5639000" y="2395400"/>
              <a:ext cx="57275" cy="62300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6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4" y="472"/>
                  </a:lnTo>
                  <a:lnTo>
                    <a:pt x="2054" y="707"/>
                  </a:lnTo>
                  <a:lnTo>
                    <a:pt x="2054" y="1145"/>
                  </a:lnTo>
                  <a:lnTo>
                    <a:pt x="2054" y="1717"/>
                  </a:lnTo>
                  <a:lnTo>
                    <a:pt x="2054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5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6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6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6" y="68"/>
                  </a:lnTo>
                  <a:lnTo>
                    <a:pt x="2189" y="34"/>
                  </a:lnTo>
                  <a:lnTo>
                    <a:pt x="943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5364600" y="2609175"/>
              <a:ext cx="7600" cy="60650"/>
            </a:xfrm>
            <a:custGeom>
              <a:avLst/>
              <a:gdLst/>
              <a:ahLst/>
              <a:cxnLst/>
              <a:rect l="l" t="t" r="r" b="b"/>
              <a:pathLst>
                <a:path w="304" h="2426" extrusionOk="0">
                  <a:moveTo>
                    <a:pt x="102" y="1"/>
                  </a:moveTo>
                  <a:lnTo>
                    <a:pt x="68" y="35"/>
                  </a:lnTo>
                  <a:lnTo>
                    <a:pt x="35" y="304"/>
                  </a:lnTo>
                  <a:lnTo>
                    <a:pt x="1" y="573"/>
                  </a:lnTo>
                  <a:lnTo>
                    <a:pt x="35" y="1112"/>
                  </a:lnTo>
                  <a:lnTo>
                    <a:pt x="35" y="1752"/>
                  </a:lnTo>
                  <a:lnTo>
                    <a:pt x="68" y="2055"/>
                  </a:lnTo>
                  <a:lnTo>
                    <a:pt x="136" y="2358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8"/>
                  </a:lnTo>
                  <a:lnTo>
                    <a:pt x="304" y="2055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5672675" y="24652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5528750" y="2626850"/>
              <a:ext cx="19375" cy="22750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606" y="169"/>
                  </a:moveTo>
                  <a:lnTo>
                    <a:pt x="606" y="237"/>
                  </a:lnTo>
                  <a:lnTo>
                    <a:pt x="539" y="304"/>
                  </a:lnTo>
                  <a:lnTo>
                    <a:pt x="404" y="338"/>
                  </a:lnTo>
                  <a:lnTo>
                    <a:pt x="303" y="371"/>
                  </a:lnTo>
                  <a:lnTo>
                    <a:pt x="236" y="169"/>
                  </a:lnTo>
                  <a:close/>
                  <a:moveTo>
                    <a:pt x="505" y="506"/>
                  </a:moveTo>
                  <a:lnTo>
                    <a:pt x="572" y="540"/>
                  </a:lnTo>
                  <a:lnTo>
                    <a:pt x="606" y="573"/>
                  </a:lnTo>
                  <a:lnTo>
                    <a:pt x="539" y="674"/>
                  </a:lnTo>
                  <a:lnTo>
                    <a:pt x="505" y="708"/>
                  </a:lnTo>
                  <a:lnTo>
                    <a:pt x="438" y="742"/>
                  </a:lnTo>
                  <a:lnTo>
                    <a:pt x="303" y="708"/>
                  </a:lnTo>
                  <a:lnTo>
                    <a:pt x="303" y="540"/>
                  </a:lnTo>
                  <a:lnTo>
                    <a:pt x="337" y="540"/>
                  </a:lnTo>
                  <a:lnTo>
                    <a:pt x="505" y="506"/>
                  </a:lnTo>
                  <a:close/>
                  <a:moveTo>
                    <a:pt x="505" y="1"/>
                  </a:moveTo>
                  <a:lnTo>
                    <a:pt x="303" y="68"/>
                  </a:lnTo>
                  <a:lnTo>
                    <a:pt x="135" y="136"/>
                  </a:lnTo>
                  <a:lnTo>
                    <a:pt x="101" y="169"/>
                  </a:lnTo>
                  <a:lnTo>
                    <a:pt x="135" y="506"/>
                  </a:lnTo>
                  <a:lnTo>
                    <a:pt x="135" y="674"/>
                  </a:lnTo>
                  <a:lnTo>
                    <a:pt x="34" y="674"/>
                  </a:lnTo>
                  <a:lnTo>
                    <a:pt x="0" y="742"/>
                  </a:lnTo>
                  <a:lnTo>
                    <a:pt x="0" y="809"/>
                  </a:lnTo>
                  <a:lnTo>
                    <a:pt x="67" y="876"/>
                  </a:lnTo>
                  <a:lnTo>
                    <a:pt x="269" y="910"/>
                  </a:lnTo>
                  <a:lnTo>
                    <a:pt x="505" y="910"/>
                  </a:lnTo>
                  <a:lnTo>
                    <a:pt x="572" y="876"/>
                  </a:lnTo>
                  <a:lnTo>
                    <a:pt x="673" y="843"/>
                  </a:lnTo>
                  <a:lnTo>
                    <a:pt x="741" y="742"/>
                  </a:lnTo>
                  <a:lnTo>
                    <a:pt x="775" y="641"/>
                  </a:lnTo>
                  <a:lnTo>
                    <a:pt x="775" y="506"/>
                  </a:lnTo>
                  <a:lnTo>
                    <a:pt x="741" y="439"/>
                  </a:lnTo>
                  <a:lnTo>
                    <a:pt x="707" y="405"/>
                  </a:lnTo>
                  <a:lnTo>
                    <a:pt x="775" y="304"/>
                  </a:lnTo>
                  <a:lnTo>
                    <a:pt x="775" y="169"/>
                  </a:lnTo>
                  <a:lnTo>
                    <a:pt x="741" y="68"/>
                  </a:lnTo>
                  <a:lnTo>
                    <a:pt x="707" y="35"/>
                  </a:lnTo>
                  <a:lnTo>
                    <a:pt x="6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5705500" y="2394550"/>
              <a:ext cx="64825" cy="62300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135" y="1"/>
                  </a:moveTo>
                  <a:lnTo>
                    <a:pt x="101" y="34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0" y="1751"/>
                  </a:lnTo>
                  <a:lnTo>
                    <a:pt x="34" y="2054"/>
                  </a:lnTo>
                  <a:lnTo>
                    <a:pt x="101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2" y="102"/>
                  </a:lnTo>
                  <a:lnTo>
                    <a:pt x="202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5508550" y="26058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79" y="270"/>
                  </a:lnTo>
                  <a:lnTo>
                    <a:pt x="2357" y="236"/>
                  </a:lnTo>
                  <a:lnTo>
                    <a:pt x="2290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2" y="1886"/>
                  </a:lnTo>
                  <a:lnTo>
                    <a:pt x="2525" y="1313"/>
                  </a:lnTo>
                  <a:lnTo>
                    <a:pt x="2492" y="775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5436150" y="2606650"/>
              <a:ext cx="64850" cy="62325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2"/>
                  </a:lnTo>
                  <a:lnTo>
                    <a:pt x="34" y="2055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8"/>
                  </a:lnTo>
                  <a:lnTo>
                    <a:pt x="270" y="2055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7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8"/>
                  </a:lnTo>
                  <a:lnTo>
                    <a:pt x="2391" y="338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7"/>
                  </a:lnTo>
                  <a:lnTo>
                    <a:pt x="270" y="2358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9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9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1"/>
                  </a:lnTo>
                  <a:lnTo>
                    <a:pt x="2559" y="405"/>
                  </a:lnTo>
                  <a:lnTo>
                    <a:pt x="2526" y="136"/>
                  </a:lnTo>
                  <a:lnTo>
                    <a:pt x="2492" y="136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5461400" y="2627700"/>
              <a:ext cx="18550" cy="16850"/>
            </a:xfrm>
            <a:custGeom>
              <a:avLst/>
              <a:gdLst/>
              <a:ahLst/>
              <a:cxnLst/>
              <a:rect l="l" t="t" r="r" b="b"/>
              <a:pathLst>
                <a:path w="742" h="674" extrusionOk="0">
                  <a:moveTo>
                    <a:pt x="68" y="1"/>
                  </a:moveTo>
                  <a:lnTo>
                    <a:pt x="1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337"/>
                  </a:lnTo>
                  <a:lnTo>
                    <a:pt x="102" y="438"/>
                  </a:lnTo>
                  <a:lnTo>
                    <a:pt x="169" y="573"/>
                  </a:lnTo>
                  <a:lnTo>
                    <a:pt x="270" y="674"/>
                  </a:lnTo>
                  <a:lnTo>
                    <a:pt x="405" y="674"/>
                  </a:lnTo>
                  <a:lnTo>
                    <a:pt x="438" y="640"/>
                  </a:lnTo>
                  <a:lnTo>
                    <a:pt x="506" y="506"/>
                  </a:lnTo>
                  <a:lnTo>
                    <a:pt x="607" y="371"/>
                  </a:lnTo>
                  <a:lnTo>
                    <a:pt x="708" y="270"/>
                  </a:lnTo>
                  <a:lnTo>
                    <a:pt x="741" y="203"/>
                  </a:lnTo>
                  <a:lnTo>
                    <a:pt x="741" y="135"/>
                  </a:lnTo>
                  <a:lnTo>
                    <a:pt x="741" y="102"/>
                  </a:lnTo>
                  <a:lnTo>
                    <a:pt x="708" y="68"/>
                  </a:lnTo>
                  <a:lnTo>
                    <a:pt x="640" y="68"/>
                  </a:lnTo>
                  <a:lnTo>
                    <a:pt x="573" y="102"/>
                  </a:lnTo>
                  <a:lnTo>
                    <a:pt x="472" y="169"/>
                  </a:lnTo>
                  <a:lnTo>
                    <a:pt x="405" y="270"/>
                  </a:lnTo>
                  <a:lnTo>
                    <a:pt x="304" y="405"/>
                  </a:lnTo>
                  <a:lnTo>
                    <a:pt x="236" y="236"/>
                  </a:lnTo>
                  <a:lnTo>
                    <a:pt x="203" y="68"/>
                  </a:lnTo>
                  <a:lnTo>
                    <a:pt x="2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5727375" y="2678200"/>
              <a:ext cx="69900" cy="8450"/>
            </a:xfrm>
            <a:custGeom>
              <a:avLst/>
              <a:gdLst/>
              <a:ahLst/>
              <a:cxnLst/>
              <a:rect l="l" t="t" r="r" b="b"/>
              <a:pathLst>
                <a:path w="2796" h="338" extrusionOk="0">
                  <a:moveTo>
                    <a:pt x="337" y="1"/>
                  </a:moveTo>
                  <a:lnTo>
                    <a:pt x="169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135" y="203"/>
                  </a:lnTo>
                  <a:lnTo>
                    <a:pt x="304" y="236"/>
                  </a:lnTo>
                  <a:lnTo>
                    <a:pt x="607" y="270"/>
                  </a:lnTo>
                  <a:lnTo>
                    <a:pt x="1247" y="270"/>
                  </a:lnTo>
                  <a:lnTo>
                    <a:pt x="2021" y="337"/>
                  </a:lnTo>
                  <a:lnTo>
                    <a:pt x="2391" y="337"/>
                  </a:lnTo>
                  <a:lnTo>
                    <a:pt x="2762" y="270"/>
                  </a:lnTo>
                  <a:lnTo>
                    <a:pt x="2795" y="236"/>
                  </a:lnTo>
                  <a:lnTo>
                    <a:pt x="2762" y="169"/>
                  </a:lnTo>
                  <a:lnTo>
                    <a:pt x="2459" y="102"/>
                  </a:lnTo>
                  <a:lnTo>
                    <a:pt x="2122" y="68"/>
                  </a:lnTo>
                  <a:lnTo>
                    <a:pt x="1449" y="68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5886475" y="25384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35" y="1"/>
                  </a:moveTo>
                  <a:lnTo>
                    <a:pt x="101" y="34"/>
                  </a:lnTo>
                  <a:lnTo>
                    <a:pt x="67" y="304"/>
                  </a:lnTo>
                  <a:lnTo>
                    <a:pt x="67" y="573"/>
                  </a:lnTo>
                  <a:lnTo>
                    <a:pt x="67" y="1112"/>
                  </a:lnTo>
                  <a:lnTo>
                    <a:pt x="34" y="1718"/>
                  </a:lnTo>
                  <a:lnTo>
                    <a:pt x="0" y="2055"/>
                  </a:lnTo>
                  <a:lnTo>
                    <a:pt x="34" y="2358"/>
                  </a:lnTo>
                  <a:lnTo>
                    <a:pt x="67" y="2391"/>
                  </a:lnTo>
                  <a:lnTo>
                    <a:pt x="101" y="2425"/>
                  </a:lnTo>
                  <a:lnTo>
                    <a:pt x="135" y="2425"/>
                  </a:lnTo>
                  <a:lnTo>
                    <a:pt x="168" y="2358"/>
                  </a:lnTo>
                  <a:lnTo>
                    <a:pt x="236" y="2055"/>
                  </a:lnTo>
                  <a:lnTo>
                    <a:pt x="269" y="1752"/>
                  </a:lnTo>
                  <a:lnTo>
                    <a:pt x="269" y="1112"/>
                  </a:lnTo>
                  <a:lnTo>
                    <a:pt x="303" y="573"/>
                  </a:lnTo>
                  <a:lnTo>
                    <a:pt x="269" y="304"/>
                  </a:lnTo>
                  <a:lnTo>
                    <a:pt x="236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5470675" y="2536800"/>
              <a:ext cx="58100" cy="62300"/>
            </a:xfrm>
            <a:custGeom>
              <a:avLst/>
              <a:gdLst/>
              <a:ahLst/>
              <a:cxnLst/>
              <a:rect l="l" t="t" r="r" b="b"/>
              <a:pathLst>
                <a:path w="2324" h="2492" extrusionOk="0">
                  <a:moveTo>
                    <a:pt x="1852" y="0"/>
                  </a:moveTo>
                  <a:lnTo>
                    <a:pt x="1380" y="34"/>
                  </a:lnTo>
                  <a:lnTo>
                    <a:pt x="135" y="34"/>
                  </a:lnTo>
                  <a:lnTo>
                    <a:pt x="67" y="68"/>
                  </a:lnTo>
                  <a:lnTo>
                    <a:pt x="34" y="135"/>
                  </a:lnTo>
                  <a:lnTo>
                    <a:pt x="34" y="202"/>
                  </a:lnTo>
                  <a:lnTo>
                    <a:pt x="67" y="236"/>
                  </a:lnTo>
                  <a:lnTo>
                    <a:pt x="34" y="472"/>
                  </a:lnTo>
                  <a:lnTo>
                    <a:pt x="34" y="708"/>
                  </a:lnTo>
                  <a:lnTo>
                    <a:pt x="34" y="1145"/>
                  </a:lnTo>
                  <a:lnTo>
                    <a:pt x="0" y="1718"/>
                  </a:lnTo>
                  <a:lnTo>
                    <a:pt x="34" y="2021"/>
                  </a:lnTo>
                  <a:lnTo>
                    <a:pt x="34" y="2290"/>
                  </a:lnTo>
                  <a:lnTo>
                    <a:pt x="34" y="2357"/>
                  </a:lnTo>
                  <a:lnTo>
                    <a:pt x="34" y="2425"/>
                  </a:lnTo>
                  <a:lnTo>
                    <a:pt x="67" y="2492"/>
                  </a:lnTo>
                  <a:lnTo>
                    <a:pt x="1818" y="2492"/>
                  </a:lnTo>
                  <a:lnTo>
                    <a:pt x="2020" y="2458"/>
                  </a:lnTo>
                  <a:lnTo>
                    <a:pt x="2121" y="2391"/>
                  </a:lnTo>
                  <a:lnTo>
                    <a:pt x="2188" y="2324"/>
                  </a:lnTo>
                  <a:lnTo>
                    <a:pt x="2121" y="2256"/>
                  </a:lnTo>
                  <a:lnTo>
                    <a:pt x="2020" y="2223"/>
                  </a:lnTo>
                  <a:lnTo>
                    <a:pt x="1818" y="2189"/>
                  </a:lnTo>
                  <a:lnTo>
                    <a:pt x="1414" y="2223"/>
                  </a:lnTo>
                  <a:lnTo>
                    <a:pt x="236" y="2256"/>
                  </a:lnTo>
                  <a:lnTo>
                    <a:pt x="269" y="1987"/>
                  </a:lnTo>
                  <a:lnTo>
                    <a:pt x="269" y="1718"/>
                  </a:lnTo>
                  <a:lnTo>
                    <a:pt x="269" y="1145"/>
                  </a:lnTo>
                  <a:lnTo>
                    <a:pt x="269" y="708"/>
                  </a:lnTo>
                  <a:lnTo>
                    <a:pt x="269" y="472"/>
                  </a:lnTo>
                  <a:lnTo>
                    <a:pt x="236" y="270"/>
                  </a:lnTo>
                  <a:lnTo>
                    <a:pt x="1953" y="270"/>
                  </a:lnTo>
                  <a:lnTo>
                    <a:pt x="2155" y="202"/>
                  </a:lnTo>
                  <a:lnTo>
                    <a:pt x="2222" y="169"/>
                  </a:lnTo>
                  <a:lnTo>
                    <a:pt x="2323" y="101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5849425" y="2395400"/>
              <a:ext cx="64000" cy="61450"/>
            </a:xfrm>
            <a:custGeom>
              <a:avLst/>
              <a:gdLst/>
              <a:ahLst/>
              <a:cxnLst/>
              <a:rect l="l" t="t" r="r" b="b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6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7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39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7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8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59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8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5777875" y="2393700"/>
              <a:ext cx="63150" cy="68225"/>
            </a:xfrm>
            <a:custGeom>
              <a:avLst/>
              <a:gdLst/>
              <a:ahLst/>
              <a:cxnLst/>
              <a:rect l="l" t="t" r="r" b="b"/>
              <a:pathLst>
                <a:path w="2526" h="2729" extrusionOk="0">
                  <a:moveTo>
                    <a:pt x="203" y="169"/>
                  </a:moveTo>
                  <a:lnTo>
                    <a:pt x="742" y="237"/>
                  </a:lnTo>
                  <a:lnTo>
                    <a:pt x="1280" y="270"/>
                  </a:lnTo>
                  <a:lnTo>
                    <a:pt x="2358" y="237"/>
                  </a:lnTo>
                  <a:lnTo>
                    <a:pt x="2358" y="237"/>
                  </a:lnTo>
                  <a:lnTo>
                    <a:pt x="2290" y="775"/>
                  </a:lnTo>
                  <a:lnTo>
                    <a:pt x="2257" y="1348"/>
                  </a:lnTo>
                  <a:lnTo>
                    <a:pt x="2257" y="1886"/>
                  </a:lnTo>
                  <a:lnTo>
                    <a:pt x="2290" y="2425"/>
                  </a:lnTo>
                  <a:lnTo>
                    <a:pt x="2290" y="2459"/>
                  </a:lnTo>
                  <a:lnTo>
                    <a:pt x="2257" y="2459"/>
                  </a:lnTo>
                  <a:lnTo>
                    <a:pt x="2021" y="2425"/>
                  </a:lnTo>
                  <a:lnTo>
                    <a:pt x="809" y="2425"/>
                  </a:lnTo>
                  <a:lnTo>
                    <a:pt x="304" y="2391"/>
                  </a:lnTo>
                  <a:lnTo>
                    <a:pt x="237" y="1280"/>
                  </a:lnTo>
                  <a:lnTo>
                    <a:pt x="203" y="169"/>
                  </a:lnTo>
                  <a:close/>
                  <a:moveTo>
                    <a:pt x="742" y="1"/>
                  </a:moveTo>
                  <a:lnTo>
                    <a:pt x="169" y="35"/>
                  </a:lnTo>
                  <a:lnTo>
                    <a:pt x="136" y="35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775"/>
                  </a:lnTo>
                  <a:lnTo>
                    <a:pt x="1" y="1415"/>
                  </a:lnTo>
                  <a:lnTo>
                    <a:pt x="35" y="2021"/>
                  </a:lnTo>
                  <a:lnTo>
                    <a:pt x="102" y="2661"/>
                  </a:lnTo>
                  <a:lnTo>
                    <a:pt x="136" y="2694"/>
                  </a:lnTo>
                  <a:lnTo>
                    <a:pt x="169" y="2728"/>
                  </a:lnTo>
                  <a:lnTo>
                    <a:pt x="237" y="2728"/>
                  </a:lnTo>
                  <a:lnTo>
                    <a:pt x="304" y="2694"/>
                  </a:lnTo>
                  <a:lnTo>
                    <a:pt x="338" y="2661"/>
                  </a:lnTo>
                  <a:lnTo>
                    <a:pt x="338" y="2627"/>
                  </a:lnTo>
                  <a:lnTo>
                    <a:pt x="338" y="2560"/>
                  </a:lnTo>
                  <a:lnTo>
                    <a:pt x="809" y="2661"/>
                  </a:lnTo>
                  <a:lnTo>
                    <a:pt x="1314" y="2694"/>
                  </a:lnTo>
                  <a:lnTo>
                    <a:pt x="1819" y="2694"/>
                  </a:lnTo>
                  <a:lnTo>
                    <a:pt x="2055" y="2661"/>
                  </a:lnTo>
                  <a:lnTo>
                    <a:pt x="2257" y="2627"/>
                  </a:lnTo>
                  <a:lnTo>
                    <a:pt x="2324" y="2593"/>
                  </a:lnTo>
                  <a:lnTo>
                    <a:pt x="2324" y="2492"/>
                  </a:lnTo>
                  <a:lnTo>
                    <a:pt x="2358" y="2526"/>
                  </a:lnTo>
                  <a:lnTo>
                    <a:pt x="2391" y="2526"/>
                  </a:lnTo>
                  <a:lnTo>
                    <a:pt x="2459" y="2492"/>
                  </a:lnTo>
                  <a:lnTo>
                    <a:pt x="2459" y="2425"/>
                  </a:lnTo>
                  <a:lnTo>
                    <a:pt x="2492" y="1886"/>
                  </a:lnTo>
                  <a:lnTo>
                    <a:pt x="2526" y="1314"/>
                  </a:lnTo>
                  <a:lnTo>
                    <a:pt x="2492" y="775"/>
                  </a:lnTo>
                  <a:lnTo>
                    <a:pt x="2459" y="203"/>
                  </a:lnTo>
                  <a:lnTo>
                    <a:pt x="2492" y="169"/>
                  </a:lnTo>
                  <a:lnTo>
                    <a:pt x="2492" y="102"/>
                  </a:lnTo>
                  <a:lnTo>
                    <a:pt x="2459" y="35"/>
                  </a:lnTo>
                  <a:lnTo>
                    <a:pt x="1853" y="35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6053950" y="571425"/>
              <a:ext cx="7600" cy="11800"/>
            </a:xfrm>
            <a:custGeom>
              <a:avLst/>
              <a:gdLst/>
              <a:ahLst/>
              <a:cxnLst/>
              <a:rect l="l" t="t" r="r" b="b"/>
              <a:pathLst>
                <a:path w="304" h="472" extrusionOk="0">
                  <a:moveTo>
                    <a:pt x="169" y="1"/>
                  </a:moveTo>
                  <a:lnTo>
                    <a:pt x="102" y="34"/>
                  </a:lnTo>
                  <a:lnTo>
                    <a:pt x="35" y="203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68" y="438"/>
                  </a:lnTo>
                  <a:lnTo>
                    <a:pt x="102" y="472"/>
                  </a:lnTo>
                  <a:lnTo>
                    <a:pt x="169" y="438"/>
                  </a:lnTo>
                  <a:lnTo>
                    <a:pt x="203" y="405"/>
                  </a:lnTo>
                  <a:lnTo>
                    <a:pt x="237" y="270"/>
                  </a:lnTo>
                  <a:lnTo>
                    <a:pt x="304" y="102"/>
                  </a:lnTo>
                  <a:lnTo>
                    <a:pt x="304" y="34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5384800" y="24677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5" y="304"/>
                  </a:lnTo>
                  <a:lnTo>
                    <a:pt x="1" y="573"/>
                  </a:lnTo>
                  <a:lnTo>
                    <a:pt x="35" y="1112"/>
                  </a:lnTo>
                  <a:lnTo>
                    <a:pt x="35" y="1751"/>
                  </a:lnTo>
                  <a:lnTo>
                    <a:pt x="68" y="2054"/>
                  </a:lnTo>
                  <a:lnTo>
                    <a:pt x="136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5456350" y="2465250"/>
              <a:ext cx="64850" cy="62325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5397425" y="2535950"/>
              <a:ext cx="64850" cy="62325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2391" y="1"/>
                  </a:moveTo>
                  <a:lnTo>
                    <a:pt x="2391" y="34"/>
                  </a:lnTo>
                  <a:lnTo>
                    <a:pt x="2391" y="102"/>
                  </a:lnTo>
                  <a:lnTo>
                    <a:pt x="2021" y="68"/>
                  </a:lnTo>
                  <a:lnTo>
                    <a:pt x="1651" y="68"/>
                  </a:lnTo>
                  <a:lnTo>
                    <a:pt x="910" y="102"/>
                  </a:lnTo>
                  <a:lnTo>
                    <a:pt x="506" y="68"/>
                  </a:lnTo>
                  <a:lnTo>
                    <a:pt x="304" y="68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35" y="405"/>
                  </a:lnTo>
                  <a:lnTo>
                    <a:pt x="1" y="640"/>
                  </a:lnTo>
                  <a:lnTo>
                    <a:pt x="35" y="1179"/>
                  </a:lnTo>
                  <a:lnTo>
                    <a:pt x="35" y="2391"/>
                  </a:lnTo>
                  <a:lnTo>
                    <a:pt x="68" y="2459"/>
                  </a:lnTo>
                  <a:lnTo>
                    <a:pt x="136" y="2492"/>
                  </a:lnTo>
                  <a:lnTo>
                    <a:pt x="203" y="2492"/>
                  </a:lnTo>
                  <a:lnTo>
                    <a:pt x="237" y="2459"/>
                  </a:lnTo>
                  <a:lnTo>
                    <a:pt x="506" y="2492"/>
                  </a:lnTo>
                  <a:lnTo>
                    <a:pt x="2122" y="2492"/>
                  </a:lnTo>
                  <a:lnTo>
                    <a:pt x="2257" y="2425"/>
                  </a:lnTo>
                  <a:lnTo>
                    <a:pt x="2324" y="2358"/>
                  </a:lnTo>
                  <a:lnTo>
                    <a:pt x="2223" y="2257"/>
                  </a:lnTo>
                  <a:lnTo>
                    <a:pt x="2088" y="2223"/>
                  </a:lnTo>
                  <a:lnTo>
                    <a:pt x="1954" y="2189"/>
                  </a:lnTo>
                  <a:lnTo>
                    <a:pt x="1819" y="2189"/>
                  </a:lnTo>
                  <a:lnTo>
                    <a:pt x="1213" y="2223"/>
                  </a:lnTo>
                  <a:lnTo>
                    <a:pt x="742" y="2189"/>
                  </a:lnTo>
                  <a:lnTo>
                    <a:pt x="472" y="2189"/>
                  </a:lnTo>
                  <a:lnTo>
                    <a:pt x="270" y="2223"/>
                  </a:lnTo>
                  <a:lnTo>
                    <a:pt x="237" y="1011"/>
                  </a:lnTo>
                  <a:lnTo>
                    <a:pt x="237" y="674"/>
                  </a:lnTo>
                  <a:lnTo>
                    <a:pt x="203" y="506"/>
                  </a:lnTo>
                  <a:lnTo>
                    <a:pt x="169" y="337"/>
                  </a:lnTo>
                  <a:lnTo>
                    <a:pt x="237" y="337"/>
                  </a:lnTo>
                  <a:lnTo>
                    <a:pt x="270" y="304"/>
                  </a:lnTo>
                  <a:lnTo>
                    <a:pt x="304" y="270"/>
                  </a:lnTo>
                  <a:lnTo>
                    <a:pt x="2122" y="270"/>
                  </a:lnTo>
                  <a:lnTo>
                    <a:pt x="2358" y="236"/>
                  </a:lnTo>
                  <a:lnTo>
                    <a:pt x="2358" y="674"/>
                  </a:lnTo>
                  <a:lnTo>
                    <a:pt x="2358" y="1112"/>
                  </a:lnTo>
                  <a:lnTo>
                    <a:pt x="2324" y="1718"/>
                  </a:lnTo>
                  <a:lnTo>
                    <a:pt x="2324" y="2055"/>
                  </a:lnTo>
                  <a:lnTo>
                    <a:pt x="2324" y="2358"/>
                  </a:lnTo>
                  <a:lnTo>
                    <a:pt x="2358" y="2425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60" y="2055"/>
                  </a:lnTo>
                  <a:lnTo>
                    <a:pt x="2593" y="1752"/>
                  </a:lnTo>
                  <a:lnTo>
                    <a:pt x="2593" y="1112"/>
                  </a:lnTo>
                  <a:lnTo>
                    <a:pt x="2593" y="573"/>
                  </a:lnTo>
                  <a:lnTo>
                    <a:pt x="2560" y="304"/>
                  </a:lnTo>
                  <a:lnTo>
                    <a:pt x="2492" y="34"/>
                  </a:lnTo>
                  <a:lnTo>
                    <a:pt x="24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479075" y="2489675"/>
              <a:ext cx="21925" cy="17700"/>
            </a:xfrm>
            <a:custGeom>
              <a:avLst/>
              <a:gdLst/>
              <a:ahLst/>
              <a:cxnLst/>
              <a:rect l="l" t="t" r="r" b="b"/>
              <a:pathLst>
                <a:path w="877" h="708" extrusionOk="0">
                  <a:moveTo>
                    <a:pt x="34" y="0"/>
                  </a:moveTo>
                  <a:lnTo>
                    <a:pt x="1" y="34"/>
                  </a:lnTo>
                  <a:lnTo>
                    <a:pt x="1" y="67"/>
                  </a:lnTo>
                  <a:lnTo>
                    <a:pt x="34" y="101"/>
                  </a:lnTo>
                  <a:lnTo>
                    <a:pt x="135" y="168"/>
                  </a:lnTo>
                  <a:lnTo>
                    <a:pt x="236" y="202"/>
                  </a:lnTo>
                  <a:lnTo>
                    <a:pt x="169" y="404"/>
                  </a:lnTo>
                  <a:lnTo>
                    <a:pt x="135" y="606"/>
                  </a:lnTo>
                  <a:lnTo>
                    <a:pt x="169" y="673"/>
                  </a:lnTo>
                  <a:lnTo>
                    <a:pt x="203" y="707"/>
                  </a:lnTo>
                  <a:lnTo>
                    <a:pt x="270" y="707"/>
                  </a:lnTo>
                  <a:lnTo>
                    <a:pt x="304" y="640"/>
                  </a:lnTo>
                  <a:lnTo>
                    <a:pt x="371" y="438"/>
                  </a:lnTo>
                  <a:lnTo>
                    <a:pt x="405" y="202"/>
                  </a:lnTo>
                  <a:lnTo>
                    <a:pt x="438" y="236"/>
                  </a:lnTo>
                  <a:lnTo>
                    <a:pt x="741" y="236"/>
                  </a:lnTo>
                  <a:lnTo>
                    <a:pt x="842" y="202"/>
                  </a:lnTo>
                  <a:lnTo>
                    <a:pt x="876" y="168"/>
                  </a:lnTo>
                  <a:lnTo>
                    <a:pt x="876" y="101"/>
                  </a:lnTo>
                  <a:lnTo>
                    <a:pt x="876" y="67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5369650" y="2607500"/>
              <a:ext cx="57275" cy="62325"/>
            </a:xfrm>
            <a:custGeom>
              <a:avLst/>
              <a:gdLst/>
              <a:ahLst/>
              <a:cxnLst/>
              <a:rect l="l" t="t" r="r" b="b"/>
              <a:pathLst>
                <a:path w="2291" h="2493" extrusionOk="0">
                  <a:moveTo>
                    <a:pt x="237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8"/>
                  </a:lnTo>
                  <a:lnTo>
                    <a:pt x="2055" y="1145"/>
                  </a:lnTo>
                  <a:lnTo>
                    <a:pt x="2055" y="1718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3"/>
                  </a:lnTo>
                  <a:lnTo>
                    <a:pt x="506" y="2189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136" y="2324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5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1"/>
                  </a:lnTo>
                  <a:lnTo>
                    <a:pt x="2290" y="1718"/>
                  </a:lnTo>
                  <a:lnTo>
                    <a:pt x="2290" y="1145"/>
                  </a:lnTo>
                  <a:lnTo>
                    <a:pt x="2290" y="708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3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5422675" y="2558675"/>
              <a:ext cx="18550" cy="26975"/>
            </a:xfrm>
            <a:custGeom>
              <a:avLst/>
              <a:gdLst/>
              <a:ahLst/>
              <a:cxnLst/>
              <a:rect l="l" t="t" r="r" b="b"/>
              <a:pathLst>
                <a:path w="742" h="1079" extrusionOk="0">
                  <a:moveTo>
                    <a:pt x="540" y="1"/>
                  </a:moveTo>
                  <a:lnTo>
                    <a:pt x="371" y="35"/>
                  </a:lnTo>
                  <a:lnTo>
                    <a:pt x="136" y="35"/>
                  </a:lnTo>
                  <a:lnTo>
                    <a:pt x="102" y="68"/>
                  </a:lnTo>
                  <a:lnTo>
                    <a:pt x="35" y="68"/>
                  </a:lnTo>
                  <a:lnTo>
                    <a:pt x="1" y="136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36" y="1011"/>
                  </a:lnTo>
                  <a:lnTo>
                    <a:pt x="169" y="1078"/>
                  </a:lnTo>
                  <a:lnTo>
                    <a:pt x="237" y="1078"/>
                  </a:lnTo>
                  <a:lnTo>
                    <a:pt x="304" y="1045"/>
                  </a:lnTo>
                  <a:lnTo>
                    <a:pt x="338" y="977"/>
                  </a:lnTo>
                  <a:lnTo>
                    <a:pt x="304" y="607"/>
                  </a:lnTo>
                  <a:lnTo>
                    <a:pt x="371" y="641"/>
                  </a:lnTo>
                  <a:lnTo>
                    <a:pt x="472" y="607"/>
                  </a:lnTo>
                  <a:lnTo>
                    <a:pt x="573" y="573"/>
                  </a:lnTo>
                  <a:lnTo>
                    <a:pt x="607" y="540"/>
                  </a:lnTo>
                  <a:lnTo>
                    <a:pt x="607" y="506"/>
                  </a:lnTo>
                  <a:lnTo>
                    <a:pt x="573" y="439"/>
                  </a:lnTo>
                  <a:lnTo>
                    <a:pt x="506" y="439"/>
                  </a:lnTo>
                  <a:lnTo>
                    <a:pt x="338" y="472"/>
                  </a:lnTo>
                  <a:lnTo>
                    <a:pt x="270" y="506"/>
                  </a:lnTo>
                  <a:lnTo>
                    <a:pt x="237" y="237"/>
                  </a:lnTo>
                  <a:lnTo>
                    <a:pt x="540" y="237"/>
                  </a:lnTo>
                  <a:lnTo>
                    <a:pt x="641" y="203"/>
                  </a:lnTo>
                  <a:lnTo>
                    <a:pt x="708" y="169"/>
                  </a:lnTo>
                  <a:lnTo>
                    <a:pt x="742" y="136"/>
                  </a:lnTo>
                  <a:lnTo>
                    <a:pt x="742" y="68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5489175" y="2395400"/>
              <a:ext cx="64000" cy="61450"/>
            </a:xfrm>
            <a:custGeom>
              <a:avLst/>
              <a:gdLst/>
              <a:ahLst/>
              <a:cxnLst/>
              <a:rect l="l" t="t" r="r" b="b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6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7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39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5389025" y="2629375"/>
              <a:ext cx="16850" cy="16025"/>
            </a:xfrm>
            <a:custGeom>
              <a:avLst/>
              <a:gdLst/>
              <a:ahLst/>
              <a:cxnLst/>
              <a:rect l="l" t="t" r="r" b="b"/>
              <a:pathLst>
                <a:path w="674" h="641" extrusionOk="0">
                  <a:moveTo>
                    <a:pt x="270" y="1"/>
                  </a:moveTo>
                  <a:lnTo>
                    <a:pt x="169" y="68"/>
                  </a:lnTo>
                  <a:lnTo>
                    <a:pt x="101" y="136"/>
                  </a:lnTo>
                  <a:lnTo>
                    <a:pt x="34" y="203"/>
                  </a:lnTo>
                  <a:lnTo>
                    <a:pt x="0" y="304"/>
                  </a:lnTo>
                  <a:lnTo>
                    <a:pt x="34" y="405"/>
                  </a:lnTo>
                  <a:lnTo>
                    <a:pt x="68" y="506"/>
                  </a:lnTo>
                  <a:lnTo>
                    <a:pt x="169" y="573"/>
                  </a:lnTo>
                  <a:lnTo>
                    <a:pt x="270" y="607"/>
                  </a:lnTo>
                  <a:lnTo>
                    <a:pt x="371" y="641"/>
                  </a:lnTo>
                  <a:lnTo>
                    <a:pt x="472" y="607"/>
                  </a:lnTo>
                  <a:lnTo>
                    <a:pt x="539" y="540"/>
                  </a:lnTo>
                  <a:lnTo>
                    <a:pt x="606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472" y="371"/>
                  </a:lnTo>
                  <a:lnTo>
                    <a:pt x="404" y="405"/>
                  </a:lnTo>
                  <a:lnTo>
                    <a:pt x="303" y="405"/>
                  </a:lnTo>
                  <a:lnTo>
                    <a:pt x="236" y="371"/>
                  </a:lnTo>
                  <a:lnTo>
                    <a:pt x="202" y="338"/>
                  </a:lnTo>
                  <a:lnTo>
                    <a:pt x="202" y="304"/>
                  </a:lnTo>
                  <a:lnTo>
                    <a:pt x="236" y="237"/>
                  </a:lnTo>
                  <a:lnTo>
                    <a:pt x="270" y="203"/>
                  </a:lnTo>
                  <a:lnTo>
                    <a:pt x="404" y="169"/>
                  </a:lnTo>
                  <a:lnTo>
                    <a:pt x="505" y="169"/>
                  </a:lnTo>
                  <a:lnTo>
                    <a:pt x="640" y="136"/>
                  </a:lnTo>
                  <a:lnTo>
                    <a:pt x="674" y="136"/>
                  </a:lnTo>
                  <a:lnTo>
                    <a:pt x="674" y="68"/>
                  </a:lnTo>
                  <a:lnTo>
                    <a:pt x="573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5389850" y="2466100"/>
              <a:ext cx="57275" cy="62300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7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7"/>
                  </a:lnTo>
                  <a:lnTo>
                    <a:pt x="2055" y="1145"/>
                  </a:lnTo>
                  <a:lnTo>
                    <a:pt x="2055" y="1717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6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410900" y="2488825"/>
              <a:ext cx="14325" cy="21900"/>
            </a:xfrm>
            <a:custGeom>
              <a:avLst/>
              <a:gdLst/>
              <a:ahLst/>
              <a:cxnLst/>
              <a:rect l="l" t="t" r="r" b="b"/>
              <a:pathLst>
                <a:path w="573" h="876" extrusionOk="0">
                  <a:moveTo>
                    <a:pt x="371" y="169"/>
                  </a:moveTo>
                  <a:lnTo>
                    <a:pt x="337" y="303"/>
                  </a:lnTo>
                  <a:lnTo>
                    <a:pt x="270" y="371"/>
                  </a:lnTo>
                  <a:lnTo>
                    <a:pt x="203" y="404"/>
                  </a:lnTo>
                  <a:lnTo>
                    <a:pt x="169" y="438"/>
                  </a:lnTo>
                  <a:lnTo>
                    <a:pt x="169" y="337"/>
                  </a:lnTo>
                  <a:lnTo>
                    <a:pt x="203" y="270"/>
                  </a:lnTo>
                  <a:lnTo>
                    <a:pt x="236" y="236"/>
                  </a:lnTo>
                  <a:lnTo>
                    <a:pt x="304" y="169"/>
                  </a:lnTo>
                  <a:close/>
                  <a:moveTo>
                    <a:pt x="405" y="0"/>
                  </a:moveTo>
                  <a:lnTo>
                    <a:pt x="236" y="34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337"/>
                  </a:lnTo>
                  <a:lnTo>
                    <a:pt x="1" y="472"/>
                  </a:lnTo>
                  <a:lnTo>
                    <a:pt x="34" y="741"/>
                  </a:lnTo>
                  <a:lnTo>
                    <a:pt x="68" y="808"/>
                  </a:lnTo>
                  <a:lnTo>
                    <a:pt x="102" y="808"/>
                  </a:lnTo>
                  <a:lnTo>
                    <a:pt x="135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03" y="674"/>
                  </a:lnTo>
                  <a:lnTo>
                    <a:pt x="270" y="775"/>
                  </a:lnTo>
                  <a:lnTo>
                    <a:pt x="371" y="842"/>
                  </a:lnTo>
                  <a:lnTo>
                    <a:pt x="472" y="876"/>
                  </a:lnTo>
                  <a:lnTo>
                    <a:pt x="539" y="876"/>
                  </a:lnTo>
                  <a:lnTo>
                    <a:pt x="573" y="808"/>
                  </a:lnTo>
                  <a:lnTo>
                    <a:pt x="573" y="741"/>
                  </a:lnTo>
                  <a:lnTo>
                    <a:pt x="506" y="674"/>
                  </a:lnTo>
                  <a:lnTo>
                    <a:pt x="405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73" y="270"/>
                  </a:lnTo>
                  <a:lnTo>
                    <a:pt x="573" y="169"/>
                  </a:lnTo>
                  <a:lnTo>
                    <a:pt x="573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5671000" y="2627700"/>
              <a:ext cx="23575" cy="21075"/>
            </a:xfrm>
            <a:custGeom>
              <a:avLst/>
              <a:gdLst/>
              <a:ahLst/>
              <a:cxnLst/>
              <a:rect l="l" t="t" r="r" b="b"/>
              <a:pathLst>
                <a:path w="943" h="843" extrusionOk="0">
                  <a:moveTo>
                    <a:pt x="67" y="1"/>
                  </a:moveTo>
                  <a:lnTo>
                    <a:pt x="34" y="34"/>
                  </a:lnTo>
                  <a:lnTo>
                    <a:pt x="0" y="102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40"/>
                  </a:lnTo>
                  <a:lnTo>
                    <a:pt x="337" y="674"/>
                  </a:lnTo>
                  <a:lnTo>
                    <a:pt x="438" y="674"/>
                  </a:lnTo>
                  <a:lnTo>
                    <a:pt x="471" y="640"/>
                  </a:lnTo>
                  <a:lnTo>
                    <a:pt x="673" y="438"/>
                  </a:lnTo>
                  <a:lnTo>
                    <a:pt x="707" y="607"/>
                  </a:lnTo>
                  <a:lnTo>
                    <a:pt x="774" y="775"/>
                  </a:lnTo>
                  <a:lnTo>
                    <a:pt x="808" y="842"/>
                  </a:lnTo>
                  <a:lnTo>
                    <a:pt x="875" y="809"/>
                  </a:lnTo>
                  <a:lnTo>
                    <a:pt x="943" y="775"/>
                  </a:lnTo>
                  <a:lnTo>
                    <a:pt x="943" y="674"/>
                  </a:lnTo>
                  <a:lnTo>
                    <a:pt x="875" y="573"/>
                  </a:lnTo>
                  <a:lnTo>
                    <a:pt x="875" y="438"/>
                  </a:lnTo>
                  <a:lnTo>
                    <a:pt x="875" y="304"/>
                  </a:lnTo>
                  <a:lnTo>
                    <a:pt x="875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34"/>
                  </a:lnTo>
                  <a:lnTo>
                    <a:pt x="707" y="68"/>
                  </a:lnTo>
                  <a:lnTo>
                    <a:pt x="404" y="405"/>
                  </a:lnTo>
                  <a:lnTo>
                    <a:pt x="202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5347775" y="2557000"/>
              <a:ext cx="19375" cy="26950"/>
            </a:xfrm>
            <a:custGeom>
              <a:avLst/>
              <a:gdLst/>
              <a:ahLst/>
              <a:cxnLst/>
              <a:rect l="l" t="t" r="r" b="b"/>
              <a:pathLst>
                <a:path w="775" h="1078" extrusionOk="0">
                  <a:moveTo>
                    <a:pt x="472" y="270"/>
                  </a:moveTo>
                  <a:lnTo>
                    <a:pt x="573" y="304"/>
                  </a:lnTo>
                  <a:lnTo>
                    <a:pt x="640" y="371"/>
                  </a:lnTo>
                  <a:lnTo>
                    <a:pt x="640" y="472"/>
                  </a:lnTo>
                  <a:lnTo>
                    <a:pt x="640" y="640"/>
                  </a:lnTo>
                  <a:lnTo>
                    <a:pt x="573" y="708"/>
                  </a:lnTo>
                  <a:lnTo>
                    <a:pt x="506" y="775"/>
                  </a:lnTo>
                  <a:lnTo>
                    <a:pt x="438" y="842"/>
                  </a:lnTo>
                  <a:lnTo>
                    <a:pt x="337" y="876"/>
                  </a:lnTo>
                  <a:lnTo>
                    <a:pt x="304" y="876"/>
                  </a:lnTo>
                  <a:lnTo>
                    <a:pt x="304" y="472"/>
                  </a:lnTo>
                  <a:lnTo>
                    <a:pt x="337" y="270"/>
                  </a:lnTo>
                  <a:close/>
                  <a:moveTo>
                    <a:pt x="304" y="1"/>
                  </a:moveTo>
                  <a:lnTo>
                    <a:pt x="236" y="68"/>
                  </a:lnTo>
                  <a:lnTo>
                    <a:pt x="203" y="169"/>
                  </a:lnTo>
                  <a:lnTo>
                    <a:pt x="135" y="405"/>
                  </a:lnTo>
                  <a:lnTo>
                    <a:pt x="102" y="640"/>
                  </a:lnTo>
                  <a:lnTo>
                    <a:pt x="135" y="876"/>
                  </a:lnTo>
                  <a:lnTo>
                    <a:pt x="34" y="910"/>
                  </a:lnTo>
                  <a:lnTo>
                    <a:pt x="1" y="910"/>
                  </a:lnTo>
                  <a:lnTo>
                    <a:pt x="1" y="977"/>
                  </a:lnTo>
                  <a:lnTo>
                    <a:pt x="1" y="1011"/>
                  </a:lnTo>
                  <a:lnTo>
                    <a:pt x="34" y="1044"/>
                  </a:lnTo>
                  <a:lnTo>
                    <a:pt x="135" y="1078"/>
                  </a:lnTo>
                  <a:lnTo>
                    <a:pt x="236" y="1078"/>
                  </a:lnTo>
                  <a:lnTo>
                    <a:pt x="337" y="1044"/>
                  </a:lnTo>
                  <a:lnTo>
                    <a:pt x="472" y="1011"/>
                  </a:lnTo>
                  <a:lnTo>
                    <a:pt x="640" y="842"/>
                  </a:lnTo>
                  <a:lnTo>
                    <a:pt x="708" y="741"/>
                  </a:lnTo>
                  <a:lnTo>
                    <a:pt x="775" y="674"/>
                  </a:lnTo>
                  <a:lnTo>
                    <a:pt x="775" y="573"/>
                  </a:lnTo>
                  <a:lnTo>
                    <a:pt x="775" y="438"/>
                  </a:lnTo>
                  <a:lnTo>
                    <a:pt x="741" y="337"/>
                  </a:lnTo>
                  <a:lnTo>
                    <a:pt x="708" y="236"/>
                  </a:lnTo>
                  <a:lnTo>
                    <a:pt x="640" y="203"/>
                  </a:lnTo>
                  <a:lnTo>
                    <a:pt x="539" y="169"/>
                  </a:lnTo>
                  <a:lnTo>
                    <a:pt x="337" y="169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5219825" y="2607500"/>
              <a:ext cx="64000" cy="61475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3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4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5"/>
                  </a:lnTo>
                  <a:lnTo>
                    <a:pt x="1280" y="2425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5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26" y="2122"/>
                  </a:lnTo>
                  <a:lnTo>
                    <a:pt x="2560" y="1852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5652475" y="26066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5"/>
                  </a:lnTo>
                  <a:lnTo>
                    <a:pt x="337" y="68"/>
                  </a:lnTo>
                  <a:lnTo>
                    <a:pt x="236" y="136"/>
                  </a:lnTo>
                  <a:lnTo>
                    <a:pt x="303" y="203"/>
                  </a:lnTo>
                  <a:lnTo>
                    <a:pt x="404" y="237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8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6"/>
                  </a:lnTo>
                  <a:lnTo>
                    <a:pt x="2357" y="1684"/>
                  </a:lnTo>
                  <a:lnTo>
                    <a:pt x="2357" y="1954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2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6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3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9"/>
                  </a:lnTo>
                  <a:lnTo>
                    <a:pt x="270" y="2459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9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9"/>
                  </a:lnTo>
                  <a:lnTo>
                    <a:pt x="2458" y="2425"/>
                  </a:lnTo>
                  <a:lnTo>
                    <a:pt x="2492" y="2459"/>
                  </a:lnTo>
                  <a:lnTo>
                    <a:pt x="2525" y="2459"/>
                  </a:lnTo>
                  <a:lnTo>
                    <a:pt x="2559" y="2425"/>
                  </a:lnTo>
                  <a:lnTo>
                    <a:pt x="2593" y="2156"/>
                  </a:lnTo>
                  <a:lnTo>
                    <a:pt x="2593" y="1886"/>
                  </a:lnTo>
                  <a:lnTo>
                    <a:pt x="2593" y="1348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5"/>
                  </a:lnTo>
                  <a:lnTo>
                    <a:pt x="2458" y="35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5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326725" y="25351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324" y="168"/>
                  </a:moveTo>
                  <a:lnTo>
                    <a:pt x="2257" y="1280"/>
                  </a:lnTo>
                  <a:lnTo>
                    <a:pt x="2223" y="2391"/>
                  </a:lnTo>
                  <a:lnTo>
                    <a:pt x="1718" y="2424"/>
                  </a:lnTo>
                  <a:lnTo>
                    <a:pt x="506" y="2424"/>
                  </a:lnTo>
                  <a:lnTo>
                    <a:pt x="270" y="2458"/>
                  </a:lnTo>
                  <a:lnTo>
                    <a:pt x="236" y="2458"/>
                  </a:lnTo>
                  <a:lnTo>
                    <a:pt x="236" y="2424"/>
                  </a:lnTo>
                  <a:lnTo>
                    <a:pt x="270" y="1886"/>
                  </a:lnTo>
                  <a:lnTo>
                    <a:pt x="270" y="1347"/>
                  </a:lnTo>
                  <a:lnTo>
                    <a:pt x="236" y="775"/>
                  </a:lnTo>
                  <a:lnTo>
                    <a:pt x="169" y="236"/>
                  </a:lnTo>
                  <a:lnTo>
                    <a:pt x="1247" y="269"/>
                  </a:lnTo>
                  <a:lnTo>
                    <a:pt x="1785" y="236"/>
                  </a:lnTo>
                  <a:lnTo>
                    <a:pt x="2324" y="168"/>
                  </a:lnTo>
                  <a:close/>
                  <a:moveTo>
                    <a:pt x="1247" y="0"/>
                  </a:moveTo>
                  <a:lnTo>
                    <a:pt x="674" y="34"/>
                  </a:lnTo>
                  <a:lnTo>
                    <a:pt x="68" y="34"/>
                  </a:lnTo>
                  <a:lnTo>
                    <a:pt x="34" y="101"/>
                  </a:lnTo>
                  <a:lnTo>
                    <a:pt x="34" y="168"/>
                  </a:lnTo>
                  <a:lnTo>
                    <a:pt x="68" y="202"/>
                  </a:lnTo>
                  <a:lnTo>
                    <a:pt x="34" y="775"/>
                  </a:lnTo>
                  <a:lnTo>
                    <a:pt x="1" y="1313"/>
                  </a:lnTo>
                  <a:lnTo>
                    <a:pt x="34" y="1886"/>
                  </a:lnTo>
                  <a:lnTo>
                    <a:pt x="68" y="2424"/>
                  </a:lnTo>
                  <a:lnTo>
                    <a:pt x="68" y="2492"/>
                  </a:lnTo>
                  <a:lnTo>
                    <a:pt x="102" y="2525"/>
                  </a:lnTo>
                  <a:lnTo>
                    <a:pt x="169" y="2525"/>
                  </a:lnTo>
                  <a:lnTo>
                    <a:pt x="203" y="2492"/>
                  </a:lnTo>
                  <a:lnTo>
                    <a:pt x="203" y="2593"/>
                  </a:lnTo>
                  <a:lnTo>
                    <a:pt x="270" y="2626"/>
                  </a:lnTo>
                  <a:lnTo>
                    <a:pt x="472" y="2660"/>
                  </a:lnTo>
                  <a:lnTo>
                    <a:pt x="708" y="2694"/>
                  </a:lnTo>
                  <a:lnTo>
                    <a:pt x="1213" y="2694"/>
                  </a:lnTo>
                  <a:lnTo>
                    <a:pt x="1718" y="2660"/>
                  </a:lnTo>
                  <a:lnTo>
                    <a:pt x="2189" y="2559"/>
                  </a:lnTo>
                  <a:lnTo>
                    <a:pt x="2189" y="2626"/>
                  </a:lnTo>
                  <a:lnTo>
                    <a:pt x="2189" y="2660"/>
                  </a:lnTo>
                  <a:lnTo>
                    <a:pt x="2223" y="2694"/>
                  </a:lnTo>
                  <a:lnTo>
                    <a:pt x="2290" y="2727"/>
                  </a:lnTo>
                  <a:lnTo>
                    <a:pt x="2358" y="2727"/>
                  </a:lnTo>
                  <a:lnTo>
                    <a:pt x="2391" y="2694"/>
                  </a:lnTo>
                  <a:lnTo>
                    <a:pt x="2425" y="2660"/>
                  </a:lnTo>
                  <a:lnTo>
                    <a:pt x="2492" y="2020"/>
                  </a:lnTo>
                  <a:lnTo>
                    <a:pt x="2526" y="1414"/>
                  </a:lnTo>
                  <a:lnTo>
                    <a:pt x="2526" y="775"/>
                  </a:lnTo>
                  <a:lnTo>
                    <a:pt x="2459" y="168"/>
                  </a:lnTo>
                  <a:lnTo>
                    <a:pt x="2459" y="101"/>
                  </a:lnTo>
                  <a:lnTo>
                    <a:pt x="2425" y="101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5244250" y="2627700"/>
              <a:ext cx="19375" cy="22750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135" y="1"/>
                  </a:moveTo>
                  <a:lnTo>
                    <a:pt x="68" y="34"/>
                  </a:lnTo>
                  <a:lnTo>
                    <a:pt x="34" y="34"/>
                  </a:lnTo>
                  <a:lnTo>
                    <a:pt x="34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2" y="506"/>
                  </a:lnTo>
                  <a:lnTo>
                    <a:pt x="34" y="741"/>
                  </a:lnTo>
                  <a:lnTo>
                    <a:pt x="0" y="809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35" y="910"/>
                  </a:lnTo>
                  <a:lnTo>
                    <a:pt x="539" y="809"/>
                  </a:lnTo>
                  <a:lnTo>
                    <a:pt x="674" y="775"/>
                  </a:lnTo>
                  <a:lnTo>
                    <a:pt x="741" y="741"/>
                  </a:lnTo>
                  <a:lnTo>
                    <a:pt x="775" y="674"/>
                  </a:lnTo>
                  <a:lnTo>
                    <a:pt x="741" y="607"/>
                  </a:lnTo>
                  <a:lnTo>
                    <a:pt x="707" y="573"/>
                  </a:lnTo>
                  <a:lnTo>
                    <a:pt x="640" y="573"/>
                  </a:lnTo>
                  <a:lnTo>
                    <a:pt x="505" y="607"/>
                  </a:lnTo>
                  <a:lnTo>
                    <a:pt x="371" y="640"/>
                  </a:lnTo>
                  <a:lnTo>
                    <a:pt x="674" y="270"/>
                  </a:lnTo>
                  <a:lnTo>
                    <a:pt x="707" y="203"/>
                  </a:lnTo>
                  <a:lnTo>
                    <a:pt x="674" y="135"/>
                  </a:lnTo>
                  <a:lnTo>
                    <a:pt x="640" y="102"/>
                  </a:lnTo>
                  <a:lnTo>
                    <a:pt x="606" y="68"/>
                  </a:lnTo>
                  <a:lnTo>
                    <a:pt x="270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5057400" y="2606650"/>
              <a:ext cx="81650" cy="67375"/>
            </a:xfrm>
            <a:custGeom>
              <a:avLst/>
              <a:gdLst/>
              <a:ahLst/>
              <a:cxnLst/>
              <a:rect l="l" t="t" r="r" b="b"/>
              <a:pathLst>
                <a:path w="3266" h="2695" extrusionOk="0">
                  <a:moveTo>
                    <a:pt x="269" y="270"/>
                  </a:moveTo>
                  <a:lnTo>
                    <a:pt x="572" y="304"/>
                  </a:lnTo>
                  <a:lnTo>
                    <a:pt x="842" y="304"/>
                  </a:lnTo>
                  <a:lnTo>
                    <a:pt x="1414" y="338"/>
                  </a:lnTo>
                  <a:lnTo>
                    <a:pt x="2222" y="371"/>
                  </a:lnTo>
                  <a:lnTo>
                    <a:pt x="2996" y="439"/>
                  </a:lnTo>
                  <a:lnTo>
                    <a:pt x="2963" y="910"/>
                  </a:lnTo>
                  <a:lnTo>
                    <a:pt x="2929" y="1415"/>
                  </a:lnTo>
                  <a:lnTo>
                    <a:pt x="2963" y="1920"/>
                  </a:lnTo>
                  <a:lnTo>
                    <a:pt x="2996" y="2391"/>
                  </a:lnTo>
                  <a:lnTo>
                    <a:pt x="2424" y="2391"/>
                  </a:lnTo>
                  <a:lnTo>
                    <a:pt x="1616" y="2425"/>
                  </a:lnTo>
                  <a:lnTo>
                    <a:pt x="875" y="2425"/>
                  </a:lnTo>
                  <a:lnTo>
                    <a:pt x="572" y="2391"/>
                  </a:lnTo>
                  <a:lnTo>
                    <a:pt x="404" y="2324"/>
                  </a:lnTo>
                  <a:lnTo>
                    <a:pt x="404" y="2055"/>
                  </a:lnTo>
                  <a:lnTo>
                    <a:pt x="404" y="1752"/>
                  </a:lnTo>
                  <a:lnTo>
                    <a:pt x="370" y="1179"/>
                  </a:lnTo>
                  <a:lnTo>
                    <a:pt x="337" y="708"/>
                  </a:lnTo>
                  <a:lnTo>
                    <a:pt x="269" y="270"/>
                  </a:lnTo>
                  <a:close/>
                  <a:moveTo>
                    <a:pt x="135" y="1"/>
                  </a:moveTo>
                  <a:lnTo>
                    <a:pt x="101" y="35"/>
                  </a:lnTo>
                  <a:lnTo>
                    <a:pt x="67" y="102"/>
                  </a:lnTo>
                  <a:lnTo>
                    <a:pt x="67" y="136"/>
                  </a:lnTo>
                  <a:lnTo>
                    <a:pt x="34" y="169"/>
                  </a:lnTo>
                  <a:lnTo>
                    <a:pt x="0" y="203"/>
                  </a:lnTo>
                  <a:lnTo>
                    <a:pt x="34" y="237"/>
                  </a:lnTo>
                  <a:lnTo>
                    <a:pt x="67" y="237"/>
                  </a:lnTo>
                  <a:lnTo>
                    <a:pt x="67" y="775"/>
                  </a:lnTo>
                  <a:lnTo>
                    <a:pt x="101" y="1348"/>
                  </a:lnTo>
                  <a:lnTo>
                    <a:pt x="135" y="1886"/>
                  </a:lnTo>
                  <a:lnTo>
                    <a:pt x="135" y="2156"/>
                  </a:lnTo>
                  <a:lnTo>
                    <a:pt x="202" y="2425"/>
                  </a:lnTo>
                  <a:lnTo>
                    <a:pt x="202" y="2492"/>
                  </a:lnTo>
                  <a:lnTo>
                    <a:pt x="236" y="2526"/>
                  </a:lnTo>
                  <a:lnTo>
                    <a:pt x="337" y="2492"/>
                  </a:lnTo>
                  <a:lnTo>
                    <a:pt x="1010" y="2627"/>
                  </a:lnTo>
                  <a:lnTo>
                    <a:pt x="1717" y="2694"/>
                  </a:lnTo>
                  <a:lnTo>
                    <a:pt x="2390" y="2661"/>
                  </a:lnTo>
                  <a:lnTo>
                    <a:pt x="3064" y="2560"/>
                  </a:lnTo>
                  <a:lnTo>
                    <a:pt x="3131" y="2593"/>
                  </a:lnTo>
                  <a:lnTo>
                    <a:pt x="3199" y="2560"/>
                  </a:lnTo>
                  <a:lnTo>
                    <a:pt x="3232" y="2526"/>
                  </a:lnTo>
                  <a:lnTo>
                    <a:pt x="3266" y="2459"/>
                  </a:lnTo>
                  <a:lnTo>
                    <a:pt x="3232" y="1819"/>
                  </a:lnTo>
                  <a:lnTo>
                    <a:pt x="3232" y="1179"/>
                  </a:lnTo>
                  <a:lnTo>
                    <a:pt x="3266" y="641"/>
                  </a:lnTo>
                  <a:lnTo>
                    <a:pt x="3266" y="371"/>
                  </a:lnTo>
                  <a:lnTo>
                    <a:pt x="3232" y="102"/>
                  </a:lnTo>
                  <a:lnTo>
                    <a:pt x="3232" y="35"/>
                  </a:lnTo>
                  <a:lnTo>
                    <a:pt x="3131" y="35"/>
                  </a:lnTo>
                  <a:lnTo>
                    <a:pt x="3097" y="102"/>
                  </a:lnTo>
                  <a:lnTo>
                    <a:pt x="3064" y="237"/>
                  </a:lnTo>
                  <a:lnTo>
                    <a:pt x="2357" y="169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606" y="68"/>
                  </a:lnTo>
                  <a:lnTo>
                    <a:pt x="269" y="102"/>
                  </a:lnTo>
                  <a:lnTo>
                    <a:pt x="236" y="68"/>
                  </a:lnTo>
                  <a:lnTo>
                    <a:pt x="202" y="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5058225" y="2535950"/>
              <a:ext cx="117025" cy="65675"/>
            </a:xfrm>
            <a:custGeom>
              <a:avLst/>
              <a:gdLst/>
              <a:ahLst/>
              <a:cxnLst/>
              <a:rect l="l" t="t" r="r" b="b"/>
              <a:pathLst>
                <a:path w="4681" h="2627" extrusionOk="0">
                  <a:moveTo>
                    <a:pt x="2357" y="270"/>
                  </a:moveTo>
                  <a:lnTo>
                    <a:pt x="4479" y="337"/>
                  </a:lnTo>
                  <a:lnTo>
                    <a:pt x="4411" y="539"/>
                  </a:lnTo>
                  <a:lnTo>
                    <a:pt x="4411" y="742"/>
                  </a:lnTo>
                  <a:lnTo>
                    <a:pt x="4411" y="1112"/>
                  </a:lnTo>
                  <a:lnTo>
                    <a:pt x="4411" y="1684"/>
                  </a:lnTo>
                  <a:lnTo>
                    <a:pt x="4411" y="2257"/>
                  </a:lnTo>
                  <a:lnTo>
                    <a:pt x="3401" y="2223"/>
                  </a:lnTo>
                  <a:lnTo>
                    <a:pt x="2391" y="2189"/>
                  </a:lnTo>
                  <a:lnTo>
                    <a:pt x="1852" y="2189"/>
                  </a:lnTo>
                  <a:lnTo>
                    <a:pt x="1347" y="2223"/>
                  </a:lnTo>
                  <a:lnTo>
                    <a:pt x="809" y="2257"/>
                  </a:lnTo>
                  <a:lnTo>
                    <a:pt x="539" y="2324"/>
                  </a:lnTo>
                  <a:lnTo>
                    <a:pt x="304" y="2391"/>
                  </a:lnTo>
                  <a:lnTo>
                    <a:pt x="270" y="1213"/>
                  </a:lnTo>
                  <a:lnTo>
                    <a:pt x="304" y="742"/>
                  </a:lnTo>
                  <a:lnTo>
                    <a:pt x="270" y="506"/>
                  </a:lnTo>
                  <a:lnTo>
                    <a:pt x="236" y="270"/>
                  </a:lnTo>
                  <a:close/>
                  <a:moveTo>
                    <a:pt x="842" y="1"/>
                  </a:moveTo>
                  <a:lnTo>
                    <a:pt x="607" y="34"/>
                  </a:lnTo>
                  <a:lnTo>
                    <a:pt x="405" y="102"/>
                  </a:lnTo>
                  <a:lnTo>
                    <a:pt x="203" y="169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34" y="337"/>
                  </a:lnTo>
                  <a:lnTo>
                    <a:pt x="1" y="573"/>
                  </a:lnTo>
                  <a:lnTo>
                    <a:pt x="34" y="1011"/>
                  </a:lnTo>
                  <a:lnTo>
                    <a:pt x="68" y="2459"/>
                  </a:lnTo>
                  <a:lnTo>
                    <a:pt x="68" y="2492"/>
                  </a:lnTo>
                  <a:lnTo>
                    <a:pt x="102" y="2526"/>
                  </a:lnTo>
                  <a:lnTo>
                    <a:pt x="203" y="2560"/>
                  </a:lnTo>
                  <a:lnTo>
                    <a:pt x="270" y="2526"/>
                  </a:lnTo>
                  <a:lnTo>
                    <a:pt x="304" y="2492"/>
                  </a:lnTo>
                  <a:lnTo>
                    <a:pt x="304" y="2459"/>
                  </a:lnTo>
                  <a:lnTo>
                    <a:pt x="304" y="2425"/>
                  </a:lnTo>
                  <a:lnTo>
                    <a:pt x="741" y="2459"/>
                  </a:lnTo>
                  <a:lnTo>
                    <a:pt x="1213" y="2459"/>
                  </a:lnTo>
                  <a:lnTo>
                    <a:pt x="2122" y="2425"/>
                  </a:lnTo>
                  <a:lnTo>
                    <a:pt x="3267" y="2425"/>
                  </a:lnTo>
                  <a:lnTo>
                    <a:pt x="4445" y="2459"/>
                  </a:lnTo>
                  <a:lnTo>
                    <a:pt x="4445" y="2526"/>
                  </a:lnTo>
                  <a:lnTo>
                    <a:pt x="4479" y="2627"/>
                  </a:lnTo>
                  <a:lnTo>
                    <a:pt x="4613" y="2627"/>
                  </a:lnTo>
                  <a:lnTo>
                    <a:pt x="4647" y="2526"/>
                  </a:lnTo>
                  <a:lnTo>
                    <a:pt x="4681" y="1920"/>
                  </a:lnTo>
                  <a:lnTo>
                    <a:pt x="4681" y="1314"/>
                  </a:lnTo>
                  <a:lnTo>
                    <a:pt x="4681" y="809"/>
                  </a:lnTo>
                  <a:lnTo>
                    <a:pt x="4681" y="573"/>
                  </a:lnTo>
                  <a:lnTo>
                    <a:pt x="4613" y="337"/>
                  </a:lnTo>
                  <a:lnTo>
                    <a:pt x="4681" y="304"/>
                  </a:lnTo>
                  <a:lnTo>
                    <a:pt x="4681" y="236"/>
                  </a:lnTo>
                  <a:lnTo>
                    <a:pt x="4647" y="169"/>
                  </a:lnTo>
                  <a:lnTo>
                    <a:pt x="4580" y="135"/>
                  </a:lnTo>
                  <a:lnTo>
                    <a:pt x="3940" y="102"/>
                  </a:lnTo>
                  <a:lnTo>
                    <a:pt x="3334" y="68"/>
                  </a:lnTo>
                  <a:lnTo>
                    <a:pt x="2054" y="34"/>
                  </a:lnTo>
                  <a:lnTo>
                    <a:pt x="16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5128925" y="2395400"/>
              <a:ext cx="64000" cy="61450"/>
            </a:xfrm>
            <a:custGeom>
              <a:avLst/>
              <a:gdLst/>
              <a:ahLst/>
              <a:cxnLst/>
              <a:rect l="l" t="t" r="r" b="b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1415" y="2189"/>
                  </a:lnTo>
                  <a:lnTo>
                    <a:pt x="1449" y="2155"/>
                  </a:lnTo>
                  <a:lnTo>
                    <a:pt x="1449" y="1953"/>
                  </a:lnTo>
                  <a:lnTo>
                    <a:pt x="1449" y="1751"/>
                  </a:lnTo>
                  <a:lnTo>
                    <a:pt x="1449" y="1347"/>
                  </a:lnTo>
                  <a:lnTo>
                    <a:pt x="1415" y="1280"/>
                  </a:lnTo>
                  <a:lnTo>
                    <a:pt x="1348" y="1246"/>
                  </a:lnTo>
                  <a:lnTo>
                    <a:pt x="1314" y="1280"/>
                  </a:lnTo>
                  <a:lnTo>
                    <a:pt x="1280" y="1347"/>
                  </a:lnTo>
                  <a:lnTo>
                    <a:pt x="1247" y="1751"/>
                  </a:lnTo>
                  <a:lnTo>
                    <a:pt x="1247" y="1987"/>
                  </a:lnTo>
                  <a:lnTo>
                    <a:pt x="1314" y="2155"/>
                  </a:lnTo>
                  <a:lnTo>
                    <a:pt x="1314" y="2189"/>
                  </a:lnTo>
                  <a:lnTo>
                    <a:pt x="573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148300" y="26058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80" y="270"/>
                  </a:lnTo>
                  <a:lnTo>
                    <a:pt x="2357" y="236"/>
                  </a:lnTo>
                  <a:lnTo>
                    <a:pt x="2290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9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9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2" y="1886"/>
                  </a:lnTo>
                  <a:lnTo>
                    <a:pt x="2525" y="1313"/>
                  </a:lnTo>
                  <a:lnTo>
                    <a:pt x="2492" y="775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5199625" y="2678200"/>
              <a:ext cx="64000" cy="71575"/>
            </a:xfrm>
            <a:custGeom>
              <a:avLst/>
              <a:gdLst/>
              <a:ahLst/>
              <a:cxnLst/>
              <a:rect l="l" t="t" r="r" b="b"/>
              <a:pathLst>
                <a:path w="2560" h="2863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886"/>
                  </a:lnTo>
                  <a:lnTo>
                    <a:pt x="2324" y="2627"/>
                  </a:lnTo>
                  <a:lnTo>
                    <a:pt x="2088" y="2593"/>
                  </a:lnTo>
                  <a:lnTo>
                    <a:pt x="607" y="2593"/>
                  </a:lnTo>
                  <a:lnTo>
                    <a:pt x="338" y="2660"/>
                  </a:lnTo>
                  <a:lnTo>
                    <a:pt x="304" y="1886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953"/>
                  </a:lnTo>
                  <a:lnTo>
                    <a:pt x="102" y="2391"/>
                  </a:lnTo>
                  <a:lnTo>
                    <a:pt x="169" y="2728"/>
                  </a:lnTo>
                  <a:lnTo>
                    <a:pt x="169" y="2795"/>
                  </a:lnTo>
                  <a:lnTo>
                    <a:pt x="304" y="2795"/>
                  </a:lnTo>
                  <a:lnTo>
                    <a:pt x="540" y="2829"/>
                  </a:lnTo>
                  <a:lnTo>
                    <a:pt x="1280" y="2829"/>
                  </a:lnTo>
                  <a:lnTo>
                    <a:pt x="1819" y="2862"/>
                  </a:lnTo>
                  <a:lnTo>
                    <a:pt x="2088" y="2862"/>
                  </a:lnTo>
                  <a:lnTo>
                    <a:pt x="2358" y="2829"/>
                  </a:lnTo>
                  <a:lnTo>
                    <a:pt x="2391" y="2862"/>
                  </a:lnTo>
                  <a:lnTo>
                    <a:pt x="2425" y="2862"/>
                  </a:lnTo>
                  <a:lnTo>
                    <a:pt x="2459" y="2829"/>
                  </a:lnTo>
                  <a:lnTo>
                    <a:pt x="2492" y="2795"/>
                  </a:lnTo>
                  <a:lnTo>
                    <a:pt x="2526" y="2458"/>
                  </a:lnTo>
                  <a:lnTo>
                    <a:pt x="2560" y="2054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5724850" y="2609175"/>
              <a:ext cx="7600" cy="60650"/>
            </a:xfrm>
            <a:custGeom>
              <a:avLst/>
              <a:gdLst/>
              <a:ahLst/>
              <a:cxnLst/>
              <a:rect l="l" t="t" r="r" b="b"/>
              <a:pathLst>
                <a:path w="304" h="2426" extrusionOk="0">
                  <a:moveTo>
                    <a:pt x="102" y="1"/>
                  </a:moveTo>
                  <a:lnTo>
                    <a:pt x="68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2"/>
                  </a:lnTo>
                  <a:lnTo>
                    <a:pt x="68" y="2055"/>
                  </a:lnTo>
                  <a:lnTo>
                    <a:pt x="135" y="2358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8"/>
                  </a:lnTo>
                  <a:lnTo>
                    <a:pt x="304" y="2055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5806500" y="2684100"/>
              <a:ext cx="7600" cy="68200"/>
            </a:xfrm>
            <a:custGeom>
              <a:avLst/>
              <a:gdLst/>
              <a:ahLst/>
              <a:cxnLst/>
              <a:rect l="l" t="t" r="r" b="b"/>
              <a:pathLst>
                <a:path w="304" h="2728" extrusionOk="0">
                  <a:moveTo>
                    <a:pt x="169" y="0"/>
                  </a:moveTo>
                  <a:lnTo>
                    <a:pt x="102" y="236"/>
                  </a:lnTo>
                  <a:lnTo>
                    <a:pt x="68" y="505"/>
                  </a:lnTo>
                  <a:lnTo>
                    <a:pt x="68" y="1010"/>
                  </a:lnTo>
                  <a:lnTo>
                    <a:pt x="1" y="1852"/>
                  </a:lnTo>
                  <a:lnTo>
                    <a:pt x="1" y="2256"/>
                  </a:lnTo>
                  <a:lnTo>
                    <a:pt x="34" y="2660"/>
                  </a:lnTo>
                  <a:lnTo>
                    <a:pt x="68" y="2694"/>
                  </a:lnTo>
                  <a:lnTo>
                    <a:pt x="102" y="2727"/>
                  </a:lnTo>
                  <a:lnTo>
                    <a:pt x="169" y="2727"/>
                  </a:lnTo>
                  <a:lnTo>
                    <a:pt x="203" y="2660"/>
                  </a:lnTo>
                  <a:lnTo>
                    <a:pt x="236" y="2357"/>
                  </a:lnTo>
                  <a:lnTo>
                    <a:pt x="236" y="2054"/>
                  </a:lnTo>
                  <a:lnTo>
                    <a:pt x="270" y="1414"/>
                  </a:lnTo>
                  <a:lnTo>
                    <a:pt x="304" y="707"/>
                  </a:lnTo>
                  <a:lnTo>
                    <a:pt x="270" y="337"/>
                  </a:lnTo>
                  <a:lnTo>
                    <a:pt x="270" y="16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5912550" y="2723650"/>
              <a:ext cx="11825" cy="17700"/>
            </a:xfrm>
            <a:custGeom>
              <a:avLst/>
              <a:gdLst/>
              <a:ahLst/>
              <a:cxnLst/>
              <a:rect l="l" t="t" r="r" b="b"/>
              <a:pathLst>
                <a:path w="473" h="708" extrusionOk="0">
                  <a:moveTo>
                    <a:pt x="304" y="1"/>
                  </a:moveTo>
                  <a:lnTo>
                    <a:pt x="203" y="68"/>
                  </a:lnTo>
                  <a:lnTo>
                    <a:pt x="135" y="135"/>
                  </a:lnTo>
                  <a:lnTo>
                    <a:pt x="68" y="236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35" y="438"/>
                  </a:lnTo>
                  <a:lnTo>
                    <a:pt x="169" y="506"/>
                  </a:lnTo>
                  <a:lnTo>
                    <a:pt x="304" y="674"/>
                  </a:lnTo>
                  <a:lnTo>
                    <a:pt x="371" y="708"/>
                  </a:lnTo>
                  <a:lnTo>
                    <a:pt x="405" y="674"/>
                  </a:lnTo>
                  <a:lnTo>
                    <a:pt x="438" y="640"/>
                  </a:lnTo>
                  <a:lnTo>
                    <a:pt x="438" y="573"/>
                  </a:lnTo>
                  <a:lnTo>
                    <a:pt x="337" y="438"/>
                  </a:lnTo>
                  <a:lnTo>
                    <a:pt x="236" y="337"/>
                  </a:lnTo>
                  <a:lnTo>
                    <a:pt x="438" y="203"/>
                  </a:lnTo>
                  <a:lnTo>
                    <a:pt x="472" y="135"/>
                  </a:lnTo>
                  <a:lnTo>
                    <a:pt x="472" y="68"/>
                  </a:lnTo>
                  <a:lnTo>
                    <a:pt x="438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88150" y="2710200"/>
              <a:ext cx="64825" cy="43775"/>
            </a:xfrm>
            <a:custGeom>
              <a:avLst/>
              <a:gdLst/>
              <a:ahLst/>
              <a:cxnLst/>
              <a:rect l="l" t="t" r="r" b="b"/>
              <a:pathLst>
                <a:path w="2593" h="1751" extrusionOk="0">
                  <a:moveTo>
                    <a:pt x="169" y="236"/>
                  </a:moveTo>
                  <a:lnTo>
                    <a:pt x="438" y="303"/>
                  </a:lnTo>
                  <a:lnTo>
                    <a:pt x="674" y="337"/>
                  </a:lnTo>
                  <a:lnTo>
                    <a:pt x="1212" y="370"/>
                  </a:lnTo>
                  <a:lnTo>
                    <a:pt x="1751" y="370"/>
                  </a:lnTo>
                  <a:lnTo>
                    <a:pt x="2020" y="337"/>
                  </a:lnTo>
                  <a:lnTo>
                    <a:pt x="2290" y="303"/>
                  </a:lnTo>
                  <a:lnTo>
                    <a:pt x="2323" y="943"/>
                  </a:lnTo>
                  <a:lnTo>
                    <a:pt x="2391" y="1414"/>
                  </a:lnTo>
                  <a:lnTo>
                    <a:pt x="2121" y="1380"/>
                  </a:lnTo>
                  <a:lnTo>
                    <a:pt x="505" y="1380"/>
                  </a:lnTo>
                  <a:lnTo>
                    <a:pt x="202" y="1448"/>
                  </a:lnTo>
                  <a:lnTo>
                    <a:pt x="202" y="808"/>
                  </a:lnTo>
                  <a:lnTo>
                    <a:pt x="202" y="505"/>
                  </a:lnTo>
                  <a:lnTo>
                    <a:pt x="202" y="370"/>
                  </a:lnTo>
                  <a:lnTo>
                    <a:pt x="169" y="236"/>
                  </a:lnTo>
                  <a:close/>
                  <a:moveTo>
                    <a:pt x="2290" y="0"/>
                  </a:moveTo>
                  <a:lnTo>
                    <a:pt x="2290" y="34"/>
                  </a:lnTo>
                  <a:lnTo>
                    <a:pt x="2290" y="135"/>
                  </a:lnTo>
                  <a:lnTo>
                    <a:pt x="1818" y="135"/>
                  </a:lnTo>
                  <a:lnTo>
                    <a:pt x="1381" y="168"/>
                  </a:lnTo>
                  <a:lnTo>
                    <a:pt x="775" y="135"/>
                  </a:lnTo>
                  <a:lnTo>
                    <a:pt x="472" y="101"/>
                  </a:lnTo>
                  <a:lnTo>
                    <a:pt x="169" y="135"/>
                  </a:lnTo>
                  <a:lnTo>
                    <a:pt x="101" y="135"/>
                  </a:lnTo>
                  <a:lnTo>
                    <a:pt x="68" y="168"/>
                  </a:lnTo>
                  <a:lnTo>
                    <a:pt x="34" y="303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515"/>
                  </a:lnTo>
                  <a:lnTo>
                    <a:pt x="34" y="1582"/>
                  </a:lnTo>
                  <a:lnTo>
                    <a:pt x="101" y="1616"/>
                  </a:lnTo>
                  <a:lnTo>
                    <a:pt x="169" y="1582"/>
                  </a:lnTo>
                  <a:lnTo>
                    <a:pt x="202" y="1549"/>
                  </a:lnTo>
                  <a:lnTo>
                    <a:pt x="472" y="1582"/>
                  </a:lnTo>
                  <a:lnTo>
                    <a:pt x="707" y="1616"/>
                  </a:lnTo>
                  <a:lnTo>
                    <a:pt x="1212" y="1582"/>
                  </a:lnTo>
                  <a:lnTo>
                    <a:pt x="1818" y="1616"/>
                  </a:lnTo>
                  <a:lnTo>
                    <a:pt x="2121" y="1582"/>
                  </a:lnTo>
                  <a:lnTo>
                    <a:pt x="2391" y="1549"/>
                  </a:lnTo>
                  <a:lnTo>
                    <a:pt x="2458" y="1751"/>
                  </a:lnTo>
                  <a:lnTo>
                    <a:pt x="2525" y="1751"/>
                  </a:lnTo>
                  <a:lnTo>
                    <a:pt x="2559" y="1717"/>
                  </a:lnTo>
                  <a:lnTo>
                    <a:pt x="2593" y="1515"/>
                  </a:lnTo>
                  <a:lnTo>
                    <a:pt x="2593" y="1347"/>
                  </a:lnTo>
                  <a:lnTo>
                    <a:pt x="2525" y="943"/>
                  </a:lnTo>
                  <a:lnTo>
                    <a:pt x="2492" y="606"/>
                  </a:lnTo>
                  <a:lnTo>
                    <a:pt x="2458" y="269"/>
                  </a:lnTo>
                  <a:lnTo>
                    <a:pt x="2458" y="236"/>
                  </a:lnTo>
                  <a:lnTo>
                    <a:pt x="2492" y="202"/>
                  </a:lnTo>
                  <a:lnTo>
                    <a:pt x="2458" y="168"/>
                  </a:lnTo>
                  <a:lnTo>
                    <a:pt x="2424" y="168"/>
                  </a:lnTo>
                  <a:lnTo>
                    <a:pt x="2391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5950425" y="2345725"/>
              <a:ext cx="69050" cy="47175"/>
            </a:xfrm>
            <a:custGeom>
              <a:avLst/>
              <a:gdLst/>
              <a:ahLst/>
              <a:cxnLst/>
              <a:rect l="l" t="t" r="r" b="b"/>
              <a:pathLst>
                <a:path w="2762" h="1887" extrusionOk="0">
                  <a:moveTo>
                    <a:pt x="1415" y="1"/>
                  </a:moveTo>
                  <a:lnTo>
                    <a:pt x="1078" y="34"/>
                  </a:lnTo>
                  <a:lnTo>
                    <a:pt x="742" y="68"/>
                  </a:lnTo>
                  <a:lnTo>
                    <a:pt x="405" y="102"/>
                  </a:lnTo>
                  <a:lnTo>
                    <a:pt x="102" y="203"/>
                  </a:lnTo>
                  <a:lnTo>
                    <a:pt x="34" y="169"/>
                  </a:lnTo>
                  <a:lnTo>
                    <a:pt x="1" y="237"/>
                  </a:lnTo>
                  <a:lnTo>
                    <a:pt x="1" y="607"/>
                  </a:lnTo>
                  <a:lnTo>
                    <a:pt x="34" y="1011"/>
                  </a:lnTo>
                  <a:lnTo>
                    <a:pt x="34" y="1348"/>
                  </a:lnTo>
                  <a:lnTo>
                    <a:pt x="102" y="1684"/>
                  </a:lnTo>
                  <a:lnTo>
                    <a:pt x="135" y="1718"/>
                  </a:lnTo>
                  <a:lnTo>
                    <a:pt x="237" y="1718"/>
                  </a:lnTo>
                  <a:lnTo>
                    <a:pt x="237" y="1651"/>
                  </a:lnTo>
                  <a:lnTo>
                    <a:pt x="237" y="1280"/>
                  </a:lnTo>
                  <a:lnTo>
                    <a:pt x="203" y="876"/>
                  </a:lnTo>
                  <a:lnTo>
                    <a:pt x="169" y="573"/>
                  </a:lnTo>
                  <a:lnTo>
                    <a:pt x="102" y="237"/>
                  </a:lnTo>
                  <a:lnTo>
                    <a:pt x="102" y="237"/>
                  </a:lnTo>
                  <a:lnTo>
                    <a:pt x="439" y="270"/>
                  </a:lnTo>
                  <a:lnTo>
                    <a:pt x="742" y="304"/>
                  </a:lnTo>
                  <a:lnTo>
                    <a:pt x="1348" y="270"/>
                  </a:lnTo>
                  <a:lnTo>
                    <a:pt x="1987" y="270"/>
                  </a:lnTo>
                  <a:lnTo>
                    <a:pt x="2290" y="304"/>
                  </a:lnTo>
                  <a:lnTo>
                    <a:pt x="2593" y="338"/>
                  </a:lnTo>
                  <a:lnTo>
                    <a:pt x="2560" y="540"/>
                  </a:lnTo>
                  <a:lnTo>
                    <a:pt x="2526" y="775"/>
                  </a:lnTo>
                  <a:lnTo>
                    <a:pt x="2526" y="1213"/>
                  </a:lnTo>
                  <a:lnTo>
                    <a:pt x="2560" y="1684"/>
                  </a:lnTo>
                  <a:lnTo>
                    <a:pt x="2560" y="1684"/>
                  </a:lnTo>
                  <a:lnTo>
                    <a:pt x="2257" y="1651"/>
                  </a:lnTo>
                  <a:lnTo>
                    <a:pt x="1415" y="1651"/>
                  </a:lnTo>
                  <a:lnTo>
                    <a:pt x="843" y="1583"/>
                  </a:lnTo>
                  <a:lnTo>
                    <a:pt x="540" y="1583"/>
                  </a:lnTo>
                  <a:lnTo>
                    <a:pt x="270" y="1651"/>
                  </a:lnTo>
                  <a:lnTo>
                    <a:pt x="506" y="1752"/>
                  </a:lnTo>
                  <a:lnTo>
                    <a:pt x="742" y="1785"/>
                  </a:lnTo>
                  <a:lnTo>
                    <a:pt x="1280" y="1819"/>
                  </a:lnTo>
                  <a:lnTo>
                    <a:pt x="1583" y="1853"/>
                  </a:lnTo>
                  <a:lnTo>
                    <a:pt x="1954" y="1886"/>
                  </a:lnTo>
                  <a:lnTo>
                    <a:pt x="2290" y="1853"/>
                  </a:lnTo>
                  <a:lnTo>
                    <a:pt x="2593" y="1785"/>
                  </a:lnTo>
                  <a:lnTo>
                    <a:pt x="2694" y="1785"/>
                  </a:lnTo>
                  <a:lnTo>
                    <a:pt x="2728" y="1752"/>
                  </a:lnTo>
                  <a:lnTo>
                    <a:pt x="2728" y="1718"/>
                  </a:lnTo>
                  <a:lnTo>
                    <a:pt x="2694" y="876"/>
                  </a:lnTo>
                  <a:lnTo>
                    <a:pt x="2728" y="607"/>
                  </a:lnTo>
                  <a:lnTo>
                    <a:pt x="2728" y="338"/>
                  </a:lnTo>
                  <a:lnTo>
                    <a:pt x="2762" y="304"/>
                  </a:lnTo>
                  <a:lnTo>
                    <a:pt x="2762" y="237"/>
                  </a:lnTo>
                  <a:lnTo>
                    <a:pt x="2762" y="169"/>
                  </a:lnTo>
                  <a:lnTo>
                    <a:pt x="2694" y="135"/>
                  </a:lnTo>
                  <a:lnTo>
                    <a:pt x="2391" y="68"/>
                  </a:lnTo>
                  <a:lnTo>
                    <a:pt x="2055" y="34"/>
                  </a:lnTo>
                  <a:lnTo>
                    <a:pt x="14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5710550" y="2559525"/>
              <a:ext cx="21075" cy="22750"/>
            </a:xfrm>
            <a:custGeom>
              <a:avLst/>
              <a:gdLst/>
              <a:ahLst/>
              <a:cxnLst/>
              <a:rect l="l" t="t" r="r" b="b"/>
              <a:pathLst>
                <a:path w="843" h="910" extrusionOk="0">
                  <a:moveTo>
                    <a:pt x="34" y="1"/>
                  </a:moveTo>
                  <a:lnTo>
                    <a:pt x="0" y="135"/>
                  </a:lnTo>
                  <a:lnTo>
                    <a:pt x="0" y="270"/>
                  </a:lnTo>
                  <a:lnTo>
                    <a:pt x="34" y="708"/>
                  </a:lnTo>
                  <a:lnTo>
                    <a:pt x="34" y="741"/>
                  </a:lnTo>
                  <a:lnTo>
                    <a:pt x="68" y="775"/>
                  </a:lnTo>
                  <a:lnTo>
                    <a:pt x="169" y="775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505" y="775"/>
                  </a:lnTo>
                  <a:lnTo>
                    <a:pt x="573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7" y="876"/>
                  </a:lnTo>
                  <a:lnTo>
                    <a:pt x="707" y="809"/>
                  </a:lnTo>
                  <a:lnTo>
                    <a:pt x="640" y="708"/>
                  </a:lnTo>
                  <a:lnTo>
                    <a:pt x="539" y="573"/>
                  </a:lnTo>
                  <a:lnTo>
                    <a:pt x="505" y="539"/>
                  </a:lnTo>
                  <a:lnTo>
                    <a:pt x="472" y="506"/>
                  </a:lnTo>
                  <a:lnTo>
                    <a:pt x="438" y="506"/>
                  </a:lnTo>
                  <a:lnTo>
                    <a:pt x="539" y="438"/>
                  </a:lnTo>
                  <a:lnTo>
                    <a:pt x="674" y="337"/>
                  </a:lnTo>
                  <a:lnTo>
                    <a:pt x="775" y="337"/>
                  </a:lnTo>
                  <a:lnTo>
                    <a:pt x="842" y="270"/>
                  </a:lnTo>
                  <a:lnTo>
                    <a:pt x="842" y="203"/>
                  </a:lnTo>
                  <a:lnTo>
                    <a:pt x="842" y="169"/>
                  </a:lnTo>
                  <a:lnTo>
                    <a:pt x="775" y="135"/>
                  </a:lnTo>
                  <a:lnTo>
                    <a:pt x="741" y="102"/>
                  </a:lnTo>
                  <a:lnTo>
                    <a:pt x="640" y="102"/>
                  </a:lnTo>
                  <a:lnTo>
                    <a:pt x="472" y="203"/>
                  </a:lnTo>
                  <a:lnTo>
                    <a:pt x="337" y="337"/>
                  </a:lnTo>
                  <a:lnTo>
                    <a:pt x="169" y="506"/>
                  </a:lnTo>
                  <a:lnTo>
                    <a:pt x="169" y="337"/>
                  </a:lnTo>
                  <a:lnTo>
                    <a:pt x="135" y="169"/>
                  </a:lnTo>
                  <a:lnTo>
                    <a:pt x="135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6010200" y="1881125"/>
              <a:ext cx="297150" cy="942725"/>
            </a:xfrm>
            <a:custGeom>
              <a:avLst/>
              <a:gdLst/>
              <a:ahLst/>
              <a:cxnLst/>
              <a:rect l="l" t="t" r="r" b="b"/>
              <a:pathLst>
                <a:path w="11886" h="37709" extrusionOk="0">
                  <a:moveTo>
                    <a:pt x="11885" y="0"/>
                  </a:moveTo>
                  <a:lnTo>
                    <a:pt x="11683" y="303"/>
                  </a:lnTo>
                  <a:lnTo>
                    <a:pt x="11515" y="606"/>
                  </a:lnTo>
                  <a:lnTo>
                    <a:pt x="11279" y="1279"/>
                  </a:lnTo>
                  <a:lnTo>
                    <a:pt x="10437" y="3266"/>
                  </a:lnTo>
                  <a:lnTo>
                    <a:pt x="8720" y="7508"/>
                  </a:lnTo>
                  <a:lnTo>
                    <a:pt x="5252" y="15959"/>
                  </a:lnTo>
                  <a:lnTo>
                    <a:pt x="5252" y="16026"/>
                  </a:lnTo>
                  <a:lnTo>
                    <a:pt x="4646" y="15992"/>
                  </a:lnTo>
                  <a:lnTo>
                    <a:pt x="2896" y="15992"/>
                  </a:lnTo>
                  <a:lnTo>
                    <a:pt x="2189" y="15959"/>
                  </a:lnTo>
                  <a:lnTo>
                    <a:pt x="1448" y="15891"/>
                  </a:lnTo>
                  <a:lnTo>
                    <a:pt x="707" y="15891"/>
                  </a:lnTo>
                  <a:lnTo>
                    <a:pt x="371" y="15925"/>
                  </a:lnTo>
                  <a:lnTo>
                    <a:pt x="34" y="15992"/>
                  </a:lnTo>
                  <a:lnTo>
                    <a:pt x="0" y="16026"/>
                  </a:lnTo>
                  <a:lnTo>
                    <a:pt x="34" y="16060"/>
                  </a:lnTo>
                  <a:lnTo>
                    <a:pt x="337" y="16127"/>
                  </a:lnTo>
                  <a:lnTo>
                    <a:pt x="640" y="16194"/>
                  </a:lnTo>
                  <a:lnTo>
                    <a:pt x="1313" y="16228"/>
                  </a:lnTo>
                  <a:lnTo>
                    <a:pt x="2660" y="16228"/>
                  </a:lnTo>
                  <a:lnTo>
                    <a:pt x="3838" y="16295"/>
                  </a:lnTo>
                  <a:lnTo>
                    <a:pt x="4444" y="16329"/>
                  </a:lnTo>
                  <a:lnTo>
                    <a:pt x="5050" y="16329"/>
                  </a:lnTo>
                  <a:lnTo>
                    <a:pt x="5623" y="16767"/>
                  </a:lnTo>
                  <a:lnTo>
                    <a:pt x="5892" y="16969"/>
                  </a:lnTo>
                  <a:lnTo>
                    <a:pt x="6094" y="17238"/>
                  </a:lnTo>
                  <a:lnTo>
                    <a:pt x="6296" y="17507"/>
                  </a:lnTo>
                  <a:lnTo>
                    <a:pt x="6465" y="17777"/>
                  </a:lnTo>
                  <a:lnTo>
                    <a:pt x="6566" y="18113"/>
                  </a:lnTo>
                  <a:lnTo>
                    <a:pt x="6633" y="18484"/>
                  </a:lnTo>
                  <a:lnTo>
                    <a:pt x="6667" y="18821"/>
                  </a:lnTo>
                  <a:lnTo>
                    <a:pt x="6667" y="19157"/>
                  </a:lnTo>
                  <a:lnTo>
                    <a:pt x="6633" y="19864"/>
                  </a:lnTo>
                  <a:lnTo>
                    <a:pt x="6532" y="21278"/>
                  </a:lnTo>
                  <a:lnTo>
                    <a:pt x="6397" y="24039"/>
                  </a:lnTo>
                  <a:lnTo>
                    <a:pt x="6364" y="26833"/>
                  </a:lnTo>
                  <a:lnTo>
                    <a:pt x="6330" y="29561"/>
                  </a:lnTo>
                  <a:lnTo>
                    <a:pt x="6330" y="32288"/>
                  </a:lnTo>
                  <a:lnTo>
                    <a:pt x="6364" y="37708"/>
                  </a:lnTo>
                  <a:lnTo>
                    <a:pt x="6667" y="37708"/>
                  </a:lnTo>
                  <a:lnTo>
                    <a:pt x="6599" y="31884"/>
                  </a:lnTo>
                  <a:lnTo>
                    <a:pt x="6599" y="28955"/>
                  </a:lnTo>
                  <a:lnTo>
                    <a:pt x="6633" y="26025"/>
                  </a:lnTo>
                  <a:lnTo>
                    <a:pt x="6700" y="22995"/>
                  </a:lnTo>
                  <a:lnTo>
                    <a:pt x="6835" y="19932"/>
                  </a:lnTo>
                  <a:lnTo>
                    <a:pt x="6869" y="19326"/>
                  </a:lnTo>
                  <a:lnTo>
                    <a:pt x="6869" y="18719"/>
                  </a:lnTo>
                  <a:lnTo>
                    <a:pt x="6869" y="18450"/>
                  </a:lnTo>
                  <a:lnTo>
                    <a:pt x="6801" y="18147"/>
                  </a:lnTo>
                  <a:lnTo>
                    <a:pt x="6734" y="17844"/>
                  </a:lnTo>
                  <a:lnTo>
                    <a:pt x="6633" y="17575"/>
                  </a:lnTo>
                  <a:lnTo>
                    <a:pt x="6532" y="17373"/>
                  </a:lnTo>
                  <a:lnTo>
                    <a:pt x="6397" y="17171"/>
                  </a:lnTo>
                  <a:lnTo>
                    <a:pt x="6094" y="16868"/>
                  </a:lnTo>
                  <a:lnTo>
                    <a:pt x="5757" y="16565"/>
                  </a:lnTo>
                  <a:lnTo>
                    <a:pt x="5387" y="16329"/>
                  </a:lnTo>
                  <a:lnTo>
                    <a:pt x="5791" y="16262"/>
                  </a:lnTo>
                  <a:lnTo>
                    <a:pt x="5825" y="16262"/>
                  </a:lnTo>
                  <a:lnTo>
                    <a:pt x="5858" y="16194"/>
                  </a:lnTo>
                  <a:lnTo>
                    <a:pt x="5858" y="16127"/>
                  </a:lnTo>
                  <a:lnTo>
                    <a:pt x="5791" y="16093"/>
                  </a:lnTo>
                  <a:lnTo>
                    <a:pt x="5454" y="16060"/>
                  </a:lnTo>
                  <a:lnTo>
                    <a:pt x="5454" y="16026"/>
                  </a:lnTo>
                  <a:lnTo>
                    <a:pt x="7138" y="11919"/>
                  </a:lnTo>
                  <a:lnTo>
                    <a:pt x="8821" y="7811"/>
                  </a:lnTo>
                  <a:lnTo>
                    <a:pt x="10437" y="3805"/>
                  </a:lnTo>
                  <a:lnTo>
                    <a:pt x="11245" y="1818"/>
                  </a:lnTo>
                  <a:lnTo>
                    <a:pt x="11649" y="943"/>
                  </a:lnTo>
                  <a:lnTo>
                    <a:pt x="11818" y="471"/>
                  </a:lnTo>
                  <a:lnTo>
                    <a:pt x="11851" y="236"/>
                  </a:lnTo>
                  <a:lnTo>
                    <a:pt x="11885" y="34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7092625" y="1473725"/>
              <a:ext cx="198650" cy="260950"/>
            </a:xfrm>
            <a:custGeom>
              <a:avLst/>
              <a:gdLst/>
              <a:ahLst/>
              <a:cxnLst/>
              <a:rect l="l" t="t" r="r" b="b"/>
              <a:pathLst>
                <a:path w="7946" h="10438" extrusionOk="0">
                  <a:moveTo>
                    <a:pt x="4647" y="1246"/>
                  </a:moveTo>
                  <a:lnTo>
                    <a:pt x="4546" y="1280"/>
                  </a:lnTo>
                  <a:lnTo>
                    <a:pt x="4512" y="1347"/>
                  </a:lnTo>
                  <a:lnTo>
                    <a:pt x="4546" y="1381"/>
                  </a:lnTo>
                  <a:lnTo>
                    <a:pt x="4579" y="1448"/>
                  </a:lnTo>
                  <a:lnTo>
                    <a:pt x="4613" y="1482"/>
                  </a:lnTo>
                  <a:lnTo>
                    <a:pt x="4680" y="1516"/>
                  </a:lnTo>
                  <a:lnTo>
                    <a:pt x="4748" y="1516"/>
                  </a:lnTo>
                  <a:lnTo>
                    <a:pt x="4815" y="1549"/>
                  </a:lnTo>
                  <a:lnTo>
                    <a:pt x="4916" y="1650"/>
                  </a:lnTo>
                  <a:lnTo>
                    <a:pt x="4983" y="1819"/>
                  </a:lnTo>
                  <a:lnTo>
                    <a:pt x="5017" y="2021"/>
                  </a:lnTo>
                  <a:lnTo>
                    <a:pt x="5017" y="2391"/>
                  </a:lnTo>
                  <a:lnTo>
                    <a:pt x="4983" y="2694"/>
                  </a:lnTo>
                  <a:lnTo>
                    <a:pt x="4950" y="2930"/>
                  </a:lnTo>
                  <a:lnTo>
                    <a:pt x="4849" y="3199"/>
                  </a:lnTo>
                  <a:lnTo>
                    <a:pt x="4647" y="3671"/>
                  </a:lnTo>
                  <a:lnTo>
                    <a:pt x="4377" y="4142"/>
                  </a:lnTo>
                  <a:lnTo>
                    <a:pt x="4074" y="4580"/>
                  </a:lnTo>
                  <a:lnTo>
                    <a:pt x="3468" y="5455"/>
                  </a:lnTo>
                  <a:lnTo>
                    <a:pt x="2862" y="6330"/>
                  </a:lnTo>
                  <a:lnTo>
                    <a:pt x="2222" y="7172"/>
                  </a:lnTo>
                  <a:lnTo>
                    <a:pt x="1515" y="7980"/>
                  </a:lnTo>
                  <a:lnTo>
                    <a:pt x="1515" y="8014"/>
                  </a:lnTo>
                  <a:lnTo>
                    <a:pt x="1313" y="8115"/>
                  </a:lnTo>
                  <a:lnTo>
                    <a:pt x="1078" y="8148"/>
                  </a:lnTo>
                  <a:lnTo>
                    <a:pt x="876" y="8115"/>
                  </a:lnTo>
                  <a:lnTo>
                    <a:pt x="640" y="8081"/>
                  </a:lnTo>
                  <a:lnTo>
                    <a:pt x="337" y="8014"/>
                  </a:lnTo>
                  <a:lnTo>
                    <a:pt x="202" y="8014"/>
                  </a:lnTo>
                  <a:lnTo>
                    <a:pt x="34" y="8047"/>
                  </a:lnTo>
                  <a:lnTo>
                    <a:pt x="0" y="8047"/>
                  </a:lnTo>
                  <a:lnTo>
                    <a:pt x="0" y="8081"/>
                  </a:lnTo>
                  <a:lnTo>
                    <a:pt x="0" y="8148"/>
                  </a:lnTo>
                  <a:lnTo>
                    <a:pt x="34" y="8148"/>
                  </a:lnTo>
                  <a:lnTo>
                    <a:pt x="472" y="8317"/>
                  </a:lnTo>
                  <a:lnTo>
                    <a:pt x="707" y="8350"/>
                  </a:lnTo>
                  <a:lnTo>
                    <a:pt x="943" y="8384"/>
                  </a:lnTo>
                  <a:lnTo>
                    <a:pt x="1179" y="8384"/>
                  </a:lnTo>
                  <a:lnTo>
                    <a:pt x="1381" y="8350"/>
                  </a:lnTo>
                  <a:lnTo>
                    <a:pt x="1583" y="8249"/>
                  </a:lnTo>
                  <a:lnTo>
                    <a:pt x="1785" y="8115"/>
                  </a:lnTo>
                  <a:lnTo>
                    <a:pt x="1818" y="8047"/>
                  </a:lnTo>
                  <a:lnTo>
                    <a:pt x="1785" y="7980"/>
                  </a:lnTo>
                  <a:lnTo>
                    <a:pt x="1987" y="7778"/>
                  </a:lnTo>
                  <a:lnTo>
                    <a:pt x="2323" y="7408"/>
                  </a:lnTo>
                  <a:lnTo>
                    <a:pt x="2660" y="7037"/>
                  </a:lnTo>
                  <a:lnTo>
                    <a:pt x="3232" y="6229"/>
                  </a:lnTo>
                  <a:lnTo>
                    <a:pt x="3940" y="5219"/>
                  </a:lnTo>
                  <a:lnTo>
                    <a:pt x="4613" y="4209"/>
                  </a:lnTo>
                  <a:lnTo>
                    <a:pt x="4815" y="3805"/>
                  </a:lnTo>
                  <a:lnTo>
                    <a:pt x="5017" y="3401"/>
                  </a:lnTo>
                  <a:lnTo>
                    <a:pt x="5185" y="3469"/>
                  </a:lnTo>
                  <a:lnTo>
                    <a:pt x="5354" y="3502"/>
                  </a:lnTo>
                  <a:lnTo>
                    <a:pt x="5522" y="3502"/>
                  </a:lnTo>
                  <a:lnTo>
                    <a:pt x="5724" y="3469"/>
                  </a:lnTo>
                  <a:lnTo>
                    <a:pt x="5892" y="3435"/>
                  </a:lnTo>
                  <a:lnTo>
                    <a:pt x="5960" y="3368"/>
                  </a:lnTo>
                  <a:lnTo>
                    <a:pt x="5993" y="3300"/>
                  </a:lnTo>
                  <a:lnTo>
                    <a:pt x="6027" y="3267"/>
                  </a:lnTo>
                  <a:lnTo>
                    <a:pt x="5993" y="3233"/>
                  </a:lnTo>
                  <a:lnTo>
                    <a:pt x="5993" y="3199"/>
                  </a:lnTo>
                  <a:lnTo>
                    <a:pt x="5926" y="3166"/>
                  </a:lnTo>
                  <a:lnTo>
                    <a:pt x="5825" y="3199"/>
                  </a:lnTo>
                  <a:lnTo>
                    <a:pt x="5724" y="3233"/>
                  </a:lnTo>
                  <a:lnTo>
                    <a:pt x="5589" y="3267"/>
                  </a:lnTo>
                  <a:lnTo>
                    <a:pt x="5488" y="3300"/>
                  </a:lnTo>
                  <a:lnTo>
                    <a:pt x="5253" y="3267"/>
                  </a:lnTo>
                  <a:lnTo>
                    <a:pt x="5185" y="3233"/>
                  </a:lnTo>
                  <a:lnTo>
                    <a:pt x="5084" y="3166"/>
                  </a:lnTo>
                  <a:lnTo>
                    <a:pt x="5219" y="2795"/>
                  </a:lnTo>
                  <a:lnTo>
                    <a:pt x="5253" y="2357"/>
                  </a:lnTo>
                  <a:lnTo>
                    <a:pt x="5253" y="2189"/>
                  </a:lnTo>
                  <a:lnTo>
                    <a:pt x="5253" y="1987"/>
                  </a:lnTo>
                  <a:lnTo>
                    <a:pt x="5185" y="1819"/>
                  </a:lnTo>
                  <a:lnTo>
                    <a:pt x="5118" y="1650"/>
                  </a:lnTo>
                  <a:lnTo>
                    <a:pt x="5017" y="1448"/>
                  </a:lnTo>
                  <a:lnTo>
                    <a:pt x="4916" y="1314"/>
                  </a:lnTo>
                  <a:lnTo>
                    <a:pt x="4882" y="1280"/>
                  </a:lnTo>
                  <a:lnTo>
                    <a:pt x="4781" y="1280"/>
                  </a:lnTo>
                  <a:lnTo>
                    <a:pt x="4748" y="1246"/>
                  </a:lnTo>
                  <a:close/>
                  <a:moveTo>
                    <a:pt x="7946" y="1"/>
                  </a:moveTo>
                  <a:lnTo>
                    <a:pt x="7542" y="708"/>
                  </a:lnTo>
                  <a:lnTo>
                    <a:pt x="7138" y="1415"/>
                  </a:lnTo>
                  <a:lnTo>
                    <a:pt x="6700" y="2155"/>
                  </a:lnTo>
                  <a:lnTo>
                    <a:pt x="6263" y="2930"/>
                  </a:lnTo>
                  <a:lnTo>
                    <a:pt x="5421" y="4512"/>
                  </a:lnTo>
                  <a:lnTo>
                    <a:pt x="5017" y="5219"/>
                  </a:lnTo>
                  <a:lnTo>
                    <a:pt x="4579" y="5893"/>
                  </a:lnTo>
                  <a:lnTo>
                    <a:pt x="4108" y="6532"/>
                  </a:lnTo>
                  <a:lnTo>
                    <a:pt x="3569" y="7138"/>
                  </a:lnTo>
                  <a:lnTo>
                    <a:pt x="3098" y="7677"/>
                  </a:lnTo>
                  <a:lnTo>
                    <a:pt x="2626" y="8249"/>
                  </a:lnTo>
                  <a:lnTo>
                    <a:pt x="2626" y="8216"/>
                  </a:lnTo>
                  <a:lnTo>
                    <a:pt x="2492" y="7946"/>
                  </a:lnTo>
                  <a:lnTo>
                    <a:pt x="2424" y="7845"/>
                  </a:lnTo>
                  <a:lnTo>
                    <a:pt x="2290" y="7778"/>
                  </a:lnTo>
                  <a:lnTo>
                    <a:pt x="2155" y="7744"/>
                  </a:lnTo>
                  <a:lnTo>
                    <a:pt x="2020" y="7744"/>
                  </a:lnTo>
                  <a:lnTo>
                    <a:pt x="1987" y="7778"/>
                  </a:lnTo>
                  <a:lnTo>
                    <a:pt x="1953" y="7845"/>
                  </a:lnTo>
                  <a:lnTo>
                    <a:pt x="1953" y="7879"/>
                  </a:lnTo>
                  <a:lnTo>
                    <a:pt x="1987" y="7946"/>
                  </a:lnTo>
                  <a:lnTo>
                    <a:pt x="2054" y="7946"/>
                  </a:lnTo>
                  <a:lnTo>
                    <a:pt x="2155" y="7980"/>
                  </a:lnTo>
                  <a:lnTo>
                    <a:pt x="2222" y="7980"/>
                  </a:lnTo>
                  <a:lnTo>
                    <a:pt x="2290" y="8047"/>
                  </a:lnTo>
                  <a:lnTo>
                    <a:pt x="2357" y="8115"/>
                  </a:lnTo>
                  <a:lnTo>
                    <a:pt x="2391" y="8317"/>
                  </a:lnTo>
                  <a:lnTo>
                    <a:pt x="2424" y="8384"/>
                  </a:lnTo>
                  <a:lnTo>
                    <a:pt x="2458" y="8451"/>
                  </a:lnTo>
                  <a:lnTo>
                    <a:pt x="2121" y="8889"/>
                  </a:lnTo>
                  <a:lnTo>
                    <a:pt x="1751" y="9293"/>
                  </a:lnTo>
                  <a:lnTo>
                    <a:pt x="1717" y="9327"/>
                  </a:lnTo>
                  <a:lnTo>
                    <a:pt x="1751" y="9394"/>
                  </a:lnTo>
                  <a:lnTo>
                    <a:pt x="1684" y="9529"/>
                  </a:lnTo>
                  <a:lnTo>
                    <a:pt x="1650" y="9731"/>
                  </a:lnTo>
                  <a:lnTo>
                    <a:pt x="1650" y="9899"/>
                  </a:lnTo>
                  <a:lnTo>
                    <a:pt x="1684" y="10101"/>
                  </a:lnTo>
                  <a:lnTo>
                    <a:pt x="1751" y="10269"/>
                  </a:lnTo>
                  <a:lnTo>
                    <a:pt x="1852" y="10370"/>
                  </a:lnTo>
                  <a:lnTo>
                    <a:pt x="1987" y="10438"/>
                  </a:lnTo>
                  <a:lnTo>
                    <a:pt x="2290" y="10438"/>
                  </a:lnTo>
                  <a:lnTo>
                    <a:pt x="2424" y="10370"/>
                  </a:lnTo>
                  <a:lnTo>
                    <a:pt x="2626" y="10202"/>
                  </a:lnTo>
                  <a:lnTo>
                    <a:pt x="2997" y="9832"/>
                  </a:lnTo>
                  <a:lnTo>
                    <a:pt x="3468" y="9293"/>
                  </a:lnTo>
                  <a:lnTo>
                    <a:pt x="3906" y="8687"/>
                  </a:lnTo>
                  <a:lnTo>
                    <a:pt x="4579" y="7812"/>
                  </a:lnTo>
                  <a:lnTo>
                    <a:pt x="5320" y="6936"/>
                  </a:lnTo>
                  <a:lnTo>
                    <a:pt x="5993" y="6027"/>
                  </a:lnTo>
                  <a:lnTo>
                    <a:pt x="6330" y="5590"/>
                  </a:lnTo>
                  <a:lnTo>
                    <a:pt x="6633" y="5085"/>
                  </a:lnTo>
                  <a:lnTo>
                    <a:pt x="7239" y="3974"/>
                  </a:lnTo>
                  <a:lnTo>
                    <a:pt x="7576" y="3435"/>
                  </a:lnTo>
                  <a:lnTo>
                    <a:pt x="7946" y="2896"/>
                  </a:lnTo>
                  <a:lnTo>
                    <a:pt x="7946" y="2458"/>
                  </a:lnTo>
                  <a:lnTo>
                    <a:pt x="7306" y="3401"/>
                  </a:lnTo>
                  <a:lnTo>
                    <a:pt x="6801" y="4209"/>
                  </a:lnTo>
                  <a:lnTo>
                    <a:pt x="6330" y="5051"/>
                  </a:lnTo>
                  <a:lnTo>
                    <a:pt x="5825" y="5859"/>
                  </a:lnTo>
                  <a:lnTo>
                    <a:pt x="5556" y="6263"/>
                  </a:lnTo>
                  <a:lnTo>
                    <a:pt x="5253" y="6633"/>
                  </a:lnTo>
                  <a:lnTo>
                    <a:pt x="4344" y="7744"/>
                  </a:lnTo>
                  <a:lnTo>
                    <a:pt x="3468" y="8855"/>
                  </a:lnTo>
                  <a:lnTo>
                    <a:pt x="3064" y="9394"/>
                  </a:lnTo>
                  <a:lnTo>
                    <a:pt x="2593" y="9865"/>
                  </a:lnTo>
                  <a:lnTo>
                    <a:pt x="2391" y="10067"/>
                  </a:lnTo>
                  <a:lnTo>
                    <a:pt x="2256" y="10168"/>
                  </a:lnTo>
                  <a:lnTo>
                    <a:pt x="2121" y="10236"/>
                  </a:lnTo>
                  <a:lnTo>
                    <a:pt x="1987" y="10236"/>
                  </a:lnTo>
                  <a:lnTo>
                    <a:pt x="1919" y="10168"/>
                  </a:lnTo>
                  <a:lnTo>
                    <a:pt x="1886" y="10067"/>
                  </a:lnTo>
                  <a:lnTo>
                    <a:pt x="1852" y="9899"/>
                  </a:lnTo>
                  <a:lnTo>
                    <a:pt x="1886" y="9596"/>
                  </a:lnTo>
                  <a:lnTo>
                    <a:pt x="1919" y="9394"/>
                  </a:lnTo>
                  <a:lnTo>
                    <a:pt x="1919" y="9360"/>
                  </a:lnTo>
                  <a:lnTo>
                    <a:pt x="2155" y="9158"/>
                  </a:lnTo>
                  <a:lnTo>
                    <a:pt x="2391" y="8923"/>
                  </a:lnTo>
                  <a:lnTo>
                    <a:pt x="2795" y="8418"/>
                  </a:lnTo>
                  <a:lnTo>
                    <a:pt x="3165" y="7913"/>
                  </a:lnTo>
                  <a:lnTo>
                    <a:pt x="3569" y="7441"/>
                  </a:lnTo>
                  <a:lnTo>
                    <a:pt x="4074" y="6869"/>
                  </a:lnTo>
                  <a:lnTo>
                    <a:pt x="4546" y="6297"/>
                  </a:lnTo>
                  <a:lnTo>
                    <a:pt x="4983" y="5691"/>
                  </a:lnTo>
                  <a:lnTo>
                    <a:pt x="5354" y="5051"/>
                  </a:lnTo>
                  <a:lnTo>
                    <a:pt x="6229" y="3502"/>
                  </a:lnTo>
                  <a:lnTo>
                    <a:pt x="7071" y="1953"/>
                  </a:lnTo>
                  <a:lnTo>
                    <a:pt x="7946" y="506"/>
                  </a:lnTo>
                  <a:lnTo>
                    <a:pt x="79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5168500" y="24644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80" y="269"/>
                  </a:lnTo>
                  <a:lnTo>
                    <a:pt x="2357" y="236"/>
                  </a:lnTo>
                  <a:lnTo>
                    <a:pt x="2290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9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8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9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2" y="1885"/>
                  </a:lnTo>
                  <a:lnTo>
                    <a:pt x="2525" y="1313"/>
                  </a:lnTo>
                  <a:lnTo>
                    <a:pt x="2492" y="774"/>
                  </a:lnTo>
                  <a:lnTo>
                    <a:pt x="2458" y="202"/>
                  </a:lnTo>
                  <a:lnTo>
                    <a:pt x="2492" y="168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5686975" y="25351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324" y="168"/>
                  </a:moveTo>
                  <a:lnTo>
                    <a:pt x="2256" y="1280"/>
                  </a:lnTo>
                  <a:lnTo>
                    <a:pt x="2223" y="2391"/>
                  </a:lnTo>
                  <a:lnTo>
                    <a:pt x="1718" y="2424"/>
                  </a:lnTo>
                  <a:lnTo>
                    <a:pt x="506" y="2424"/>
                  </a:lnTo>
                  <a:lnTo>
                    <a:pt x="270" y="2458"/>
                  </a:lnTo>
                  <a:lnTo>
                    <a:pt x="236" y="2458"/>
                  </a:lnTo>
                  <a:lnTo>
                    <a:pt x="236" y="2424"/>
                  </a:lnTo>
                  <a:lnTo>
                    <a:pt x="270" y="1886"/>
                  </a:lnTo>
                  <a:lnTo>
                    <a:pt x="270" y="1347"/>
                  </a:lnTo>
                  <a:lnTo>
                    <a:pt x="236" y="775"/>
                  </a:lnTo>
                  <a:lnTo>
                    <a:pt x="169" y="236"/>
                  </a:lnTo>
                  <a:lnTo>
                    <a:pt x="1246" y="269"/>
                  </a:lnTo>
                  <a:lnTo>
                    <a:pt x="1785" y="236"/>
                  </a:lnTo>
                  <a:lnTo>
                    <a:pt x="2324" y="168"/>
                  </a:lnTo>
                  <a:close/>
                  <a:moveTo>
                    <a:pt x="1246" y="0"/>
                  </a:moveTo>
                  <a:lnTo>
                    <a:pt x="674" y="34"/>
                  </a:lnTo>
                  <a:lnTo>
                    <a:pt x="68" y="34"/>
                  </a:lnTo>
                  <a:lnTo>
                    <a:pt x="34" y="101"/>
                  </a:lnTo>
                  <a:lnTo>
                    <a:pt x="34" y="168"/>
                  </a:lnTo>
                  <a:lnTo>
                    <a:pt x="68" y="202"/>
                  </a:lnTo>
                  <a:lnTo>
                    <a:pt x="34" y="775"/>
                  </a:lnTo>
                  <a:lnTo>
                    <a:pt x="1" y="1313"/>
                  </a:lnTo>
                  <a:lnTo>
                    <a:pt x="34" y="1886"/>
                  </a:lnTo>
                  <a:lnTo>
                    <a:pt x="68" y="2424"/>
                  </a:lnTo>
                  <a:lnTo>
                    <a:pt x="68" y="2492"/>
                  </a:lnTo>
                  <a:lnTo>
                    <a:pt x="102" y="2525"/>
                  </a:lnTo>
                  <a:lnTo>
                    <a:pt x="169" y="2525"/>
                  </a:lnTo>
                  <a:lnTo>
                    <a:pt x="203" y="2492"/>
                  </a:lnTo>
                  <a:lnTo>
                    <a:pt x="203" y="2593"/>
                  </a:lnTo>
                  <a:lnTo>
                    <a:pt x="270" y="2626"/>
                  </a:lnTo>
                  <a:lnTo>
                    <a:pt x="472" y="2660"/>
                  </a:lnTo>
                  <a:lnTo>
                    <a:pt x="708" y="2694"/>
                  </a:lnTo>
                  <a:lnTo>
                    <a:pt x="1213" y="2694"/>
                  </a:lnTo>
                  <a:lnTo>
                    <a:pt x="1718" y="2660"/>
                  </a:lnTo>
                  <a:lnTo>
                    <a:pt x="2189" y="2559"/>
                  </a:lnTo>
                  <a:lnTo>
                    <a:pt x="2189" y="2626"/>
                  </a:lnTo>
                  <a:lnTo>
                    <a:pt x="2189" y="2660"/>
                  </a:lnTo>
                  <a:lnTo>
                    <a:pt x="2223" y="2694"/>
                  </a:lnTo>
                  <a:lnTo>
                    <a:pt x="2290" y="2727"/>
                  </a:lnTo>
                  <a:lnTo>
                    <a:pt x="2357" y="2727"/>
                  </a:lnTo>
                  <a:lnTo>
                    <a:pt x="2391" y="2694"/>
                  </a:lnTo>
                  <a:lnTo>
                    <a:pt x="2425" y="2660"/>
                  </a:lnTo>
                  <a:lnTo>
                    <a:pt x="2492" y="2020"/>
                  </a:lnTo>
                  <a:lnTo>
                    <a:pt x="2526" y="1414"/>
                  </a:lnTo>
                  <a:lnTo>
                    <a:pt x="2526" y="775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25" y="101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5796400" y="26066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2"/>
                  </a:lnTo>
                  <a:lnTo>
                    <a:pt x="34" y="2055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8"/>
                  </a:lnTo>
                  <a:lnTo>
                    <a:pt x="270" y="2055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7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8"/>
                  </a:lnTo>
                  <a:lnTo>
                    <a:pt x="2391" y="338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7"/>
                  </a:lnTo>
                  <a:lnTo>
                    <a:pt x="270" y="2358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9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9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1"/>
                  </a:lnTo>
                  <a:lnTo>
                    <a:pt x="2559" y="405"/>
                  </a:lnTo>
                  <a:lnTo>
                    <a:pt x="2526" y="136"/>
                  </a:lnTo>
                  <a:lnTo>
                    <a:pt x="2492" y="136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5818275" y="2619275"/>
              <a:ext cx="16875" cy="16875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1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69" y="237"/>
                  </a:lnTo>
                  <a:lnTo>
                    <a:pt x="338" y="304"/>
                  </a:lnTo>
                  <a:lnTo>
                    <a:pt x="68" y="506"/>
                  </a:lnTo>
                  <a:lnTo>
                    <a:pt x="35" y="573"/>
                  </a:lnTo>
                  <a:lnTo>
                    <a:pt x="68" y="641"/>
                  </a:lnTo>
                  <a:lnTo>
                    <a:pt x="136" y="674"/>
                  </a:lnTo>
                  <a:lnTo>
                    <a:pt x="203" y="674"/>
                  </a:lnTo>
                  <a:lnTo>
                    <a:pt x="405" y="506"/>
                  </a:lnTo>
                  <a:lnTo>
                    <a:pt x="641" y="371"/>
                  </a:lnTo>
                  <a:lnTo>
                    <a:pt x="674" y="304"/>
                  </a:lnTo>
                  <a:lnTo>
                    <a:pt x="674" y="237"/>
                  </a:lnTo>
                  <a:lnTo>
                    <a:pt x="674" y="203"/>
                  </a:lnTo>
                  <a:lnTo>
                    <a:pt x="607" y="169"/>
                  </a:lnTo>
                  <a:lnTo>
                    <a:pt x="338" y="68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5280450" y="2348250"/>
              <a:ext cx="68200" cy="42125"/>
            </a:xfrm>
            <a:custGeom>
              <a:avLst/>
              <a:gdLst/>
              <a:ahLst/>
              <a:cxnLst/>
              <a:rect l="l" t="t" r="r" b="b"/>
              <a:pathLst>
                <a:path w="2728" h="1685" extrusionOk="0">
                  <a:moveTo>
                    <a:pt x="67" y="1"/>
                  </a:moveTo>
                  <a:lnTo>
                    <a:pt x="67" y="68"/>
                  </a:lnTo>
                  <a:lnTo>
                    <a:pt x="34" y="439"/>
                  </a:lnTo>
                  <a:lnTo>
                    <a:pt x="0" y="809"/>
                  </a:lnTo>
                  <a:lnTo>
                    <a:pt x="0" y="1550"/>
                  </a:lnTo>
                  <a:lnTo>
                    <a:pt x="0" y="1617"/>
                  </a:lnTo>
                  <a:lnTo>
                    <a:pt x="67" y="1651"/>
                  </a:lnTo>
                  <a:lnTo>
                    <a:pt x="135" y="1617"/>
                  </a:lnTo>
                  <a:lnTo>
                    <a:pt x="168" y="1550"/>
                  </a:lnTo>
                  <a:lnTo>
                    <a:pt x="202" y="843"/>
                  </a:lnTo>
                  <a:lnTo>
                    <a:pt x="202" y="169"/>
                  </a:lnTo>
                  <a:lnTo>
                    <a:pt x="842" y="203"/>
                  </a:lnTo>
                  <a:lnTo>
                    <a:pt x="1481" y="203"/>
                  </a:lnTo>
                  <a:lnTo>
                    <a:pt x="2054" y="237"/>
                  </a:lnTo>
                  <a:lnTo>
                    <a:pt x="2323" y="237"/>
                  </a:lnTo>
                  <a:lnTo>
                    <a:pt x="2593" y="169"/>
                  </a:lnTo>
                  <a:lnTo>
                    <a:pt x="2525" y="472"/>
                  </a:lnTo>
                  <a:lnTo>
                    <a:pt x="2525" y="809"/>
                  </a:lnTo>
                  <a:lnTo>
                    <a:pt x="2525" y="1415"/>
                  </a:lnTo>
                  <a:lnTo>
                    <a:pt x="875" y="1415"/>
                  </a:lnTo>
                  <a:lnTo>
                    <a:pt x="606" y="1449"/>
                  </a:lnTo>
                  <a:lnTo>
                    <a:pt x="337" y="1516"/>
                  </a:lnTo>
                  <a:lnTo>
                    <a:pt x="606" y="1583"/>
                  </a:lnTo>
                  <a:lnTo>
                    <a:pt x="842" y="1617"/>
                  </a:lnTo>
                  <a:lnTo>
                    <a:pt x="1953" y="1617"/>
                  </a:lnTo>
                  <a:lnTo>
                    <a:pt x="2458" y="1583"/>
                  </a:lnTo>
                  <a:lnTo>
                    <a:pt x="2458" y="1617"/>
                  </a:lnTo>
                  <a:lnTo>
                    <a:pt x="2492" y="1651"/>
                  </a:lnTo>
                  <a:lnTo>
                    <a:pt x="2559" y="1684"/>
                  </a:lnTo>
                  <a:lnTo>
                    <a:pt x="2626" y="1651"/>
                  </a:lnTo>
                  <a:lnTo>
                    <a:pt x="2660" y="1617"/>
                  </a:lnTo>
                  <a:lnTo>
                    <a:pt x="2660" y="1550"/>
                  </a:lnTo>
                  <a:lnTo>
                    <a:pt x="2694" y="1482"/>
                  </a:lnTo>
                  <a:lnTo>
                    <a:pt x="2727" y="775"/>
                  </a:lnTo>
                  <a:lnTo>
                    <a:pt x="2727" y="405"/>
                  </a:lnTo>
                  <a:lnTo>
                    <a:pt x="2660" y="68"/>
                  </a:lnTo>
                  <a:lnTo>
                    <a:pt x="2626" y="68"/>
                  </a:lnTo>
                  <a:lnTo>
                    <a:pt x="2593" y="102"/>
                  </a:lnTo>
                  <a:lnTo>
                    <a:pt x="2357" y="34"/>
                  </a:lnTo>
                  <a:lnTo>
                    <a:pt x="2054" y="1"/>
                  </a:lnTo>
                  <a:lnTo>
                    <a:pt x="505" y="1"/>
                  </a:lnTo>
                  <a:lnTo>
                    <a:pt x="202" y="34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5262775" y="2490500"/>
              <a:ext cx="24425" cy="17700"/>
            </a:xfrm>
            <a:custGeom>
              <a:avLst/>
              <a:gdLst/>
              <a:ahLst/>
              <a:cxnLst/>
              <a:rect l="l" t="t" r="r" b="b"/>
              <a:pathLst>
                <a:path w="977" h="708" extrusionOk="0">
                  <a:moveTo>
                    <a:pt x="875" y="1"/>
                  </a:moveTo>
                  <a:lnTo>
                    <a:pt x="842" y="34"/>
                  </a:lnTo>
                  <a:lnTo>
                    <a:pt x="774" y="135"/>
                  </a:lnTo>
                  <a:lnTo>
                    <a:pt x="707" y="236"/>
                  </a:lnTo>
                  <a:lnTo>
                    <a:pt x="606" y="506"/>
                  </a:lnTo>
                  <a:lnTo>
                    <a:pt x="539" y="371"/>
                  </a:lnTo>
                  <a:lnTo>
                    <a:pt x="471" y="270"/>
                  </a:lnTo>
                  <a:lnTo>
                    <a:pt x="539" y="169"/>
                  </a:lnTo>
                  <a:lnTo>
                    <a:pt x="539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68"/>
                  </a:lnTo>
                  <a:lnTo>
                    <a:pt x="168" y="405"/>
                  </a:lnTo>
                  <a:lnTo>
                    <a:pt x="168" y="337"/>
                  </a:lnTo>
                  <a:lnTo>
                    <a:pt x="135" y="203"/>
                  </a:lnTo>
                  <a:lnTo>
                    <a:pt x="135" y="169"/>
                  </a:lnTo>
                  <a:lnTo>
                    <a:pt x="101" y="135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236"/>
                  </a:lnTo>
                  <a:lnTo>
                    <a:pt x="0" y="371"/>
                  </a:lnTo>
                  <a:lnTo>
                    <a:pt x="67" y="607"/>
                  </a:lnTo>
                  <a:lnTo>
                    <a:pt x="101" y="674"/>
                  </a:lnTo>
                  <a:lnTo>
                    <a:pt x="202" y="674"/>
                  </a:lnTo>
                  <a:lnTo>
                    <a:pt x="236" y="640"/>
                  </a:lnTo>
                  <a:lnTo>
                    <a:pt x="370" y="405"/>
                  </a:lnTo>
                  <a:lnTo>
                    <a:pt x="404" y="472"/>
                  </a:lnTo>
                  <a:lnTo>
                    <a:pt x="505" y="607"/>
                  </a:lnTo>
                  <a:lnTo>
                    <a:pt x="640" y="708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76" y="102"/>
                  </a:lnTo>
                  <a:lnTo>
                    <a:pt x="943" y="34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5240050" y="2466100"/>
              <a:ext cx="63975" cy="61475"/>
            </a:xfrm>
            <a:custGeom>
              <a:avLst/>
              <a:gdLst/>
              <a:ahLst/>
              <a:cxnLst/>
              <a:rect l="l" t="t" r="r" b="b"/>
              <a:pathLst>
                <a:path w="2559" h="2459" extrusionOk="0">
                  <a:moveTo>
                    <a:pt x="168" y="202"/>
                  </a:moveTo>
                  <a:lnTo>
                    <a:pt x="707" y="236"/>
                  </a:lnTo>
                  <a:lnTo>
                    <a:pt x="1246" y="270"/>
                  </a:lnTo>
                  <a:lnTo>
                    <a:pt x="2323" y="236"/>
                  </a:lnTo>
                  <a:lnTo>
                    <a:pt x="2323" y="707"/>
                  </a:lnTo>
                  <a:lnTo>
                    <a:pt x="2323" y="1145"/>
                  </a:lnTo>
                  <a:lnTo>
                    <a:pt x="2323" y="1684"/>
                  </a:lnTo>
                  <a:lnTo>
                    <a:pt x="2323" y="2222"/>
                  </a:lnTo>
                  <a:lnTo>
                    <a:pt x="2087" y="2189"/>
                  </a:lnTo>
                  <a:lnTo>
                    <a:pt x="606" y="2189"/>
                  </a:lnTo>
                  <a:lnTo>
                    <a:pt x="337" y="2256"/>
                  </a:lnTo>
                  <a:lnTo>
                    <a:pt x="303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8" y="202"/>
                  </a:lnTo>
                  <a:close/>
                  <a:moveTo>
                    <a:pt x="707" y="0"/>
                  </a:moveTo>
                  <a:lnTo>
                    <a:pt x="168" y="34"/>
                  </a:lnTo>
                  <a:lnTo>
                    <a:pt x="101" y="68"/>
                  </a:lnTo>
                  <a:lnTo>
                    <a:pt x="67" y="135"/>
                  </a:lnTo>
                  <a:lnTo>
                    <a:pt x="34" y="371"/>
                  </a:lnTo>
                  <a:lnTo>
                    <a:pt x="0" y="640"/>
                  </a:lnTo>
                  <a:lnTo>
                    <a:pt x="34" y="1145"/>
                  </a:lnTo>
                  <a:lnTo>
                    <a:pt x="67" y="1751"/>
                  </a:lnTo>
                  <a:lnTo>
                    <a:pt x="101" y="2054"/>
                  </a:lnTo>
                  <a:lnTo>
                    <a:pt x="168" y="2323"/>
                  </a:lnTo>
                  <a:lnTo>
                    <a:pt x="168" y="2391"/>
                  </a:lnTo>
                  <a:lnTo>
                    <a:pt x="303" y="2391"/>
                  </a:lnTo>
                  <a:lnTo>
                    <a:pt x="539" y="2424"/>
                  </a:lnTo>
                  <a:lnTo>
                    <a:pt x="1279" y="2424"/>
                  </a:lnTo>
                  <a:lnTo>
                    <a:pt x="1818" y="2458"/>
                  </a:lnTo>
                  <a:lnTo>
                    <a:pt x="2087" y="2458"/>
                  </a:lnTo>
                  <a:lnTo>
                    <a:pt x="2357" y="2424"/>
                  </a:lnTo>
                  <a:lnTo>
                    <a:pt x="2390" y="2458"/>
                  </a:lnTo>
                  <a:lnTo>
                    <a:pt x="2424" y="2458"/>
                  </a:lnTo>
                  <a:lnTo>
                    <a:pt x="2458" y="2424"/>
                  </a:lnTo>
                  <a:lnTo>
                    <a:pt x="2491" y="2391"/>
                  </a:lnTo>
                  <a:lnTo>
                    <a:pt x="2525" y="2121"/>
                  </a:lnTo>
                  <a:lnTo>
                    <a:pt x="2559" y="1852"/>
                  </a:lnTo>
                  <a:lnTo>
                    <a:pt x="2525" y="1313"/>
                  </a:lnTo>
                  <a:lnTo>
                    <a:pt x="2525" y="707"/>
                  </a:lnTo>
                  <a:lnTo>
                    <a:pt x="2525" y="404"/>
                  </a:lnTo>
                  <a:lnTo>
                    <a:pt x="2458" y="101"/>
                  </a:lnTo>
                  <a:lnTo>
                    <a:pt x="2424" y="68"/>
                  </a:lnTo>
                  <a:lnTo>
                    <a:pt x="2390" y="34"/>
                  </a:lnTo>
                  <a:lnTo>
                    <a:pt x="2323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5209725" y="2556150"/>
              <a:ext cx="15175" cy="23600"/>
            </a:xfrm>
            <a:custGeom>
              <a:avLst/>
              <a:gdLst/>
              <a:ahLst/>
              <a:cxnLst/>
              <a:rect l="l" t="t" r="r" b="b"/>
              <a:pathLst>
                <a:path w="607" h="944" extrusionOk="0">
                  <a:moveTo>
                    <a:pt x="338" y="1"/>
                  </a:moveTo>
                  <a:lnTo>
                    <a:pt x="270" y="35"/>
                  </a:lnTo>
                  <a:lnTo>
                    <a:pt x="237" y="68"/>
                  </a:lnTo>
                  <a:lnTo>
                    <a:pt x="102" y="506"/>
                  </a:lnTo>
                  <a:lnTo>
                    <a:pt x="35" y="641"/>
                  </a:lnTo>
                  <a:lnTo>
                    <a:pt x="1" y="742"/>
                  </a:lnTo>
                  <a:lnTo>
                    <a:pt x="35" y="843"/>
                  </a:lnTo>
                  <a:lnTo>
                    <a:pt x="68" y="876"/>
                  </a:lnTo>
                  <a:lnTo>
                    <a:pt x="169" y="809"/>
                  </a:lnTo>
                  <a:lnTo>
                    <a:pt x="237" y="742"/>
                  </a:lnTo>
                  <a:lnTo>
                    <a:pt x="371" y="742"/>
                  </a:lnTo>
                  <a:lnTo>
                    <a:pt x="405" y="809"/>
                  </a:lnTo>
                  <a:lnTo>
                    <a:pt x="439" y="910"/>
                  </a:lnTo>
                  <a:lnTo>
                    <a:pt x="472" y="944"/>
                  </a:lnTo>
                  <a:lnTo>
                    <a:pt x="540" y="944"/>
                  </a:lnTo>
                  <a:lnTo>
                    <a:pt x="573" y="910"/>
                  </a:lnTo>
                  <a:lnTo>
                    <a:pt x="607" y="843"/>
                  </a:lnTo>
                  <a:lnTo>
                    <a:pt x="573" y="708"/>
                  </a:lnTo>
                  <a:lnTo>
                    <a:pt x="607" y="674"/>
                  </a:lnTo>
                  <a:lnTo>
                    <a:pt x="607" y="641"/>
                  </a:lnTo>
                  <a:lnTo>
                    <a:pt x="607" y="607"/>
                  </a:lnTo>
                  <a:lnTo>
                    <a:pt x="573" y="607"/>
                  </a:lnTo>
                  <a:lnTo>
                    <a:pt x="540" y="472"/>
                  </a:lnTo>
                  <a:lnTo>
                    <a:pt x="439" y="68"/>
                  </a:lnTo>
                  <a:lnTo>
                    <a:pt x="405" y="35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5254350" y="2536800"/>
              <a:ext cx="63150" cy="61475"/>
            </a:xfrm>
            <a:custGeom>
              <a:avLst/>
              <a:gdLst/>
              <a:ahLst/>
              <a:cxnLst/>
              <a:rect l="l" t="t" r="r" b="b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5278750" y="2560375"/>
              <a:ext cx="16025" cy="21900"/>
            </a:xfrm>
            <a:custGeom>
              <a:avLst/>
              <a:gdLst/>
              <a:ahLst/>
              <a:cxnLst/>
              <a:rect l="l" t="t" r="r" b="b"/>
              <a:pathLst>
                <a:path w="641" h="876" extrusionOk="0">
                  <a:moveTo>
                    <a:pt x="337" y="0"/>
                  </a:moveTo>
                  <a:lnTo>
                    <a:pt x="203" y="68"/>
                  </a:lnTo>
                  <a:lnTo>
                    <a:pt x="135" y="101"/>
                  </a:lnTo>
                  <a:lnTo>
                    <a:pt x="102" y="169"/>
                  </a:lnTo>
                  <a:lnTo>
                    <a:pt x="102" y="236"/>
                  </a:lnTo>
                  <a:lnTo>
                    <a:pt x="102" y="303"/>
                  </a:lnTo>
                  <a:lnTo>
                    <a:pt x="169" y="438"/>
                  </a:lnTo>
                  <a:lnTo>
                    <a:pt x="270" y="505"/>
                  </a:lnTo>
                  <a:lnTo>
                    <a:pt x="438" y="573"/>
                  </a:lnTo>
                  <a:lnTo>
                    <a:pt x="405" y="606"/>
                  </a:lnTo>
                  <a:lnTo>
                    <a:pt x="371" y="674"/>
                  </a:lnTo>
                  <a:lnTo>
                    <a:pt x="304" y="707"/>
                  </a:lnTo>
                  <a:lnTo>
                    <a:pt x="236" y="707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34" y="775"/>
                  </a:lnTo>
                  <a:lnTo>
                    <a:pt x="135" y="842"/>
                  </a:lnTo>
                  <a:lnTo>
                    <a:pt x="236" y="876"/>
                  </a:lnTo>
                  <a:lnTo>
                    <a:pt x="337" y="876"/>
                  </a:lnTo>
                  <a:lnTo>
                    <a:pt x="472" y="842"/>
                  </a:lnTo>
                  <a:lnTo>
                    <a:pt x="539" y="775"/>
                  </a:lnTo>
                  <a:lnTo>
                    <a:pt x="607" y="674"/>
                  </a:lnTo>
                  <a:lnTo>
                    <a:pt x="640" y="573"/>
                  </a:lnTo>
                  <a:lnTo>
                    <a:pt x="607" y="438"/>
                  </a:lnTo>
                  <a:lnTo>
                    <a:pt x="573" y="404"/>
                  </a:lnTo>
                  <a:lnTo>
                    <a:pt x="506" y="371"/>
                  </a:lnTo>
                  <a:lnTo>
                    <a:pt x="371" y="337"/>
                  </a:lnTo>
                  <a:lnTo>
                    <a:pt x="304" y="303"/>
                  </a:lnTo>
                  <a:lnTo>
                    <a:pt x="304" y="236"/>
                  </a:lnTo>
                  <a:lnTo>
                    <a:pt x="304" y="202"/>
                  </a:lnTo>
                  <a:lnTo>
                    <a:pt x="371" y="169"/>
                  </a:lnTo>
                  <a:lnTo>
                    <a:pt x="539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5181125" y="25359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886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9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8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8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80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8" y="2223"/>
                  </a:lnTo>
                  <a:lnTo>
                    <a:pt x="1818" y="2189"/>
                  </a:lnTo>
                  <a:lnTo>
                    <a:pt x="1280" y="2189"/>
                  </a:lnTo>
                  <a:lnTo>
                    <a:pt x="202" y="2223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5315800" y="2629375"/>
              <a:ext cx="20225" cy="19400"/>
            </a:xfrm>
            <a:custGeom>
              <a:avLst/>
              <a:gdLst/>
              <a:ahLst/>
              <a:cxnLst/>
              <a:rect l="l" t="t" r="r" b="b"/>
              <a:pathLst>
                <a:path w="809" h="776" extrusionOk="0">
                  <a:moveTo>
                    <a:pt x="741" y="1"/>
                  </a:moveTo>
                  <a:lnTo>
                    <a:pt x="539" y="102"/>
                  </a:lnTo>
                  <a:lnTo>
                    <a:pt x="404" y="237"/>
                  </a:lnTo>
                  <a:lnTo>
                    <a:pt x="202" y="102"/>
                  </a:lnTo>
                  <a:lnTo>
                    <a:pt x="135" y="102"/>
                  </a:lnTo>
                  <a:lnTo>
                    <a:pt x="101" y="169"/>
                  </a:lnTo>
                  <a:lnTo>
                    <a:pt x="101" y="203"/>
                  </a:lnTo>
                  <a:lnTo>
                    <a:pt x="269" y="371"/>
                  </a:lnTo>
                  <a:lnTo>
                    <a:pt x="168" y="472"/>
                  </a:lnTo>
                  <a:lnTo>
                    <a:pt x="67" y="573"/>
                  </a:lnTo>
                  <a:lnTo>
                    <a:pt x="34" y="607"/>
                  </a:lnTo>
                  <a:lnTo>
                    <a:pt x="0" y="674"/>
                  </a:lnTo>
                  <a:lnTo>
                    <a:pt x="34" y="742"/>
                  </a:lnTo>
                  <a:lnTo>
                    <a:pt x="101" y="775"/>
                  </a:lnTo>
                  <a:lnTo>
                    <a:pt x="202" y="742"/>
                  </a:lnTo>
                  <a:lnTo>
                    <a:pt x="303" y="674"/>
                  </a:lnTo>
                  <a:lnTo>
                    <a:pt x="438" y="472"/>
                  </a:lnTo>
                  <a:lnTo>
                    <a:pt x="673" y="573"/>
                  </a:lnTo>
                  <a:lnTo>
                    <a:pt x="741" y="573"/>
                  </a:lnTo>
                  <a:lnTo>
                    <a:pt x="808" y="506"/>
                  </a:lnTo>
                  <a:lnTo>
                    <a:pt x="774" y="439"/>
                  </a:lnTo>
                  <a:lnTo>
                    <a:pt x="741" y="371"/>
                  </a:lnTo>
                  <a:lnTo>
                    <a:pt x="572" y="338"/>
                  </a:lnTo>
                  <a:lnTo>
                    <a:pt x="640" y="270"/>
                  </a:lnTo>
                  <a:lnTo>
                    <a:pt x="774" y="35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5345250" y="2394550"/>
              <a:ext cx="64825" cy="62300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5417625" y="2393700"/>
              <a:ext cx="63175" cy="68225"/>
            </a:xfrm>
            <a:custGeom>
              <a:avLst/>
              <a:gdLst/>
              <a:ahLst/>
              <a:cxnLst/>
              <a:rect l="l" t="t" r="r" b="b"/>
              <a:pathLst>
                <a:path w="2527" h="2729" extrusionOk="0">
                  <a:moveTo>
                    <a:pt x="203" y="169"/>
                  </a:moveTo>
                  <a:lnTo>
                    <a:pt x="742" y="237"/>
                  </a:lnTo>
                  <a:lnTo>
                    <a:pt x="1280" y="270"/>
                  </a:lnTo>
                  <a:lnTo>
                    <a:pt x="2358" y="237"/>
                  </a:lnTo>
                  <a:lnTo>
                    <a:pt x="2290" y="775"/>
                  </a:lnTo>
                  <a:lnTo>
                    <a:pt x="2257" y="1348"/>
                  </a:lnTo>
                  <a:lnTo>
                    <a:pt x="2257" y="1886"/>
                  </a:lnTo>
                  <a:lnTo>
                    <a:pt x="2290" y="2425"/>
                  </a:lnTo>
                  <a:lnTo>
                    <a:pt x="2290" y="2459"/>
                  </a:lnTo>
                  <a:lnTo>
                    <a:pt x="2257" y="2459"/>
                  </a:lnTo>
                  <a:lnTo>
                    <a:pt x="2021" y="2425"/>
                  </a:lnTo>
                  <a:lnTo>
                    <a:pt x="809" y="2425"/>
                  </a:lnTo>
                  <a:lnTo>
                    <a:pt x="304" y="2391"/>
                  </a:lnTo>
                  <a:lnTo>
                    <a:pt x="237" y="1280"/>
                  </a:lnTo>
                  <a:lnTo>
                    <a:pt x="203" y="169"/>
                  </a:lnTo>
                  <a:close/>
                  <a:moveTo>
                    <a:pt x="742" y="1"/>
                  </a:moveTo>
                  <a:lnTo>
                    <a:pt x="169" y="35"/>
                  </a:lnTo>
                  <a:lnTo>
                    <a:pt x="136" y="35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775"/>
                  </a:lnTo>
                  <a:lnTo>
                    <a:pt x="1" y="1415"/>
                  </a:lnTo>
                  <a:lnTo>
                    <a:pt x="35" y="2021"/>
                  </a:lnTo>
                  <a:lnTo>
                    <a:pt x="102" y="2661"/>
                  </a:lnTo>
                  <a:lnTo>
                    <a:pt x="136" y="2694"/>
                  </a:lnTo>
                  <a:lnTo>
                    <a:pt x="169" y="2728"/>
                  </a:lnTo>
                  <a:lnTo>
                    <a:pt x="237" y="2728"/>
                  </a:lnTo>
                  <a:lnTo>
                    <a:pt x="304" y="2694"/>
                  </a:lnTo>
                  <a:lnTo>
                    <a:pt x="338" y="2661"/>
                  </a:lnTo>
                  <a:lnTo>
                    <a:pt x="338" y="2627"/>
                  </a:lnTo>
                  <a:lnTo>
                    <a:pt x="338" y="2560"/>
                  </a:lnTo>
                  <a:lnTo>
                    <a:pt x="809" y="2661"/>
                  </a:lnTo>
                  <a:lnTo>
                    <a:pt x="1314" y="2694"/>
                  </a:lnTo>
                  <a:lnTo>
                    <a:pt x="1819" y="2694"/>
                  </a:lnTo>
                  <a:lnTo>
                    <a:pt x="2055" y="2661"/>
                  </a:lnTo>
                  <a:lnTo>
                    <a:pt x="2257" y="2627"/>
                  </a:lnTo>
                  <a:lnTo>
                    <a:pt x="2324" y="2593"/>
                  </a:lnTo>
                  <a:lnTo>
                    <a:pt x="2324" y="2492"/>
                  </a:lnTo>
                  <a:lnTo>
                    <a:pt x="2358" y="2526"/>
                  </a:lnTo>
                  <a:lnTo>
                    <a:pt x="2391" y="2526"/>
                  </a:lnTo>
                  <a:lnTo>
                    <a:pt x="2459" y="2492"/>
                  </a:lnTo>
                  <a:lnTo>
                    <a:pt x="2459" y="2425"/>
                  </a:lnTo>
                  <a:lnTo>
                    <a:pt x="2492" y="1886"/>
                  </a:lnTo>
                  <a:lnTo>
                    <a:pt x="2526" y="1314"/>
                  </a:lnTo>
                  <a:lnTo>
                    <a:pt x="2492" y="775"/>
                  </a:lnTo>
                  <a:lnTo>
                    <a:pt x="2459" y="203"/>
                  </a:lnTo>
                  <a:lnTo>
                    <a:pt x="2492" y="169"/>
                  </a:lnTo>
                  <a:lnTo>
                    <a:pt x="2492" y="102"/>
                  </a:lnTo>
                  <a:lnTo>
                    <a:pt x="2459" y="35"/>
                  </a:lnTo>
                  <a:lnTo>
                    <a:pt x="1853" y="35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5292225" y="26066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5"/>
                  </a:lnTo>
                  <a:lnTo>
                    <a:pt x="337" y="68"/>
                  </a:lnTo>
                  <a:lnTo>
                    <a:pt x="236" y="136"/>
                  </a:lnTo>
                  <a:lnTo>
                    <a:pt x="303" y="203"/>
                  </a:lnTo>
                  <a:lnTo>
                    <a:pt x="404" y="237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8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6"/>
                  </a:lnTo>
                  <a:lnTo>
                    <a:pt x="2357" y="1684"/>
                  </a:lnTo>
                  <a:lnTo>
                    <a:pt x="2357" y="1954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2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6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3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9"/>
                  </a:lnTo>
                  <a:lnTo>
                    <a:pt x="270" y="2459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9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9"/>
                  </a:lnTo>
                  <a:lnTo>
                    <a:pt x="2458" y="2425"/>
                  </a:lnTo>
                  <a:lnTo>
                    <a:pt x="2492" y="2459"/>
                  </a:lnTo>
                  <a:lnTo>
                    <a:pt x="2526" y="2459"/>
                  </a:lnTo>
                  <a:lnTo>
                    <a:pt x="2559" y="2425"/>
                  </a:lnTo>
                  <a:lnTo>
                    <a:pt x="2593" y="2156"/>
                  </a:lnTo>
                  <a:lnTo>
                    <a:pt x="2593" y="1886"/>
                  </a:lnTo>
                  <a:lnTo>
                    <a:pt x="2593" y="1348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6" y="35"/>
                  </a:lnTo>
                  <a:lnTo>
                    <a:pt x="2458" y="35"/>
                  </a:lnTo>
                  <a:lnTo>
                    <a:pt x="2458" y="68"/>
                  </a:lnTo>
                  <a:lnTo>
                    <a:pt x="2425" y="169"/>
                  </a:lnTo>
                  <a:lnTo>
                    <a:pt x="1852" y="102"/>
                  </a:lnTo>
                  <a:lnTo>
                    <a:pt x="1246" y="35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5227400" y="2424000"/>
              <a:ext cx="19400" cy="22750"/>
            </a:xfrm>
            <a:custGeom>
              <a:avLst/>
              <a:gdLst/>
              <a:ahLst/>
              <a:cxnLst/>
              <a:rect l="l" t="t" r="r" b="b"/>
              <a:pathLst>
                <a:path w="776" h="910" extrusionOk="0">
                  <a:moveTo>
                    <a:pt x="304" y="1"/>
                  </a:moveTo>
                  <a:lnTo>
                    <a:pt x="169" y="68"/>
                  </a:lnTo>
                  <a:lnTo>
                    <a:pt x="136" y="136"/>
                  </a:lnTo>
                  <a:lnTo>
                    <a:pt x="102" y="169"/>
                  </a:lnTo>
                  <a:lnTo>
                    <a:pt x="136" y="237"/>
                  </a:lnTo>
                  <a:lnTo>
                    <a:pt x="169" y="270"/>
                  </a:lnTo>
                  <a:lnTo>
                    <a:pt x="203" y="270"/>
                  </a:lnTo>
                  <a:lnTo>
                    <a:pt x="371" y="203"/>
                  </a:lnTo>
                  <a:lnTo>
                    <a:pt x="237" y="472"/>
                  </a:lnTo>
                  <a:lnTo>
                    <a:pt x="35" y="742"/>
                  </a:lnTo>
                  <a:lnTo>
                    <a:pt x="1" y="809"/>
                  </a:lnTo>
                  <a:lnTo>
                    <a:pt x="1" y="843"/>
                  </a:lnTo>
                  <a:lnTo>
                    <a:pt x="35" y="910"/>
                  </a:lnTo>
                  <a:lnTo>
                    <a:pt x="102" y="910"/>
                  </a:lnTo>
                  <a:lnTo>
                    <a:pt x="439" y="876"/>
                  </a:lnTo>
                  <a:lnTo>
                    <a:pt x="607" y="876"/>
                  </a:lnTo>
                  <a:lnTo>
                    <a:pt x="742" y="809"/>
                  </a:lnTo>
                  <a:lnTo>
                    <a:pt x="775" y="775"/>
                  </a:lnTo>
                  <a:lnTo>
                    <a:pt x="775" y="742"/>
                  </a:lnTo>
                  <a:lnTo>
                    <a:pt x="775" y="708"/>
                  </a:lnTo>
                  <a:lnTo>
                    <a:pt x="742" y="674"/>
                  </a:lnTo>
                  <a:lnTo>
                    <a:pt x="439" y="674"/>
                  </a:lnTo>
                  <a:lnTo>
                    <a:pt x="338" y="708"/>
                  </a:lnTo>
                  <a:lnTo>
                    <a:pt x="506" y="439"/>
                  </a:lnTo>
                  <a:lnTo>
                    <a:pt x="607" y="136"/>
                  </a:lnTo>
                  <a:lnTo>
                    <a:pt x="607" y="68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278750" y="2395400"/>
              <a:ext cx="57275" cy="62300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6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4" y="472"/>
                  </a:lnTo>
                  <a:lnTo>
                    <a:pt x="2054" y="707"/>
                  </a:lnTo>
                  <a:lnTo>
                    <a:pt x="2054" y="1145"/>
                  </a:lnTo>
                  <a:lnTo>
                    <a:pt x="2054" y="1717"/>
                  </a:lnTo>
                  <a:lnTo>
                    <a:pt x="2054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5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6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6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6" y="68"/>
                  </a:lnTo>
                  <a:lnTo>
                    <a:pt x="2189" y="34"/>
                  </a:lnTo>
                  <a:lnTo>
                    <a:pt x="943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5298950" y="2424000"/>
              <a:ext cx="18550" cy="26975"/>
            </a:xfrm>
            <a:custGeom>
              <a:avLst/>
              <a:gdLst/>
              <a:ahLst/>
              <a:cxnLst/>
              <a:rect l="l" t="t" r="r" b="b"/>
              <a:pathLst>
                <a:path w="742" h="1079" extrusionOk="0">
                  <a:moveTo>
                    <a:pt x="337" y="1"/>
                  </a:moveTo>
                  <a:lnTo>
                    <a:pt x="236" y="35"/>
                  </a:lnTo>
                  <a:lnTo>
                    <a:pt x="135" y="102"/>
                  </a:lnTo>
                  <a:lnTo>
                    <a:pt x="34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68" y="338"/>
                  </a:lnTo>
                  <a:lnTo>
                    <a:pt x="135" y="304"/>
                  </a:lnTo>
                  <a:lnTo>
                    <a:pt x="236" y="237"/>
                  </a:lnTo>
                  <a:lnTo>
                    <a:pt x="337" y="203"/>
                  </a:lnTo>
                  <a:lnTo>
                    <a:pt x="371" y="169"/>
                  </a:lnTo>
                  <a:lnTo>
                    <a:pt x="438" y="203"/>
                  </a:lnTo>
                  <a:lnTo>
                    <a:pt x="438" y="237"/>
                  </a:lnTo>
                  <a:lnTo>
                    <a:pt x="472" y="304"/>
                  </a:lnTo>
                  <a:lnTo>
                    <a:pt x="371" y="371"/>
                  </a:lnTo>
                  <a:lnTo>
                    <a:pt x="270" y="506"/>
                  </a:lnTo>
                  <a:lnTo>
                    <a:pt x="169" y="674"/>
                  </a:lnTo>
                  <a:lnTo>
                    <a:pt x="169" y="708"/>
                  </a:lnTo>
                  <a:lnTo>
                    <a:pt x="203" y="775"/>
                  </a:lnTo>
                  <a:lnTo>
                    <a:pt x="472" y="775"/>
                  </a:lnTo>
                  <a:lnTo>
                    <a:pt x="472" y="910"/>
                  </a:lnTo>
                  <a:lnTo>
                    <a:pt x="203" y="910"/>
                  </a:lnTo>
                  <a:lnTo>
                    <a:pt x="169" y="944"/>
                  </a:lnTo>
                  <a:lnTo>
                    <a:pt x="169" y="1011"/>
                  </a:lnTo>
                  <a:lnTo>
                    <a:pt x="236" y="1045"/>
                  </a:lnTo>
                  <a:lnTo>
                    <a:pt x="337" y="1078"/>
                  </a:lnTo>
                  <a:lnTo>
                    <a:pt x="506" y="1078"/>
                  </a:lnTo>
                  <a:lnTo>
                    <a:pt x="607" y="1045"/>
                  </a:lnTo>
                  <a:lnTo>
                    <a:pt x="674" y="977"/>
                  </a:lnTo>
                  <a:lnTo>
                    <a:pt x="708" y="910"/>
                  </a:lnTo>
                  <a:lnTo>
                    <a:pt x="741" y="843"/>
                  </a:lnTo>
                  <a:lnTo>
                    <a:pt x="708" y="708"/>
                  </a:lnTo>
                  <a:lnTo>
                    <a:pt x="640" y="641"/>
                  </a:lnTo>
                  <a:lnTo>
                    <a:pt x="539" y="607"/>
                  </a:lnTo>
                  <a:lnTo>
                    <a:pt x="438" y="573"/>
                  </a:lnTo>
                  <a:lnTo>
                    <a:pt x="539" y="472"/>
                  </a:lnTo>
                  <a:lnTo>
                    <a:pt x="607" y="371"/>
                  </a:lnTo>
                  <a:lnTo>
                    <a:pt x="640" y="270"/>
                  </a:lnTo>
                  <a:lnTo>
                    <a:pt x="607" y="136"/>
                  </a:lnTo>
                  <a:lnTo>
                    <a:pt x="573" y="68"/>
                  </a:lnTo>
                  <a:lnTo>
                    <a:pt x="472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5273700" y="23970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5206375" y="2345725"/>
              <a:ext cx="69050" cy="47175"/>
            </a:xfrm>
            <a:custGeom>
              <a:avLst/>
              <a:gdLst/>
              <a:ahLst/>
              <a:cxnLst/>
              <a:rect l="l" t="t" r="r" b="b"/>
              <a:pathLst>
                <a:path w="2762" h="1887" extrusionOk="0">
                  <a:moveTo>
                    <a:pt x="1414" y="1"/>
                  </a:moveTo>
                  <a:lnTo>
                    <a:pt x="1078" y="34"/>
                  </a:lnTo>
                  <a:lnTo>
                    <a:pt x="741" y="68"/>
                  </a:lnTo>
                  <a:lnTo>
                    <a:pt x="404" y="102"/>
                  </a:lnTo>
                  <a:lnTo>
                    <a:pt x="101" y="203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607"/>
                  </a:lnTo>
                  <a:lnTo>
                    <a:pt x="34" y="1011"/>
                  </a:lnTo>
                  <a:lnTo>
                    <a:pt x="34" y="1348"/>
                  </a:lnTo>
                  <a:lnTo>
                    <a:pt x="101" y="1684"/>
                  </a:lnTo>
                  <a:lnTo>
                    <a:pt x="135" y="1718"/>
                  </a:lnTo>
                  <a:lnTo>
                    <a:pt x="236" y="1718"/>
                  </a:lnTo>
                  <a:lnTo>
                    <a:pt x="236" y="1651"/>
                  </a:lnTo>
                  <a:lnTo>
                    <a:pt x="236" y="1280"/>
                  </a:lnTo>
                  <a:lnTo>
                    <a:pt x="202" y="876"/>
                  </a:lnTo>
                  <a:lnTo>
                    <a:pt x="169" y="573"/>
                  </a:lnTo>
                  <a:lnTo>
                    <a:pt x="101" y="237"/>
                  </a:lnTo>
                  <a:lnTo>
                    <a:pt x="438" y="270"/>
                  </a:lnTo>
                  <a:lnTo>
                    <a:pt x="741" y="304"/>
                  </a:lnTo>
                  <a:lnTo>
                    <a:pt x="1347" y="270"/>
                  </a:lnTo>
                  <a:lnTo>
                    <a:pt x="1987" y="270"/>
                  </a:lnTo>
                  <a:lnTo>
                    <a:pt x="2290" y="304"/>
                  </a:lnTo>
                  <a:lnTo>
                    <a:pt x="2593" y="338"/>
                  </a:lnTo>
                  <a:lnTo>
                    <a:pt x="2559" y="540"/>
                  </a:lnTo>
                  <a:lnTo>
                    <a:pt x="2525" y="775"/>
                  </a:lnTo>
                  <a:lnTo>
                    <a:pt x="2525" y="1213"/>
                  </a:lnTo>
                  <a:lnTo>
                    <a:pt x="2559" y="1684"/>
                  </a:lnTo>
                  <a:lnTo>
                    <a:pt x="2559" y="1684"/>
                  </a:lnTo>
                  <a:lnTo>
                    <a:pt x="2256" y="1651"/>
                  </a:lnTo>
                  <a:lnTo>
                    <a:pt x="1414" y="1651"/>
                  </a:lnTo>
                  <a:lnTo>
                    <a:pt x="842" y="1583"/>
                  </a:lnTo>
                  <a:lnTo>
                    <a:pt x="539" y="1583"/>
                  </a:lnTo>
                  <a:lnTo>
                    <a:pt x="270" y="1651"/>
                  </a:lnTo>
                  <a:lnTo>
                    <a:pt x="505" y="1752"/>
                  </a:lnTo>
                  <a:lnTo>
                    <a:pt x="741" y="1785"/>
                  </a:lnTo>
                  <a:lnTo>
                    <a:pt x="1280" y="1819"/>
                  </a:lnTo>
                  <a:lnTo>
                    <a:pt x="1583" y="1853"/>
                  </a:lnTo>
                  <a:lnTo>
                    <a:pt x="1953" y="1886"/>
                  </a:lnTo>
                  <a:lnTo>
                    <a:pt x="2290" y="1853"/>
                  </a:lnTo>
                  <a:lnTo>
                    <a:pt x="2593" y="1785"/>
                  </a:lnTo>
                  <a:lnTo>
                    <a:pt x="2694" y="1785"/>
                  </a:lnTo>
                  <a:lnTo>
                    <a:pt x="2727" y="1752"/>
                  </a:lnTo>
                  <a:lnTo>
                    <a:pt x="2727" y="1718"/>
                  </a:lnTo>
                  <a:lnTo>
                    <a:pt x="2694" y="876"/>
                  </a:lnTo>
                  <a:lnTo>
                    <a:pt x="2727" y="607"/>
                  </a:lnTo>
                  <a:lnTo>
                    <a:pt x="2727" y="338"/>
                  </a:lnTo>
                  <a:lnTo>
                    <a:pt x="2761" y="304"/>
                  </a:lnTo>
                  <a:lnTo>
                    <a:pt x="2761" y="237"/>
                  </a:lnTo>
                  <a:lnTo>
                    <a:pt x="2761" y="169"/>
                  </a:lnTo>
                  <a:lnTo>
                    <a:pt x="2694" y="135"/>
                  </a:lnTo>
                  <a:lnTo>
                    <a:pt x="2391" y="68"/>
                  </a:lnTo>
                  <a:lnTo>
                    <a:pt x="2054" y="34"/>
                  </a:lnTo>
                  <a:lnTo>
                    <a:pt x="1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5190375" y="2485450"/>
              <a:ext cx="20225" cy="26125"/>
            </a:xfrm>
            <a:custGeom>
              <a:avLst/>
              <a:gdLst/>
              <a:ahLst/>
              <a:cxnLst/>
              <a:rect l="l" t="t" r="r" b="b"/>
              <a:pathLst>
                <a:path w="809" h="1045" extrusionOk="0">
                  <a:moveTo>
                    <a:pt x="472" y="236"/>
                  </a:moveTo>
                  <a:lnTo>
                    <a:pt x="506" y="270"/>
                  </a:lnTo>
                  <a:lnTo>
                    <a:pt x="506" y="371"/>
                  </a:lnTo>
                  <a:lnTo>
                    <a:pt x="472" y="438"/>
                  </a:lnTo>
                  <a:lnTo>
                    <a:pt x="438" y="506"/>
                  </a:lnTo>
                  <a:lnTo>
                    <a:pt x="371" y="539"/>
                  </a:lnTo>
                  <a:lnTo>
                    <a:pt x="236" y="573"/>
                  </a:lnTo>
                  <a:lnTo>
                    <a:pt x="236" y="438"/>
                  </a:lnTo>
                  <a:lnTo>
                    <a:pt x="304" y="337"/>
                  </a:lnTo>
                  <a:lnTo>
                    <a:pt x="371" y="270"/>
                  </a:lnTo>
                  <a:lnTo>
                    <a:pt x="405" y="270"/>
                  </a:lnTo>
                  <a:lnTo>
                    <a:pt x="472" y="236"/>
                  </a:lnTo>
                  <a:close/>
                  <a:moveTo>
                    <a:pt x="438" y="1"/>
                  </a:moveTo>
                  <a:lnTo>
                    <a:pt x="337" y="34"/>
                  </a:lnTo>
                  <a:lnTo>
                    <a:pt x="236" y="102"/>
                  </a:lnTo>
                  <a:lnTo>
                    <a:pt x="169" y="169"/>
                  </a:lnTo>
                  <a:lnTo>
                    <a:pt x="68" y="337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1"/>
                  </a:lnTo>
                  <a:lnTo>
                    <a:pt x="135" y="809"/>
                  </a:lnTo>
                  <a:lnTo>
                    <a:pt x="304" y="809"/>
                  </a:lnTo>
                  <a:lnTo>
                    <a:pt x="438" y="741"/>
                  </a:lnTo>
                  <a:lnTo>
                    <a:pt x="438" y="809"/>
                  </a:lnTo>
                  <a:lnTo>
                    <a:pt x="506" y="876"/>
                  </a:lnTo>
                  <a:lnTo>
                    <a:pt x="539" y="943"/>
                  </a:lnTo>
                  <a:lnTo>
                    <a:pt x="708" y="1044"/>
                  </a:lnTo>
                  <a:lnTo>
                    <a:pt x="775" y="1044"/>
                  </a:lnTo>
                  <a:lnTo>
                    <a:pt x="809" y="977"/>
                  </a:lnTo>
                  <a:lnTo>
                    <a:pt x="775" y="943"/>
                  </a:lnTo>
                  <a:lnTo>
                    <a:pt x="674" y="842"/>
                  </a:lnTo>
                  <a:lnTo>
                    <a:pt x="607" y="775"/>
                  </a:lnTo>
                  <a:lnTo>
                    <a:pt x="539" y="674"/>
                  </a:lnTo>
                  <a:lnTo>
                    <a:pt x="640" y="607"/>
                  </a:lnTo>
                  <a:lnTo>
                    <a:pt x="674" y="506"/>
                  </a:lnTo>
                  <a:lnTo>
                    <a:pt x="741" y="405"/>
                  </a:lnTo>
                  <a:lnTo>
                    <a:pt x="741" y="304"/>
                  </a:lnTo>
                  <a:lnTo>
                    <a:pt x="741" y="203"/>
                  </a:lnTo>
                  <a:lnTo>
                    <a:pt x="708" y="135"/>
                  </a:lnTo>
                  <a:lnTo>
                    <a:pt x="640" y="68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5341875" y="2489675"/>
              <a:ext cx="14350" cy="4225"/>
            </a:xfrm>
            <a:custGeom>
              <a:avLst/>
              <a:gdLst/>
              <a:ahLst/>
              <a:cxnLst/>
              <a:rect l="l" t="t" r="r" b="b"/>
              <a:pathLst>
                <a:path w="574" h="169" extrusionOk="0">
                  <a:moveTo>
                    <a:pt x="35" y="0"/>
                  </a:moveTo>
                  <a:lnTo>
                    <a:pt x="1" y="34"/>
                  </a:lnTo>
                  <a:lnTo>
                    <a:pt x="35" y="101"/>
                  </a:lnTo>
                  <a:lnTo>
                    <a:pt x="68" y="135"/>
                  </a:lnTo>
                  <a:lnTo>
                    <a:pt x="203" y="168"/>
                  </a:lnTo>
                  <a:lnTo>
                    <a:pt x="439" y="168"/>
                  </a:lnTo>
                  <a:lnTo>
                    <a:pt x="540" y="135"/>
                  </a:lnTo>
                  <a:lnTo>
                    <a:pt x="573" y="101"/>
                  </a:lnTo>
                  <a:lnTo>
                    <a:pt x="573" y="67"/>
                  </a:lnTo>
                  <a:lnTo>
                    <a:pt x="540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5312425" y="24652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4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4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6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6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5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5337675" y="2490500"/>
              <a:ext cx="16850" cy="20225"/>
            </a:xfrm>
            <a:custGeom>
              <a:avLst/>
              <a:gdLst/>
              <a:ahLst/>
              <a:cxnLst/>
              <a:rect l="l" t="t" r="r" b="b"/>
              <a:pathLst>
                <a:path w="674" h="809" extrusionOk="0">
                  <a:moveTo>
                    <a:pt x="101" y="1"/>
                  </a:moveTo>
                  <a:lnTo>
                    <a:pt x="101" y="34"/>
                  </a:lnTo>
                  <a:lnTo>
                    <a:pt x="68" y="337"/>
                  </a:lnTo>
                  <a:lnTo>
                    <a:pt x="34" y="640"/>
                  </a:lnTo>
                  <a:lnTo>
                    <a:pt x="68" y="674"/>
                  </a:lnTo>
                  <a:lnTo>
                    <a:pt x="101" y="674"/>
                  </a:lnTo>
                  <a:lnTo>
                    <a:pt x="34" y="708"/>
                  </a:lnTo>
                  <a:lnTo>
                    <a:pt x="0" y="708"/>
                  </a:lnTo>
                  <a:lnTo>
                    <a:pt x="0" y="741"/>
                  </a:lnTo>
                  <a:lnTo>
                    <a:pt x="169" y="809"/>
                  </a:lnTo>
                  <a:lnTo>
                    <a:pt x="371" y="809"/>
                  </a:lnTo>
                  <a:lnTo>
                    <a:pt x="539" y="775"/>
                  </a:lnTo>
                  <a:lnTo>
                    <a:pt x="607" y="775"/>
                  </a:lnTo>
                  <a:lnTo>
                    <a:pt x="640" y="708"/>
                  </a:lnTo>
                  <a:lnTo>
                    <a:pt x="674" y="674"/>
                  </a:lnTo>
                  <a:lnTo>
                    <a:pt x="640" y="640"/>
                  </a:lnTo>
                  <a:lnTo>
                    <a:pt x="573" y="607"/>
                  </a:lnTo>
                  <a:lnTo>
                    <a:pt x="506" y="607"/>
                  </a:lnTo>
                  <a:lnTo>
                    <a:pt x="371" y="640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03" y="405"/>
                  </a:lnTo>
                  <a:lnTo>
                    <a:pt x="236" y="405"/>
                  </a:lnTo>
                  <a:lnTo>
                    <a:pt x="304" y="438"/>
                  </a:lnTo>
                  <a:lnTo>
                    <a:pt x="438" y="438"/>
                  </a:lnTo>
                  <a:lnTo>
                    <a:pt x="506" y="405"/>
                  </a:lnTo>
                  <a:lnTo>
                    <a:pt x="539" y="371"/>
                  </a:lnTo>
                  <a:lnTo>
                    <a:pt x="539" y="304"/>
                  </a:lnTo>
                  <a:lnTo>
                    <a:pt x="506" y="270"/>
                  </a:lnTo>
                  <a:lnTo>
                    <a:pt x="405" y="236"/>
                  </a:lnTo>
                  <a:lnTo>
                    <a:pt x="236" y="236"/>
                  </a:lnTo>
                  <a:lnTo>
                    <a:pt x="169" y="270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5367125" y="2425700"/>
              <a:ext cx="20225" cy="22750"/>
            </a:xfrm>
            <a:custGeom>
              <a:avLst/>
              <a:gdLst/>
              <a:ahLst/>
              <a:cxnLst/>
              <a:rect l="l" t="t" r="r" b="b"/>
              <a:pathLst>
                <a:path w="809" h="910" extrusionOk="0">
                  <a:moveTo>
                    <a:pt x="439" y="0"/>
                  </a:moveTo>
                  <a:lnTo>
                    <a:pt x="304" y="101"/>
                  </a:lnTo>
                  <a:lnTo>
                    <a:pt x="203" y="270"/>
                  </a:lnTo>
                  <a:lnTo>
                    <a:pt x="35" y="573"/>
                  </a:lnTo>
                  <a:lnTo>
                    <a:pt x="1" y="640"/>
                  </a:lnTo>
                  <a:lnTo>
                    <a:pt x="35" y="674"/>
                  </a:lnTo>
                  <a:lnTo>
                    <a:pt x="68" y="707"/>
                  </a:lnTo>
                  <a:lnTo>
                    <a:pt x="102" y="741"/>
                  </a:lnTo>
                  <a:lnTo>
                    <a:pt x="573" y="741"/>
                  </a:lnTo>
                  <a:lnTo>
                    <a:pt x="573" y="808"/>
                  </a:lnTo>
                  <a:lnTo>
                    <a:pt x="641" y="909"/>
                  </a:lnTo>
                  <a:lnTo>
                    <a:pt x="674" y="909"/>
                  </a:lnTo>
                  <a:lnTo>
                    <a:pt x="708" y="876"/>
                  </a:lnTo>
                  <a:lnTo>
                    <a:pt x="742" y="808"/>
                  </a:lnTo>
                  <a:lnTo>
                    <a:pt x="742" y="707"/>
                  </a:lnTo>
                  <a:lnTo>
                    <a:pt x="775" y="674"/>
                  </a:lnTo>
                  <a:lnTo>
                    <a:pt x="809" y="640"/>
                  </a:lnTo>
                  <a:lnTo>
                    <a:pt x="809" y="573"/>
                  </a:lnTo>
                  <a:lnTo>
                    <a:pt x="742" y="505"/>
                  </a:lnTo>
                  <a:lnTo>
                    <a:pt x="775" y="337"/>
                  </a:lnTo>
                  <a:lnTo>
                    <a:pt x="775" y="303"/>
                  </a:lnTo>
                  <a:lnTo>
                    <a:pt x="742" y="303"/>
                  </a:lnTo>
                  <a:lnTo>
                    <a:pt x="607" y="505"/>
                  </a:lnTo>
                  <a:lnTo>
                    <a:pt x="270" y="539"/>
                  </a:lnTo>
                  <a:lnTo>
                    <a:pt x="405" y="303"/>
                  </a:lnTo>
                  <a:lnTo>
                    <a:pt x="506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5441200" y="2428225"/>
              <a:ext cx="18550" cy="24425"/>
            </a:xfrm>
            <a:custGeom>
              <a:avLst/>
              <a:gdLst/>
              <a:ahLst/>
              <a:cxnLst/>
              <a:rect l="l" t="t" r="r" b="b"/>
              <a:pathLst>
                <a:path w="742" h="977" extrusionOk="0">
                  <a:moveTo>
                    <a:pt x="539" y="0"/>
                  </a:moveTo>
                  <a:lnTo>
                    <a:pt x="405" y="34"/>
                  </a:lnTo>
                  <a:lnTo>
                    <a:pt x="102" y="135"/>
                  </a:lnTo>
                  <a:lnTo>
                    <a:pt x="68" y="202"/>
                  </a:lnTo>
                  <a:lnTo>
                    <a:pt x="68" y="236"/>
                  </a:lnTo>
                  <a:lnTo>
                    <a:pt x="169" y="539"/>
                  </a:lnTo>
                  <a:lnTo>
                    <a:pt x="203" y="606"/>
                  </a:lnTo>
                  <a:lnTo>
                    <a:pt x="304" y="606"/>
                  </a:lnTo>
                  <a:lnTo>
                    <a:pt x="405" y="539"/>
                  </a:lnTo>
                  <a:lnTo>
                    <a:pt x="472" y="539"/>
                  </a:lnTo>
                  <a:lnTo>
                    <a:pt x="539" y="573"/>
                  </a:lnTo>
                  <a:lnTo>
                    <a:pt x="573" y="640"/>
                  </a:lnTo>
                  <a:lnTo>
                    <a:pt x="573" y="674"/>
                  </a:lnTo>
                  <a:lnTo>
                    <a:pt x="472" y="707"/>
                  </a:lnTo>
                  <a:lnTo>
                    <a:pt x="270" y="741"/>
                  </a:lnTo>
                  <a:lnTo>
                    <a:pt x="102" y="775"/>
                  </a:lnTo>
                  <a:lnTo>
                    <a:pt x="34" y="808"/>
                  </a:lnTo>
                  <a:lnTo>
                    <a:pt x="1" y="876"/>
                  </a:lnTo>
                  <a:lnTo>
                    <a:pt x="1" y="943"/>
                  </a:lnTo>
                  <a:lnTo>
                    <a:pt x="34" y="977"/>
                  </a:lnTo>
                  <a:lnTo>
                    <a:pt x="102" y="977"/>
                  </a:lnTo>
                  <a:lnTo>
                    <a:pt x="169" y="943"/>
                  </a:lnTo>
                  <a:lnTo>
                    <a:pt x="270" y="909"/>
                  </a:lnTo>
                  <a:lnTo>
                    <a:pt x="438" y="909"/>
                  </a:lnTo>
                  <a:lnTo>
                    <a:pt x="607" y="876"/>
                  </a:lnTo>
                  <a:lnTo>
                    <a:pt x="674" y="808"/>
                  </a:lnTo>
                  <a:lnTo>
                    <a:pt x="708" y="741"/>
                  </a:lnTo>
                  <a:lnTo>
                    <a:pt x="741" y="674"/>
                  </a:lnTo>
                  <a:lnTo>
                    <a:pt x="741" y="573"/>
                  </a:lnTo>
                  <a:lnTo>
                    <a:pt x="674" y="505"/>
                  </a:lnTo>
                  <a:lnTo>
                    <a:pt x="640" y="438"/>
                  </a:lnTo>
                  <a:lnTo>
                    <a:pt x="539" y="404"/>
                  </a:lnTo>
                  <a:lnTo>
                    <a:pt x="472" y="371"/>
                  </a:lnTo>
                  <a:lnTo>
                    <a:pt x="304" y="404"/>
                  </a:lnTo>
                  <a:lnTo>
                    <a:pt x="270" y="270"/>
                  </a:lnTo>
                  <a:lnTo>
                    <a:pt x="506" y="202"/>
                  </a:lnTo>
                  <a:lnTo>
                    <a:pt x="708" y="101"/>
                  </a:lnTo>
                  <a:lnTo>
                    <a:pt x="741" y="68"/>
                  </a:lnTo>
                  <a:lnTo>
                    <a:pt x="708" y="34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5803125" y="2430750"/>
              <a:ext cx="16025" cy="18525"/>
            </a:xfrm>
            <a:custGeom>
              <a:avLst/>
              <a:gdLst/>
              <a:ahLst/>
              <a:cxnLst/>
              <a:rect l="l" t="t" r="r" b="b"/>
              <a:pathLst>
                <a:path w="641" h="741" extrusionOk="0">
                  <a:moveTo>
                    <a:pt x="405" y="371"/>
                  </a:moveTo>
                  <a:lnTo>
                    <a:pt x="371" y="438"/>
                  </a:lnTo>
                  <a:lnTo>
                    <a:pt x="338" y="505"/>
                  </a:lnTo>
                  <a:lnTo>
                    <a:pt x="270" y="539"/>
                  </a:lnTo>
                  <a:lnTo>
                    <a:pt x="203" y="539"/>
                  </a:lnTo>
                  <a:lnTo>
                    <a:pt x="169" y="505"/>
                  </a:lnTo>
                  <a:lnTo>
                    <a:pt x="203" y="472"/>
                  </a:lnTo>
                  <a:lnTo>
                    <a:pt x="237" y="438"/>
                  </a:lnTo>
                  <a:lnTo>
                    <a:pt x="338" y="371"/>
                  </a:lnTo>
                  <a:close/>
                  <a:moveTo>
                    <a:pt x="405" y="0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69" y="135"/>
                  </a:lnTo>
                  <a:lnTo>
                    <a:pt x="169" y="169"/>
                  </a:lnTo>
                  <a:lnTo>
                    <a:pt x="203" y="236"/>
                  </a:lnTo>
                  <a:lnTo>
                    <a:pt x="136" y="270"/>
                  </a:lnTo>
                  <a:lnTo>
                    <a:pt x="35" y="371"/>
                  </a:lnTo>
                  <a:lnTo>
                    <a:pt x="1" y="472"/>
                  </a:lnTo>
                  <a:lnTo>
                    <a:pt x="1" y="573"/>
                  </a:lnTo>
                  <a:lnTo>
                    <a:pt x="35" y="674"/>
                  </a:lnTo>
                  <a:lnTo>
                    <a:pt x="136" y="741"/>
                  </a:lnTo>
                  <a:lnTo>
                    <a:pt x="270" y="741"/>
                  </a:lnTo>
                  <a:lnTo>
                    <a:pt x="371" y="707"/>
                  </a:lnTo>
                  <a:lnTo>
                    <a:pt x="472" y="674"/>
                  </a:lnTo>
                  <a:lnTo>
                    <a:pt x="573" y="539"/>
                  </a:lnTo>
                  <a:lnTo>
                    <a:pt x="607" y="404"/>
                  </a:lnTo>
                  <a:lnTo>
                    <a:pt x="641" y="270"/>
                  </a:lnTo>
                  <a:lnTo>
                    <a:pt x="607" y="135"/>
                  </a:lnTo>
                  <a:lnTo>
                    <a:pt x="573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5667625" y="536075"/>
              <a:ext cx="5925" cy="14325"/>
            </a:xfrm>
            <a:custGeom>
              <a:avLst/>
              <a:gdLst/>
              <a:ahLst/>
              <a:cxnLst/>
              <a:rect l="l" t="t" r="r" b="b"/>
              <a:pathLst>
                <a:path w="237" h="573" extrusionOk="0">
                  <a:moveTo>
                    <a:pt x="135" y="0"/>
                  </a:moveTo>
                  <a:lnTo>
                    <a:pt x="101" y="34"/>
                  </a:lnTo>
                  <a:lnTo>
                    <a:pt x="0" y="236"/>
                  </a:lnTo>
                  <a:lnTo>
                    <a:pt x="0" y="371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68" y="573"/>
                  </a:lnTo>
                  <a:lnTo>
                    <a:pt x="101" y="539"/>
                  </a:lnTo>
                  <a:lnTo>
                    <a:pt x="169" y="506"/>
                  </a:lnTo>
                  <a:lnTo>
                    <a:pt x="169" y="438"/>
                  </a:lnTo>
                  <a:lnTo>
                    <a:pt x="202" y="337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5676875" y="508300"/>
              <a:ext cx="8450" cy="16850"/>
            </a:xfrm>
            <a:custGeom>
              <a:avLst/>
              <a:gdLst/>
              <a:ahLst/>
              <a:cxnLst/>
              <a:rect l="l" t="t" r="r" b="b"/>
              <a:pathLst>
                <a:path w="338" h="674" extrusionOk="0">
                  <a:moveTo>
                    <a:pt x="236" y="0"/>
                  </a:moveTo>
                  <a:lnTo>
                    <a:pt x="203" y="34"/>
                  </a:lnTo>
                  <a:lnTo>
                    <a:pt x="102" y="169"/>
                  </a:lnTo>
                  <a:lnTo>
                    <a:pt x="68" y="303"/>
                  </a:lnTo>
                  <a:lnTo>
                    <a:pt x="34" y="472"/>
                  </a:lnTo>
                  <a:lnTo>
                    <a:pt x="1" y="539"/>
                  </a:lnTo>
                  <a:lnTo>
                    <a:pt x="34" y="606"/>
                  </a:lnTo>
                  <a:lnTo>
                    <a:pt x="68" y="674"/>
                  </a:lnTo>
                  <a:lnTo>
                    <a:pt x="169" y="674"/>
                  </a:lnTo>
                  <a:lnTo>
                    <a:pt x="203" y="606"/>
                  </a:lnTo>
                  <a:lnTo>
                    <a:pt x="203" y="505"/>
                  </a:lnTo>
                  <a:lnTo>
                    <a:pt x="236" y="404"/>
                  </a:lnTo>
                  <a:lnTo>
                    <a:pt x="304" y="135"/>
                  </a:lnTo>
                  <a:lnTo>
                    <a:pt x="337" y="68"/>
                  </a:lnTo>
                  <a:lnTo>
                    <a:pt x="304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5631425" y="266725"/>
              <a:ext cx="519350" cy="436025"/>
            </a:xfrm>
            <a:custGeom>
              <a:avLst/>
              <a:gdLst/>
              <a:ahLst/>
              <a:cxnLst/>
              <a:rect l="l" t="t" r="r" b="b"/>
              <a:pathLst>
                <a:path w="20774" h="17441" extrusionOk="0">
                  <a:moveTo>
                    <a:pt x="5522" y="674"/>
                  </a:moveTo>
                  <a:lnTo>
                    <a:pt x="7239" y="1044"/>
                  </a:lnTo>
                  <a:lnTo>
                    <a:pt x="8956" y="1482"/>
                  </a:lnTo>
                  <a:lnTo>
                    <a:pt x="9832" y="1684"/>
                  </a:lnTo>
                  <a:lnTo>
                    <a:pt x="10673" y="1920"/>
                  </a:lnTo>
                  <a:lnTo>
                    <a:pt x="11515" y="2189"/>
                  </a:lnTo>
                  <a:lnTo>
                    <a:pt x="12357" y="2492"/>
                  </a:lnTo>
                  <a:lnTo>
                    <a:pt x="14310" y="3233"/>
                  </a:lnTo>
                  <a:lnTo>
                    <a:pt x="15286" y="3570"/>
                  </a:lnTo>
                  <a:lnTo>
                    <a:pt x="16296" y="3873"/>
                  </a:lnTo>
                  <a:lnTo>
                    <a:pt x="17474" y="4176"/>
                  </a:lnTo>
                  <a:lnTo>
                    <a:pt x="18653" y="4512"/>
                  </a:lnTo>
                  <a:lnTo>
                    <a:pt x="18518" y="4984"/>
                  </a:lnTo>
                  <a:lnTo>
                    <a:pt x="18451" y="5455"/>
                  </a:lnTo>
                  <a:lnTo>
                    <a:pt x="18350" y="6398"/>
                  </a:lnTo>
                  <a:lnTo>
                    <a:pt x="18316" y="6633"/>
                  </a:lnTo>
                  <a:lnTo>
                    <a:pt x="18249" y="6869"/>
                  </a:lnTo>
                  <a:lnTo>
                    <a:pt x="18047" y="7307"/>
                  </a:lnTo>
                  <a:lnTo>
                    <a:pt x="17845" y="7744"/>
                  </a:lnTo>
                  <a:lnTo>
                    <a:pt x="17777" y="7980"/>
                  </a:lnTo>
                  <a:lnTo>
                    <a:pt x="17744" y="8216"/>
                  </a:lnTo>
                  <a:lnTo>
                    <a:pt x="16161" y="7610"/>
                  </a:lnTo>
                  <a:lnTo>
                    <a:pt x="15353" y="7307"/>
                  </a:lnTo>
                  <a:lnTo>
                    <a:pt x="14545" y="7037"/>
                  </a:lnTo>
                  <a:lnTo>
                    <a:pt x="13603" y="6768"/>
                  </a:lnTo>
                  <a:lnTo>
                    <a:pt x="12660" y="6499"/>
                  </a:lnTo>
                  <a:lnTo>
                    <a:pt x="10774" y="5960"/>
                  </a:lnTo>
                  <a:lnTo>
                    <a:pt x="9091" y="5489"/>
                  </a:lnTo>
                  <a:lnTo>
                    <a:pt x="8249" y="5287"/>
                  </a:lnTo>
                  <a:lnTo>
                    <a:pt x="7374" y="5118"/>
                  </a:lnTo>
                  <a:lnTo>
                    <a:pt x="6600" y="4950"/>
                  </a:lnTo>
                  <a:lnTo>
                    <a:pt x="5859" y="4782"/>
                  </a:lnTo>
                  <a:lnTo>
                    <a:pt x="5118" y="4546"/>
                  </a:lnTo>
                  <a:lnTo>
                    <a:pt x="4377" y="4243"/>
                  </a:lnTo>
                  <a:lnTo>
                    <a:pt x="4680" y="3300"/>
                  </a:lnTo>
                  <a:lnTo>
                    <a:pt x="4815" y="2829"/>
                  </a:lnTo>
                  <a:lnTo>
                    <a:pt x="5017" y="2357"/>
                  </a:lnTo>
                  <a:lnTo>
                    <a:pt x="5320" y="1549"/>
                  </a:lnTo>
                  <a:lnTo>
                    <a:pt x="5455" y="1112"/>
                  </a:lnTo>
                  <a:lnTo>
                    <a:pt x="5522" y="674"/>
                  </a:lnTo>
                  <a:close/>
                  <a:moveTo>
                    <a:pt x="3940" y="270"/>
                  </a:moveTo>
                  <a:lnTo>
                    <a:pt x="4916" y="506"/>
                  </a:lnTo>
                  <a:lnTo>
                    <a:pt x="4916" y="539"/>
                  </a:lnTo>
                  <a:lnTo>
                    <a:pt x="4883" y="539"/>
                  </a:lnTo>
                  <a:lnTo>
                    <a:pt x="4883" y="607"/>
                  </a:lnTo>
                  <a:lnTo>
                    <a:pt x="4815" y="775"/>
                  </a:lnTo>
                  <a:lnTo>
                    <a:pt x="4782" y="876"/>
                  </a:lnTo>
                  <a:lnTo>
                    <a:pt x="4748" y="977"/>
                  </a:lnTo>
                  <a:lnTo>
                    <a:pt x="4782" y="1011"/>
                  </a:lnTo>
                  <a:lnTo>
                    <a:pt x="4815" y="1044"/>
                  </a:lnTo>
                  <a:lnTo>
                    <a:pt x="4916" y="1044"/>
                  </a:lnTo>
                  <a:lnTo>
                    <a:pt x="4950" y="943"/>
                  </a:lnTo>
                  <a:lnTo>
                    <a:pt x="4984" y="842"/>
                  </a:lnTo>
                  <a:lnTo>
                    <a:pt x="5051" y="640"/>
                  </a:lnTo>
                  <a:lnTo>
                    <a:pt x="5051" y="573"/>
                  </a:lnTo>
                  <a:lnTo>
                    <a:pt x="5051" y="539"/>
                  </a:lnTo>
                  <a:lnTo>
                    <a:pt x="5320" y="607"/>
                  </a:lnTo>
                  <a:lnTo>
                    <a:pt x="5186" y="1112"/>
                  </a:lnTo>
                  <a:lnTo>
                    <a:pt x="5051" y="1583"/>
                  </a:lnTo>
                  <a:lnTo>
                    <a:pt x="4680" y="2526"/>
                  </a:lnTo>
                  <a:lnTo>
                    <a:pt x="4512" y="2964"/>
                  </a:lnTo>
                  <a:lnTo>
                    <a:pt x="4344" y="3435"/>
                  </a:lnTo>
                  <a:lnTo>
                    <a:pt x="4209" y="3906"/>
                  </a:lnTo>
                  <a:lnTo>
                    <a:pt x="4209" y="4142"/>
                  </a:lnTo>
                  <a:lnTo>
                    <a:pt x="4175" y="4378"/>
                  </a:lnTo>
                  <a:lnTo>
                    <a:pt x="4209" y="4411"/>
                  </a:lnTo>
                  <a:lnTo>
                    <a:pt x="4243" y="4445"/>
                  </a:lnTo>
                  <a:lnTo>
                    <a:pt x="4310" y="4445"/>
                  </a:lnTo>
                  <a:lnTo>
                    <a:pt x="4579" y="4613"/>
                  </a:lnTo>
                  <a:lnTo>
                    <a:pt x="4849" y="4748"/>
                  </a:lnTo>
                  <a:lnTo>
                    <a:pt x="5152" y="4883"/>
                  </a:lnTo>
                  <a:lnTo>
                    <a:pt x="5455" y="4950"/>
                  </a:lnTo>
                  <a:lnTo>
                    <a:pt x="6128" y="5118"/>
                  </a:lnTo>
                  <a:lnTo>
                    <a:pt x="6734" y="5219"/>
                  </a:lnTo>
                  <a:lnTo>
                    <a:pt x="8485" y="5623"/>
                  </a:lnTo>
                  <a:lnTo>
                    <a:pt x="10202" y="6061"/>
                  </a:lnTo>
                  <a:lnTo>
                    <a:pt x="14242" y="7206"/>
                  </a:lnTo>
                  <a:lnTo>
                    <a:pt x="15151" y="7475"/>
                  </a:lnTo>
                  <a:lnTo>
                    <a:pt x="16060" y="7812"/>
                  </a:lnTo>
                  <a:lnTo>
                    <a:pt x="17845" y="8485"/>
                  </a:lnTo>
                  <a:lnTo>
                    <a:pt x="17912" y="8485"/>
                  </a:lnTo>
                  <a:lnTo>
                    <a:pt x="17946" y="8451"/>
                  </a:lnTo>
                  <a:lnTo>
                    <a:pt x="17979" y="8418"/>
                  </a:lnTo>
                  <a:lnTo>
                    <a:pt x="17979" y="8350"/>
                  </a:lnTo>
                  <a:lnTo>
                    <a:pt x="17979" y="8317"/>
                  </a:lnTo>
                  <a:lnTo>
                    <a:pt x="18013" y="8081"/>
                  </a:lnTo>
                  <a:lnTo>
                    <a:pt x="18080" y="7845"/>
                  </a:lnTo>
                  <a:lnTo>
                    <a:pt x="18282" y="7408"/>
                  </a:lnTo>
                  <a:lnTo>
                    <a:pt x="18451" y="6936"/>
                  </a:lnTo>
                  <a:lnTo>
                    <a:pt x="18552" y="6701"/>
                  </a:lnTo>
                  <a:lnTo>
                    <a:pt x="18619" y="6465"/>
                  </a:lnTo>
                  <a:lnTo>
                    <a:pt x="18653" y="5994"/>
                  </a:lnTo>
                  <a:lnTo>
                    <a:pt x="18720" y="5522"/>
                  </a:lnTo>
                  <a:lnTo>
                    <a:pt x="18787" y="5051"/>
                  </a:lnTo>
                  <a:lnTo>
                    <a:pt x="18888" y="4580"/>
                  </a:lnTo>
                  <a:lnTo>
                    <a:pt x="19057" y="4613"/>
                  </a:lnTo>
                  <a:lnTo>
                    <a:pt x="19023" y="4681"/>
                  </a:lnTo>
                  <a:lnTo>
                    <a:pt x="18989" y="4815"/>
                  </a:lnTo>
                  <a:lnTo>
                    <a:pt x="18956" y="4984"/>
                  </a:lnTo>
                  <a:lnTo>
                    <a:pt x="18922" y="5085"/>
                  </a:lnTo>
                  <a:lnTo>
                    <a:pt x="18855" y="5219"/>
                  </a:lnTo>
                  <a:lnTo>
                    <a:pt x="18855" y="5253"/>
                  </a:lnTo>
                  <a:lnTo>
                    <a:pt x="18888" y="5287"/>
                  </a:lnTo>
                  <a:lnTo>
                    <a:pt x="18922" y="5320"/>
                  </a:lnTo>
                  <a:lnTo>
                    <a:pt x="18989" y="5320"/>
                  </a:lnTo>
                  <a:lnTo>
                    <a:pt x="19090" y="5186"/>
                  </a:lnTo>
                  <a:lnTo>
                    <a:pt x="19158" y="5017"/>
                  </a:lnTo>
                  <a:lnTo>
                    <a:pt x="19225" y="4849"/>
                  </a:lnTo>
                  <a:lnTo>
                    <a:pt x="19225" y="4681"/>
                  </a:lnTo>
                  <a:lnTo>
                    <a:pt x="19865" y="4916"/>
                  </a:lnTo>
                  <a:lnTo>
                    <a:pt x="20471" y="5152"/>
                  </a:lnTo>
                  <a:lnTo>
                    <a:pt x="20370" y="5320"/>
                  </a:lnTo>
                  <a:lnTo>
                    <a:pt x="20269" y="5489"/>
                  </a:lnTo>
                  <a:lnTo>
                    <a:pt x="20168" y="5926"/>
                  </a:lnTo>
                  <a:lnTo>
                    <a:pt x="20100" y="6364"/>
                  </a:lnTo>
                  <a:lnTo>
                    <a:pt x="20033" y="6734"/>
                  </a:lnTo>
                  <a:lnTo>
                    <a:pt x="19865" y="7576"/>
                  </a:lnTo>
                  <a:lnTo>
                    <a:pt x="19629" y="8451"/>
                  </a:lnTo>
                  <a:lnTo>
                    <a:pt x="19360" y="9293"/>
                  </a:lnTo>
                  <a:lnTo>
                    <a:pt x="19057" y="10135"/>
                  </a:lnTo>
                  <a:lnTo>
                    <a:pt x="18518" y="10067"/>
                  </a:lnTo>
                  <a:lnTo>
                    <a:pt x="17979" y="9966"/>
                  </a:lnTo>
                  <a:lnTo>
                    <a:pt x="16936" y="9697"/>
                  </a:lnTo>
                  <a:lnTo>
                    <a:pt x="15858" y="9394"/>
                  </a:lnTo>
                  <a:lnTo>
                    <a:pt x="14815" y="9057"/>
                  </a:lnTo>
                  <a:lnTo>
                    <a:pt x="13771" y="8721"/>
                  </a:lnTo>
                  <a:lnTo>
                    <a:pt x="12727" y="8350"/>
                  </a:lnTo>
                  <a:lnTo>
                    <a:pt x="10640" y="7576"/>
                  </a:lnTo>
                  <a:lnTo>
                    <a:pt x="10135" y="7408"/>
                  </a:lnTo>
                  <a:lnTo>
                    <a:pt x="9596" y="7239"/>
                  </a:lnTo>
                  <a:lnTo>
                    <a:pt x="8552" y="6970"/>
                  </a:lnTo>
                  <a:lnTo>
                    <a:pt x="7475" y="6734"/>
                  </a:lnTo>
                  <a:lnTo>
                    <a:pt x="6398" y="6465"/>
                  </a:lnTo>
                  <a:lnTo>
                    <a:pt x="5354" y="6196"/>
                  </a:lnTo>
                  <a:lnTo>
                    <a:pt x="4310" y="5859"/>
                  </a:lnTo>
                  <a:lnTo>
                    <a:pt x="3266" y="5556"/>
                  </a:lnTo>
                  <a:lnTo>
                    <a:pt x="2223" y="5253"/>
                  </a:lnTo>
                  <a:lnTo>
                    <a:pt x="2492" y="4512"/>
                  </a:lnTo>
                  <a:lnTo>
                    <a:pt x="2728" y="3805"/>
                  </a:lnTo>
                  <a:lnTo>
                    <a:pt x="2963" y="3065"/>
                  </a:lnTo>
                  <a:lnTo>
                    <a:pt x="3233" y="2324"/>
                  </a:lnTo>
                  <a:lnTo>
                    <a:pt x="3435" y="1852"/>
                  </a:lnTo>
                  <a:lnTo>
                    <a:pt x="3670" y="1314"/>
                  </a:lnTo>
                  <a:lnTo>
                    <a:pt x="3771" y="1044"/>
                  </a:lnTo>
                  <a:lnTo>
                    <a:pt x="3872" y="775"/>
                  </a:lnTo>
                  <a:lnTo>
                    <a:pt x="3906" y="539"/>
                  </a:lnTo>
                  <a:lnTo>
                    <a:pt x="3940" y="270"/>
                  </a:lnTo>
                  <a:close/>
                  <a:moveTo>
                    <a:pt x="2391" y="5522"/>
                  </a:moveTo>
                  <a:lnTo>
                    <a:pt x="3603" y="5893"/>
                  </a:lnTo>
                  <a:lnTo>
                    <a:pt x="3502" y="5960"/>
                  </a:lnTo>
                  <a:lnTo>
                    <a:pt x="3435" y="6061"/>
                  </a:lnTo>
                  <a:lnTo>
                    <a:pt x="3300" y="6263"/>
                  </a:lnTo>
                  <a:lnTo>
                    <a:pt x="3199" y="6499"/>
                  </a:lnTo>
                  <a:lnTo>
                    <a:pt x="3132" y="6701"/>
                  </a:lnTo>
                  <a:lnTo>
                    <a:pt x="3031" y="7138"/>
                  </a:lnTo>
                  <a:lnTo>
                    <a:pt x="2930" y="7542"/>
                  </a:lnTo>
                  <a:lnTo>
                    <a:pt x="2728" y="8384"/>
                  </a:lnTo>
                  <a:lnTo>
                    <a:pt x="2458" y="9461"/>
                  </a:lnTo>
                  <a:lnTo>
                    <a:pt x="2155" y="10505"/>
                  </a:lnTo>
                  <a:lnTo>
                    <a:pt x="1785" y="11549"/>
                  </a:lnTo>
                  <a:lnTo>
                    <a:pt x="1583" y="12054"/>
                  </a:lnTo>
                  <a:lnTo>
                    <a:pt x="1347" y="12525"/>
                  </a:lnTo>
                  <a:lnTo>
                    <a:pt x="1347" y="12559"/>
                  </a:lnTo>
                  <a:lnTo>
                    <a:pt x="775" y="12424"/>
                  </a:lnTo>
                  <a:lnTo>
                    <a:pt x="506" y="12357"/>
                  </a:lnTo>
                  <a:lnTo>
                    <a:pt x="270" y="12256"/>
                  </a:lnTo>
                  <a:lnTo>
                    <a:pt x="472" y="11953"/>
                  </a:lnTo>
                  <a:lnTo>
                    <a:pt x="640" y="11583"/>
                  </a:lnTo>
                  <a:lnTo>
                    <a:pt x="775" y="11246"/>
                  </a:lnTo>
                  <a:lnTo>
                    <a:pt x="910" y="10842"/>
                  </a:lnTo>
                  <a:lnTo>
                    <a:pt x="1112" y="10067"/>
                  </a:lnTo>
                  <a:lnTo>
                    <a:pt x="1280" y="9360"/>
                  </a:lnTo>
                  <a:lnTo>
                    <a:pt x="1516" y="8418"/>
                  </a:lnTo>
                  <a:lnTo>
                    <a:pt x="1785" y="7509"/>
                  </a:lnTo>
                  <a:lnTo>
                    <a:pt x="2155" y="6532"/>
                  </a:lnTo>
                  <a:lnTo>
                    <a:pt x="2290" y="6027"/>
                  </a:lnTo>
                  <a:lnTo>
                    <a:pt x="2391" y="5522"/>
                  </a:lnTo>
                  <a:close/>
                  <a:moveTo>
                    <a:pt x="3704" y="5926"/>
                  </a:moveTo>
                  <a:lnTo>
                    <a:pt x="5017" y="6330"/>
                  </a:lnTo>
                  <a:lnTo>
                    <a:pt x="6330" y="6701"/>
                  </a:lnTo>
                  <a:lnTo>
                    <a:pt x="7408" y="6970"/>
                  </a:lnTo>
                  <a:lnTo>
                    <a:pt x="8451" y="7239"/>
                  </a:lnTo>
                  <a:lnTo>
                    <a:pt x="9529" y="7509"/>
                  </a:lnTo>
                  <a:lnTo>
                    <a:pt x="10067" y="7643"/>
                  </a:lnTo>
                  <a:lnTo>
                    <a:pt x="10572" y="7812"/>
                  </a:lnTo>
                  <a:lnTo>
                    <a:pt x="12222" y="8418"/>
                  </a:lnTo>
                  <a:lnTo>
                    <a:pt x="13872" y="9024"/>
                  </a:lnTo>
                  <a:lnTo>
                    <a:pt x="14714" y="9327"/>
                  </a:lnTo>
                  <a:lnTo>
                    <a:pt x="15555" y="9596"/>
                  </a:lnTo>
                  <a:lnTo>
                    <a:pt x="16397" y="9865"/>
                  </a:lnTo>
                  <a:lnTo>
                    <a:pt x="17239" y="10067"/>
                  </a:lnTo>
                  <a:lnTo>
                    <a:pt x="17205" y="10101"/>
                  </a:lnTo>
                  <a:lnTo>
                    <a:pt x="17205" y="10168"/>
                  </a:lnTo>
                  <a:lnTo>
                    <a:pt x="16565" y="11818"/>
                  </a:lnTo>
                  <a:lnTo>
                    <a:pt x="15959" y="13468"/>
                  </a:lnTo>
                  <a:lnTo>
                    <a:pt x="15724" y="14209"/>
                  </a:lnTo>
                  <a:lnTo>
                    <a:pt x="15522" y="14983"/>
                  </a:lnTo>
                  <a:lnTo>
                    <a:pt x="15320" y="15757"/>
                  </a:lnTo>
                  <a:lnTo>
                    <a:pt x="15084" y="16532"/>
                  </a:lnTo>
                  <a:lnTo>
                    <a:pt x="13771" y="16262"/>
                  </a:lnTo>
                  <a:lnTo>
                    <a:pt x="12222" y="15858"/>
                  </a:lnTo>
                  <a:lnTo>
                    <a:pt x="10673" y="15421"/>
                  </a:lnTo>
                  <a:lnTo>
                    <a:pt x="9125" y="14882"/>
                  </a:lnTo>
                  <a:lnTo>
                    <a:pt x="7610" y="14343"/>
                  </a:lnTo>
                  <a:lnTo>
                    <a:pt x="6532" y="13939"/>
                  </a:lnTo>
                  <a:lnTo>
                    <a:pt x="5489" y="13569"/>
                  </a:lnTo>
                  <a:lnTo>
                    <a:pt x="4411" y="13232"/>
                  </a:lnTo>
                  <a:lnTo>
                    <a:pt x="3839" y="13098"/>
                  </a:lnTo>
                  <a:lnTo>
                    <a:pt x="3300" y="12963"/>
                  </a:lnTo>
                  <a:lnTo>
                    <a:pt x="1549" y="12593"/>
                  </a:lnTo>
                  <a:lnTo>
                    <a:pt x="1785" y="12155"/>
                  </a:lnTo>
                  <a:lnTo>
                    <a:pt x="1953" y="11717"/>
                  </a:lnTo>
                  <a:lnTo>
                    <a:pt x="2256" y="10774"/>
                  </a:lnTo>
                  <a:lnTo>
                    <a:pt x="2795" y="8889"/>
                  </a:lnTo>
                  <a:lnTo>
                    <a:pt x="2963" y="8148"/>
                  </a:lnTo>
                  <a:lnTo>
                    <a:pt x="3132" y="7408"/>
                  </a:lnTo>
                  <a:lnTo>
                    <a:pt x="3233" y="7004"/>
                  </a:lnTo>
                  <a:lnTo>
                    <a:pt x="3367" y="6633"/>
                  </a:lnTo>
                  <a:lnTo>
                    <a:pt x="3502" y="6297"/>
                  </a:lnTo>
                  <a:lnTo>
                    <a:pt x="3704" y="5994"/>
                  </a:lnTo>
                  <a:lnTo>
                    <a:pt x="3704" y="5926"/>
                  </a:lnTo>
                  <a:close/>
                  <a:moveTo>
                    <a:pt x="17441" y="10101"/>
                  </a:moveTo>
                  <a:lnTo>
                    <a:pt x="18114" y="10236"/>
                  </a:lnTo>
                  <a:lnTo>
                    <a:pt x="18787" y="10337"/>
                  </a:lnTo>
                  <a:lnTo>
                    <a:pt x="18518" y="11246"/>
                  </a:lnTo>
                  <a:lnTo>
                    <a:pt x="18249" y="12155"/>
                  </a:lnTo>
                  <a:lnTo>
                    <a:pt x="18080" y="12593"/>
                  </a:lnTo>
                  <a:lnTo>
                    <a:pt x="17912" y="13030"/>
                  </a:lnTo>
                  <a:lnTo>
                    <a:pt x="17744" y="13468"/>
                  </a:lnTo>
                  <a:lnTo>
                    <a:pt x="17575" y="13906"/>
                  </a:lnTo>
                  <a:lnTo>
                    <a:pt x="17340" y="14680"/>
                  </a:lnTo>
                  <a:lnTo>
                    <a:pt x="17171" y="15488"/>
                  </a:lnTo>
                  <a:lnTo>
                    <a:pt x="16936" y="16262"/>
                  </a:lnTo>
                  <a:lnTo>
                    <a:pt x="16801" y="16666"/>
                  </a:lnTo>
                  <a:lnTo>
                    <a:pt x="16599" y="17037"/>
                  </a:lnTo>
                  <a:lnTo>
                    <a:pt x="16397" y="16902"/>
                  </a:lnTo>
                  <a:lnTo>
                    <a:pt x="16161" y="16801"/>
                  </a:lnTo>
                  <a:lnTo>
                    <a:pt x="15656" y="16666"/>
                  </a:lnTo>
                  <a:lnTo>
                    <a:pt x="15353" y="16599"/>
                  </a:lnTo>
                  <a:lnTo>
                    <a:pt x="15589" y="15825"/>
                  </a:lnTo>
                  <a:lnTo>
                    <a:pt x="15791" y="15050"/>
                  </a:lnTo>
                  <a:lnTo>
                    <a:pt x="15993" y="14276"/>
                  </a:lnTo>
                  <a:lnTo>
                    <a:pt x="16195" y="13535"/>
                  </a:lnTo>
                  <a:lnTo>
                    <a:pt x="16498" y="12694"/>
                  </a:lnTo>
                  <a:lnTo>
                    <a:pt x="16835" y="11852"/>
                  </a:lnTo>
                  <a:lnTo>
                    <a:pt x="17138" y="11010"/>
                  </a:lnTo>
                  <a:lnTo>
                    <a:pt x="17441" y="10168"/>
                  </a:lnTo>
                  <a:lnTo>
                    <a:pt x="17441" y="10135"/>
                  </a:lnTo>
                  <a:lnTo>
                    <a:pt x="17441" y="10101"/>
                  </a:lnTo>
                  <a:close/>
                  <a:moveTo>
                    <a:pt x="3805" y="1"/>
                  </a:moveTo>
                  <a:lnTo>
                    <a:pt x="3738" y="34"/>
                  </a:lnTo>
                  <a:lnTo>
                    <a:pt x="3670" y="68"/>
                  </a:lnTo>
                  <a:lnTo>
                    <a:pt x="3670" y="135"/>
                  </a:lnTo>
                  <a:lnTo>
                    <a:pt x="3704" y="203"/>
                  </a:lnTo>
                  <a:lnTo>
                    <a:pt x="3670" y="472"/>
                  </a:lnTo>
                  <a:lnTo>
                    <a:pt x="3603" y="775"/>
                  </a:lnTo>
                  <a:lnTo>
                    <a:pt x="3401" y="1314"/>
                  </a:lnTo>
                  <a:lnTo>
                    <a:pt x="3165" y="1886"/>
                  </a:lnTo>
                  <a:lnTo>
                    <a:pt x="2930" y="2425"/>
                  </a:lnTo>
                  <a:lnTo>
                    <a:pt x="2694" y="3098"/>
                  </a:lnTo>
                  <a:lnTo>
                    <a:pt x="2458" y="3805"/>
                  </a:lnTo>
                  <a:lnTo>
                    <a:pt x="1987" y="5186"/>
                  </a:lnTo>
                  <a:lnTo>
                    <a:pt x="1987" y="5253"/>
                  </a:lnTo>
                  <a:lnTo>
                    <a:pt x="2021" y="5287"/>
                  </a:lnTo>
                  <a:lnTo>
                    <a:pt x="2021" y="5388"/>
                  </a:lnTo>
                  <a:lnTo>
                    <a:pt x="2088" y="5421"/>
                  </a:lnTo>
                  <a:lnTo>
                    <a:pt x="2256" y="5489"/>
                  </a:lnTo>
                  <a:lnTo>
                    <a:pt x="1920" y="6297"/>
                  </a:lnTo>
                  <a:lnTo>
                    <a:pt x="1650" y="7105"/>
                  </a:lnTo>
                  <a:lnTo>
                    <a:pt x="1179" y="8788"/>
                  </a:lnTo>
                  <a:lnTo>
                    <a:pt x="674" y="10471"/>
                  </a:lnTo>
                  <a:lnTo>
                    <a:pt x="405" y="11280"/>
                  </a:lnTo>
                  <a:lnTo>
                    <a:pt x="102" y="12088"/>
                  </a:lnTo>
                  <a:lnTo>
                    <a:pt x="34" y="12121"/>
                  </a:lnTo>
                  <a:lnTo>
                    <a:pt x="1" y="12155"/>
                  </a:lnTo>
                  <a:lnTo>
                    <a:pt x="1" y="12222"/>
                  </a:lnTo>
                  <a:lnTo>
                    <a:pt x="34" y="12290"/>
                  </a:lnTo>
                  <a:lnTo>
                    <a:pt x="68" y="12357"/>
                  </a:lnTo>
                  <a:lnTo>
                    <a:pt x="203" y="12424"/>
                  </a:lnTo>
                  <a:lnTo>
                    <a:pt x="506" y="12559"/>
                  </a:lnTo>
                  <a:lnTo>
                    <a:pt x="910" y="12694"/>
                  </a:lnTo>
                  <a:lnTo>
                    <a:pt x="1314" y="12795"/>
                  </a:lnTo>
                  <a:lnTo>
                    <a:pt x="2122" y="12963"/>
                  </a:lnTo>
                  <a:lnTo>
                    <a:pt x="4007" y="13401"/>
                  </a:lnTo>
                  <a:lnTo>
                    <a:pt x="4950" y="13670"/>
                  </a:lnTo>
                  <a:lnTo>
                    <a:pt x="5893" y="13973"/>
                  </a:lnTo>
                  <a:lnTo>
                    <a:pt x="8990" y="15084"/>
                  </a:lnTo>
                  <a:lnTo>
                    <a:pt x="10539" y="15623"/>
                  </a:lnTo>
                  <a:lnTo>
                    <a:pt x="12121" y="16094"/>
                  </a:lnTo>
                  <a:lnTo>
                    <a:pt x="13300" y="16397"/>
                  </a:lnTo>
                  <a:lnTo>
                    <a:pt x="14478" y="16666"/>
                  </a:lnTo>
                  <a:lnTo>
                    <a:pt x="15084" y="16767"/>
                  </a:lnTo>
                  <a:lnTo>
                    <a:pt x="15151" y="16801"/>
                  </a:lnTo>
                  <a:lnTo>
                    <a:pt x="15219" y="16801"/>
                  </a:lnTo>
                  <a:lnTo>
                    <a:pt x="15623" y="16868"/>
                  </a:lnTo>
                  <a:lnTo>
                    <a:pt x="15959" y="16969"/>
                  </a:lnTo>
                  <a:lnTo>
                    <a:pt x="16262" y="17104"/>
                  </a:lnTo>
                  <a:lnTo>
                    <a:pt x="16397" y="17171"/>
                  </a:lnTo>
                  <a:lnTo>
                    <a:pt x="16498" y="17272"/>
                  </a:lnTo>
                  <a:lnTo>
                    <a:pt x="16498" y="17373"/>
                  </a:lnTo>
                  <a:lnTo>
                    <a:pt x="16565" y="17407"/>
                  </a:lnTo>
                  <a:lnTo>
                    <a:pt x="16633" y="17441"/>
                  </a:lnTo>
                  <a:lnTo>
                    <a:pt x="16700" y="17407"/>
                  </a:lnTo>
                  <a:lnTo>
                    <a:pt x="16734" y="17373"/>
                  </a:lnTo>
                  <a:lnTo>
                    <a:pt x="16936" y="17003"/>
                  </a:lnTo>
                  <a:lnTo>
                    <a:pt x="17104" y="16599"/>
                  </a:lnTo>
                  <a:lnTo>
                    <a:pt x="17239" y="16195"/>
                  </a:lnTo>
                  <a:lnTo>
                    <a:pt x="17340" y="15791"/>
                  </a:lnTo>
                  <a:lnTo>
                    <a:pt x="17542" y="14983"/>
                  </a:lnTo>
                  <a:lnTo>
                    <a:pt x="17777" y="14175"/>
                  </a:lnTo>
                  <a:lnTo>
                    <a:pt x="17912" y="13670"/>
                  </a:lnTo>
                  <a:lnTo>
                    <a:pt x="18080" y="13199"/>
                  </a:lnTo>
                  <a:lnTo>
                    <a:pt x="18451" y="12290"/>
                  </a:lnTo>
                  <a:lnTo>
                    <a:pt x="18619" y="11818"/>
                  </a:lnTo>
                  <a:lnTo>
                    <a:pt x="18754" y="11347"/>
                  </a:lnTo>
                  <a:lnTo>
                    <a:pt x="18888" y="10875"/>
                  </a:lnTo>
                  <a:lnTo>
                    <a:pt x="18956" y="10370"/>
                  </a:lnTo>
                  <a:lnTo>
                    <a:pt x="18989" y="10370"/>
                  </a:lnTo>
                  <a:lnTo>
                    <a:pt x="19023" y="10438"/>
                  </a:lnTo>
                  <a:lnTo>
                    <a:pt x="19124" y="10471"/>
                  </a:lnTo>
                  <a:lnTo>
                    <a:pt x="19191" y="10438"/>
                  </a:lnTo>
                  <a:lnTo>
                    <a:pt x="19259" y="10370"/>
                  </a:lnTo>
                  <a:lnTo>
                    <a:pt x="19730" y="8788"/>
                  </a:lnTo>
                  <a:lnTo>
                    <a:pt x="20168" y="7206"/>
                  </a:lnTo>
                  <a:lnTo>
                    <a:pt x="20302" y="6701"/>
                  </a:lnTo>
                  <a:lnTo>
                    <a:pt x="20370" y="6196"/>
                  </a:lnTo>
                  <a:lnTo>
                    <a:pt x="20504" y="5691"/>
                  </a:lnTo>
                  <a:lnTo>
                    <a:pt x="20572" y="5455"/>
                  </a:lnTo>
                  <a:lnTo>
                    <a:pt x="20706" y="5219"/>
                  </a:lnTo>
                  <a:lnTo>
                    <a:pt x="20740" y="5186"/>
                  </a:lnTo>
                  <a:lnTo>
                    <a:pt x="20774" y="5118"/>
                  </a:lnTo>
                  <a:lnTo>
                    <a:pt x="20774" y="5085"/>
                  </a:lnTo>
                  <a:lnTo>
                    <a:pt x="20774" y="5017"/>
                  </a:lnTo>
                  <a:lnTo>
                    <a:pt x="20706" y="4984"/>
                  </a:lnTo>
                  <a:lnTo>
                    <a:pt x="19797" y="4613"/>
                  </a:lnTo>
                  <a:lnTo>
                    <a:pt x="18888" y="4310"/>
                  </a:lnTo>
                  <a:lnTo>
                    <a:pt x="17979" y="4041"/>
                  </a:lnTo>
                  <a:lnTo>
                    <a:pt x="17037" y="3805"/>
                  </a:lnTo>
                  <a:lnTo>
                    <a:pt x="15959" y="3536"/>
                  </a:lnTo>
                  <a:lnTo>
                    <a:pt x="14916" y="3199"/>
                  </a:lnTo>
                  <a:lnTo>
                    <a:pt x="13872" y="2829"/>
                  </a:lnTo>
                  <a:lnTo>
                    <a:pt x="12862" y="2458"/>
                  </a:lnTo>
                  <a:lnTo>
                    <a:pt x="11784" y="2054"/>
                  </a:lnTo>
                  <a:lnTo>
                    <a:pt x="10741" y="1684"/>
                  </a:lnTo>
                  <a:lnTo>
                    <a:pt x="9630" y="1381"/>
                  </a:lnTo>
                  <a:lnTo>
                    <a:pt x="8552" y="1112"/>
                  </a:lnTo>
                  <a:lnTo>
                    <a:pt x="7340" y="842"/>
                  </a:lnTo>
                  <a:lnTo>
                    <a:pt x="6162" y="539"/>
                  </a:lnTo>
                  <a:lnTo>
                    <a:pt x="4984" y="270"/>
                  </a:lnTo>
                  <a:lnTo>
                    <a:pt x="38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5685300" y="485575"/>
              <a:ext cx="7600" cy="13500"/>
            </a:xfrm>
            <a:custGeom>
              <a:avLst/>
              <a:gdLst/>
              <a:ahLst/>
              <a:cxnLst/>
              <a:rect l="l" t="t" r="r" b="b"/>
              <a:pathLst>
                <a:path w="304" h="540" extrusionOk="0">
                  <a:moveTo>
                    <a:pt x="202" y="0"/>
                  </a:moveTo>
                  <a:lnTo>
                    <a:pt x="169" y="34"/>
                  </a:lnTo>
                  <a:lnTo>
                    <a:pt x="34" y="270"/>
                  </a:lnTo>
                  <a:lnTo>
                    <a:pt x="0" y="404"/>
                  </a:lnTo>
                  <a:lnTo>
                    <a:pt x="34" y="505"/>
                  </a:lnTo>
                  <a:lnTo>
                    <a:pt x="34" y="539"/>
                  </a:lnTo>
                  <a:lnTo>
                    <a:pt x="135" y="539"/>
                  </a:lnTo>
                  <a:lnTo>
                    <a:pt x="169" y="505"/>
                  </a:lnTo>
                  <a:lnTo>
                    <a:pt x="202" y="404"/>
                  </a:lnTo>
                  <a:lnTo>
                    <a:pt x="236" y="303"/>
                  </a:lnTo>
                  <a:lnTo>
                    <a:pt x="303" y="101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5657525" y="557950"/>
              <a:ext cx="8450" cy="13500"/>
            </a:xfrm>
            <a:custGeom>
              <a:avLst/>
              <a:gdLst/>
              <a:ahLst/>
              <a:cxnLst/>
              <a:rect l="l" t="t" r="r" b="b"/>
              <a:pathLst>
                <a:path w="338" h="540" extrusionOk="0">
                  <a:moveTo>
                    <a:pt x="270" y="1"/>
                  </a:moveTo>
                  <a:lnTo>
                    <a:pt x="202" y="35"/>
                  </a:lnTo>
                  <a:lnTo>
                    <a:pt x="135" y="102"/>
                  </a:lnTo>
                  <a:lnTo>
                    <a:pt x="68" y="203"/>
                  </a:lnTo>
                  <a:lnTo>
                    <a:pt x="0" y="338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01" y="540"/>
                  </a:lnTo>
                  <a:lnTo>
                    <a:pt x="135" y="506"/>
                  </a:lnTo>
                  <a:lnTo>
                    <a:pt x="202" y="405"/>
                  </a:lnTo>
                  <a:lnTo>
                    <a:pt x="236" y="304"/>
                  </a:lnTo>
                  <a:lnTo>
                    <a:pt x="337" y="136"/>
                  </a:lnTo>
                  <a:lnTo>
                    <a:pt x="337" y="68"/>
                  </a:lnTo>
                  <a:lnTo>
                    <a:pt x="303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5754325" y="392150"/>
              <a:ext cx="18525" cy="7600"/>
            </a:xfrm>
            <a:custGeom>
              <a:avLst/>
              <a:gdLst/>
              <a:ahLst/>
              <a:cxnLst/>
              <a:rect l="l" t="t" r="r" b="b"/>
              <a:pathLst>
                <a:path w="741" h="304" extrusionOk="0">
                  <a:moveTo>
                    <a:pt x="34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169" y="236"/>
                  </a:lnTo>
                  <a:lnTo>
                    <a:pt x="337" y="270"/>
                  </a:lnTo>
                  <a:lnTo>
                    <a:pt x="505" y="303"/>
                  </a:lnTo>
                  <a:lnTo>
                    <a:pt x="674" y="270"/>
                  </a:lnTo>
                  <a:lnTo>
                    <a:pt x="741" y="202"/>
                  </a:lnTo>
                  <a:lnTo>
                    <a:pt x="741" y="169"/>
                  </a:lnTo>
                  <a:lnTo>
                    <a:pt x="707" y="101"/>
                  </a:lnTo>
                  <a:lnTo>
                    <a:pt x="640" y="68"/>
                  </a:lnTo>
                  <a:lnTo>
                    <a:pt x="236" y="68"/>
                  </a:lnTo>
                  <a:lnTo>
                    <a:pt x="101" y="3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5783775" y="400550"/>
              <a:ext cx="21075" cy="7600"/>
            </a:xfrm>
            <a:custGeom>
              <a:avLst/>
              <a:gdLst/>
              <a:ahLst/>
              <a:cxnLst/>
              <a:rect l="l" t="t" r="r" b="b"/>
              <a:pathLst>
                <a:path w="843" h="304" extrusionOk="0">
                  <a:moveTo>
                    <a:pt x="34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405" y="237"/>
                  </a:lnTo>
                  <a:lnTo>
                    <a:pt x="573" y="304"/>
                  </a:lnTo>
                  <a:lnTo>
                    <a:pt x="842" y="304"/>
                  </a:lnTo>
                  <a:lnTo>
                    <a:pt x="842" y="237"/>
                  </a:lnTo>
                  <a:lnTo>
                    <a:pt x="842" y="203"/>
                  </a:lnTo>
                  <a:lnTo>
                    <a:pt x="809" y="169"/>
                  </a:lnTo>
                  <a:lnTo>
                    <a:pt x="438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3921925" y="624450"/>
              <a:ext cx="579125" cy="264325"/>
            </a:xfrm>
            <a:custGeom>
              <a:avLst/>
              <a:gdLst/>
              <a:ahLst/>
              <a:cxnLst/>
              <a:rect l="l" t="t" r="r" b="b"/>
              <a:pathLst>
                <a:path w="23165" h="10573" extrusionOk="0">
                  <a:moveTo>
                    <a:pt x="1718" y="506"/>
                  </a:moveTo>
                  <a:lnTo>
                    <a:pt x="1853" y="539"/>
                  </a:lnTo>
                  <a:lnTo>
                    <a:pt x="2189" y="640"/>
                  </a:lnTo>
                  <a:lnTo>
                    <a:pt x="2021" y="1044"/>
                  </a:lnTo>
                  <a:lnTo>
                    <a:pt x="1853" y="1482"/>
                  </a:lnTo>
                  <a:lnTo>
                    <a:pt x="1718" y="1920"/>
                  </a:lnTo>
                  <a:lnTo>
                    <a:pt x="1583" y="2357"/>
                  </a:lnTo>
                  <a:lnTo>
                    <a:pt x="1415" y="2728"/>
                  </a:lnTo>
                  <a:lnTo>
                    <a:pt x="1314" y="3132"/>
                  </a:lnTo>
                  <a:lnTo>
                    <a:pt x="1179" y="3536"/>
                  </a:lnTo>
                  <a:lnTo>
                    <a:pt x="1112" y="3940"/>
                  </a:lnTo>
                  <a:lnTo>
                    <a:pt x="809" y="3872"/>
                  </a:lnTo>
                  <a:lnTo>
                    <a:pt x="573" y="3805"/>
                  </a:lnTo>
                  <a:lnTo>
                    <a:pt x="439" y="3704"/>
                  </a:lnTo>
                  <a:lnTo>
                    <a:pt x="371" y="3603"/>
                  </a:lnTo>
                  <a:lnTo>
                    <a:pt x="304" y="3502"/>
                  </a:lnTo>
                  <a:lnTo>
                    <a:pt x="237" y="3334"/>
                  </a:lnTo>
                  <a:lnTo>
                    <a:pt x="270" y="2997"/>
                  </a:lnTo>
                  <a:lnTo>
                    <a:pt x="304" y="2694"/>
                  </a:lnTo>
                  <a:lnTo>
                    <a:pt x="472" y="2054"/>
                  </a:lnTo>
                  <a:lnTo>
                    <a:pt x="674" y="1415"/>
                  </a:lnTo>
                  <a:lnTo>
                    <a:pt x="843" y="1112"/>
                  </a:lnTo>
                  <a:lnTo>
                    <a:pt x="1011" y="809"/>
                  </a:lnTo>
                  <a:lnTo>
                    <a:pt x="1146" y="674"/>
                  </a:lnTo>
                  <a:lnTo>
                    <a:pt x="1280" y="607"/>
                  </a:lnTo>
                  <a:lnTo>
                    <a:pt x="1415" y="539"/>
                  </a:lnTo>
                  <a:lnTo>
                    <a:pt x="1550" y="506"/>
                  </a:lnTo>
                  <a:close/>
                  <a:moveTo>
                    <a:pt x="18956" y="4815"/>
                  </a:moveTo>
                  <a:lnTo>
                    <a:pt x="19192" y="4883"/>
                  </a:lnTo>
                  <a:lnTo>
                    <a:pt x="19057" y="5152"/>
                  </a:lnTo>
                  <a:lnTo>
                    <a:pt x="18956" y="5421"/>
                  </a:lnTo>
                  <a:lnTo>
                    <a:pt x="18889" y="5691"/>
                  </a:lnTo>
                  <a:lnTo>
                    <a:pt x="18855" y="5859"/>
                  </a:lnTo>
                  <a:lnTo>
                    <a:pt x="18821" y="5994"/>
                  </a:lnTo>
                  <a:lnTo>
                    <a:pt x="18720" y="5960"/>
                  </a:lnTo>
                  <a:lnTo>
                    <a:pt x="18754" y="5926"/>
                  </a:lnTo>
                  <a:lnTo>
                    <a:pt x="18788" y="5623"/>
                  </a:lnTo>
                  <a:lnTo>
                    <a:pt x="18821" y="5287"/>
                  </a:lnTo>
                  <a:lnTo>
                    <a:pt x="18956" y="4815"/>
                  </a:lnTo>
                  <a:close/>
                  <a:moveTo>
                    <a:pt x="19394" y="4950"/>
                  </a:moveTo>
                  <a:lnTo>
                    <a:pt x="19629" y="5017"/>
                  </a:lnTo>
                  <a:lnTo>
                    <a:pt x="19427" y="5354"/>
                  </a:lnTo>
                  <a:lnTo>
                    <a:pt x="19326" y="5691"/>
                  </a:lnTo>
                  <a:lnTo>
                    <a:pt x="19259" y="5893"/>
                  </a:lnTo>
                  <a:lnTo>
                    <a:pt x="19225" y="6128"/>
                  </a:lnTo>
                  <a:lnTo>
                    <a:pt x="19057" y="6095"/>
                  </a:lnTo>
                  <a:lnTo>
                    <a:pt x="19091" y="5825"/>
                  </a:lnTo>
                  <a:lnTo>
                    <a:pt x="19158" y="5556"/>
                  </a:lnTo>
                  <a:lnTo>
                    <a:pt x="19225" y="5253"/>
                  </a:lnTo>
                  <a:lnTo>
                    <a:pt x="19293" y="5085"/>
                  </a:lnTo>
                  <a:lnTo>
                    <a:pt x="19360" y="4950"/>
                  </a:lnTo>
                  <a:close/>
                  <a:moveTo>
                    <a:pt x="19764" y="5051"/>
                  </a:moveTo>
                  <a:lnTo>
                    <a:pt x="20000" y="5118"/>
                  </a:lnTo>
                  <a:lnTo>
                    <a:pt x="19865" y="5388"/>
                  </a:lnTo>
                  <a:lnTo>
                    <a:pt x="19764" y="5691"/>
                  </a:lnTo>
                  <a:lnTo>
                    <a:pt x="19697" y="5960"/>
                  </a:lnTo>
                  <a:lnTo>
                    <a:pt x="19629" y="6263"/>
                  </a:lnTo>
                  <a:lnTo>
                    <a:pt x="19461" y="6229"/>
                  </a:lnTo>
                  <a:lnTo>
                    <a:pt x="19495" y="5926"/>
                  </a:lnTo>
                  <a:lnTo>
                    <a:pt x="19562" y="5623"/>
                  </a:lnTo>
                  <a:lnTo>
                    <a:pt x="19629" y="5320"/>
                  </a:lnTo>
                  <a:lnTo>
                    <a:pt x="19764" y="5051"/>
                  </a:lnTo>
                  <a:close/>
                  <a:moveTo>
                    <a:pt x="20168" y="5152"/>
                  </a:moveTo>
                  <a:lnTo>
                    <a:pt x="20370" y="5219"/>
                  </a:lnTo>
                  <a:lnTo>
                    <a:pt x="20269" y="5489"/>
                  </a:lnTo>
                  <a:lnTo>
                    <a:pt x="20168" y="5792"/>
                  </a:lnTo>
                  <a:lnTo>
                    <a:pt x="20000" y="6398"/>
                  </a:lnTo>
                  <a:lnTo>
                    <a:pt x="19831" y="6330"/>
                  </a:lnTo>
                  <a:lnTo>
                    <a:pt x="19899" y="6027"/>
                  </a:lnTo>
                  <a:lnTo>
                    <a:pt x="19966" y="5758"/>
                  </a:lnTo>
                  <a:lnTo>
                    <a:pt x="20168" y="5152"/>
                  </a:lnTo>
                  <a:close/>
                  <a:moveTo>
                    <a:pt x="20538" y="5287"/>
                  </a:moveTo>
                  <a:lnTo>
                    <a:pt x="20808" y="5354"/>
                  </a:lnTo>
                  <a:lnTo>
                    <a:pt x="20740" y="5657"/>
                  </a:lnTo>
                  <a:lnTo>
                    <a:pt x="20673" y="5960"/>
                  </a:lnTo>
                  <a:lnTo>
                    <a:pt x="20572" y="6532"/>
                  </a:lnTo>
                  <a:lnTo>
                    <a:pt x="20235" y="6431"/>
                  </a:lnTo>
                  <a:lnTo>
                    <a:pt x="20336" y="6162"/>
                  </a:lnTo>
                  <a:lnTo>
                    <a:pt x="20404" y="5859"/>
                  </a:lnTo>
                  <a:lnTo>
                    <a:pt x="20538" y="5287"/>
                  </a:lnTo>
                  <a:close/>
                  <a:moveTo>
                    <a:pt x="20976" y="5421"/>
                  </a:moveTo>
                  <a:lnTo>
                    <a:pt x="21212" y="5489"/>
                  </a:lnTo>
                  <a:lnTo>
                    <a:pt x="21144" y="5724"/>
                  </a:lnTo>
                  <a:lnTo>
                    <a:pt x="21111" y="5960"/>
                  </a:lnTo>
                  <a:lnTo>
                    <a:pt x="21043" y="6330"/>
                  </a:lnTo>
                  <a:lnTo>
                    <a:pt x="21043" y="6499"/>
                  </a:lnTo>
                  <a:lnTo>
                    <a:pt x="21043" y="6667"/>
                  </a:lnTo>
                  <a:lnTo>
                    <a:pt x="20774" y="6600"/>
                  </a:lnTo>
                  <a:lnTo>
                    <a:pt x="20976" y="5421"/>
                  </a:lnTo>
                  <a:close/>
                  <a:moveTo>
                    <a:pt x="21380" y="5556"/>
                  </a:moveTo>
                  <a:lnTo>
                    <a:pt x="21447" y="5590"/>
                  </a:lnTo>
                  <a:lnTo>
                    <a:pt x="21717" y="5657"/>
                  </a:lnTo>
                  <a:lnTo>
                    <a:pt x="21582" y="5926"/>
                  </a:lnTo>
                  <a:lnTo>
                    <a:pt x="21481" y="6196"/>
                  </a:lnTo>
                  <a:lnTo>
                    <a:pt x="21380" y="6499"/>
                  </a:lnTo>
                  <a:lnTo>
                    <a:pt x="21380" y="6633"/>
                  </a:lnTo>
                  <a:lnTo>
                    <a:pt x="21380" y="6768"/>
                  </a:lnTo>
                  <a:lnTo>
                    <a:pt x="21279" y="6734"/>
                  </a:lnTo>
                  <a:lnTo>
                    <a:pt x="21279" y="6431"/>
                  </a:lnTo>
                  <a:lnTo>
                    <a:pt x="21279" y="6128"/>
                  </a:lnTo>
                  <a:lnTo>
                    <a:pt x="21313" y="5859"/>
                  </a:lnTo>
                  <a:lnTo>
                    <a:pt x="21380" y="5556"/>
                  </a:lnTo>
                  <a:close/>
                  <a:moveTo>
                    <a:pt x="21851" y="5724"/>
                  </a:moveTo>
                  <a:lnTo>
                    <a:pt x="22020" y="5792"/>
                  </a:lnTo>
                  <a:lnTo>
                    <a:pt x="21919" y="6061"/>
                  </a:lnTo>
                  <a:lnTo>
                    <a:pt x="21818" y="6297"/>
                  </a:lnTo>
                  <a:lnTo>
                    <a:pt x="21750" y="6600"/>
                  </a:lnTo>
                  <a:lnTo>
                    <a:pt x="21717" y="6869"/>
                  </a:lnTo>
                  <a:lnTo>
                    <a:pt x="21582" y="6802"/>
                  </a:lnTo>
                  <a:lnTo>
                    <a:pt x="21616" y="6566"/>
                  </a:lnTo>
                  <a:lnTo>
                    <a:pt x="21683" y="6297"/>
                  </a:lnTo>
                  <a:lnTo>
                    <a:pt x="21851" y="5724"/>
                  </a:lnTo>
                  <a:close/>
                  <a:moveTo>
                    <a:pt x="22188" y="5859"/>
                  </a:moveTo>
                  <a:lnTo>
                    <a:pt x="22424" y="5994"/>
                  </a:lnTo>
                  <a:lnTo>
                    <a:pt x="22255" y="6364"/>
                  </a:lnTo>
                  <a:lnTo>
                    <a:pt x="22154" y="6667"/>
                  </a:lnTo>
                  <a:lnTo>
                    <a:pt x="22053" y="6936"/>
                  </a:lnTo>
                  <a:lnTo>
                    <a:pt x="21885" y="6903"/>
                  </a:lnTo>
                  <a:lnTo>
                    <a:pt x="21986" y="6667"/>
                  </a:lnTo>
                  <a:lnTo>
                    <a:pt x="22053" y="6398"/>
                  </a:lnTo>
                  <a:lnTo>
                    <a:pt x="22087" y="6128"/>
                  </a:lnTo>
                  <a:lnTo>
                    <a:pt x="22188" y="5859"/>
                  </a:lnTo>
                  <a:close/>
                  <a:moveTo>
                    <a:pt x="22592" y="6095"/>
                  </a:moveTo>
                  <a:lnTo>
                    <a:pt x="22760" y="6263"/>
                  </a:lnTo>
                  <a:lnTo>
                    <a:pt x="22861" y="6431"/>
                  </a:lnTo>
                  <a:lnTo>
                    <a:pt x="22659" y="7138"/>
                  </a:lnTo>
                  <a:lnTo>
                    <a:pt x="22222" y="7004"/>
                  </a:lnTo>
                  <a:lnTo>
                    <a:pt x="22323" y="6768"/>
                  </a:lnTo>
                  <a:lnTo>
                    <a:pt x="22424" y="6499"/>
                  </a:lnTo>
                  <a:lnTo>
                    <a:pt x="22592" y="6095"/>
                  </a:lnTo>
                  <a:close/>
                  <a:moveTo>
                    <a:pt x="2627" y="203"/>
                  </a:moveTo>
                  <a:lnTo>
                    <a:pt x="2930" y="236"/>
                  </a:lnTo>
                  <a:lnTo>
                    <a:pt x="3233" y="304"/>
                  </a:lnTo>
                  <a:lnTo>
                    <a:pt x="3536" y="438"/>
                  </a:lnTo>
                  <a:lnTo>
                    <a:pt x="3805" y="573"/>
                  </a:lnTo>
                  <a:lnTo>
                    <a:pt x="4411" y="876"/>
                  </a:lnTo>
                  <a:lnTo>
                    <a:pt x="4950" y="1145"/>
                  </a:lnTo>
                  <a:lnTo>
                    <a:pt x="5287" y="1280"/>
                  </a:lnTo>
                  <a:lnTo>
                    <a:pt x="5657" y="1415"/>
                  </a:lnTo>
                  <a:lnTo>
                    <a:pt x="6364" y="1583"/>
                  </a:lnTo>
                  <a:lnTo>
                    <a:pt x="7812" y="1886"/>
                  </a:lnTo>
                  <a:lnTo>
                    <a:pt x="9563" y="2290"/>
                  </a:lnTo>
                  <a:lnTo>
                    <a:pt x="11280" y="2761"/>
                  </a:lnTo>
                  <a:lnTo>
                    <a:pt x="14747" y="3704"/>
                  </a:lnTo>
                  <a:lnTo>
                    <a:pt x="16970" y="4310"/>
                  </a:lnTo>
                  <a:lnTo>
                    <a:pt x="16768" y="4815"/>
                  </a:lnTo>
                  <a:lnTo>
                    <a:pt x="16566" y="5388"/>
                  </a:lnTo>
                  <a:lnTo>
                    <a:pt x="16431" y="5926"/>
                  </a:lnTo>
                  <a:lnTo>
                    <a:pt x="16263" y="6499"/>
                  </a:lnTo>
                  <a:lnTo>
                    <a:pt x="16094" y="7037"/>
                  </a:lnTo>
                  <a:lnTo>
                    <a:pt x="15926" y="7576"/>
                  </a:lnTo>
                  <a:lnTo>
                    <a:pt x="15825" y="8115"/>
                  </a:lnTo>
                  <a:lnTo>
                    <a:pt x="15757" y="8687"/>
                  </a:lnTo>
                  <a:lnTo>
                    <a:pt x="14579" y="8317"/>
                  </a:lnTo>
                  <a:lnTo>
                    <a:pt x="13367" y="7980"/>
                  </a:lnTo>
                  <a:lnTo>
                    <a:pt x="10977" y="7374"/>
                  </a:lnTo>
                  <a:lnTo>
                    <a:pt x="8115" y="6600"/>
                  </a:lnTo>
                  <a:lnTo>
                    <a:pt x="6667" y="6196"/>
                  </a:lnTo>
                  <a:lnTo>
                    <a:pt x="5253" y="5724"/>
                  </a:lnTo>
                  <a:lnTo>
                    <a:pt x="4782" y="5556"/>
                  </a:lnTo>
                  <a:lnTo>
                    <a:pt x="4310" y="5388"/>
                  </a:lnTo>
                  <a:lnTo>
                    <a:pt x="3300" y="4984"/>
                  </a:lnTo>
                  <a:lnTo>
                    <a:pt x="2795" y="4815"/>
                  </a:lnTo>
                  <a:lnTo>
                    <a:pt x="2290" y="4681"/>
                  </a:lnTo>
                  <a:lnTo>
                    <a:pt x="1785" y="4613"/>
                  </a:lnTo>
                  <a:lnTo>
                    <a:pt x="1280" y="4579"/>
                  </a:lnTo>
                  <a:lnTo>
                    <a:pt x="1348" y="4041"/>
                  </a:lnTo>
                  <a:lnTo>
                    <a:pt x="1482" y="3502"/>
                  </a:lnTo>
                  <a:lnTo>
                    <a:pt x="1617" y="2963"/>
                  </a:lnTo>
                  <a:lnTo>
                    <a:pt x="1785" y="2425"/>
                  </a:lnTo>
                  <a:lnTo>
                    <a:pt x="2156" y="1314"/>
                  </a:lnTo>
                  <a:lnTo>
                    <a:pt x="2358" y="741"/>
                  </a:lnTo>
                  <a:lnTo>
                    <a:pt x="2627" y="236"/>
                  </a:lnTo>
                  <a:lnTo>
                    <a:pt x="2627" y="203"/>
                  </a:lnTo>
                  <a:close/>
                  <a:moveTo>
                    <a:pt x="17441" y="5926"/>
                  </a:moveTo>
                  <a:lnTo>
                    <a:pt x="18552" y="6229"/>
                  </a:lnTo>
                  <a:lnTo>
                    <a:pt x="19663" y="6532"/>
                  </a:lnTo>
                  <a:lnTo>
                    <a:pt x="19697" y="6566"/>
                  </a:lnTo>
                  <a:lnTo>
                    <a:pt x="19831" y="6566"/>
                  </a:lnTo>
                  <a:lnTo>
                    <a:pt x="22626" y="7340"/>
                  </a:lnTo>
                  <a:lnTo>
                    <a:pt x="22424" y="8216"/>
                  </a:lnTo>
                  <a:lnTo>
                    <a:pt x="22255" y="9091"/>
                  </a:lnTo>
                  <a:lnTo>
                    <a:pt x="21010" y="8653"/>
                  </a:lnTo>
                  <a:lnTo>
                    <a:pt x="19730" y="8249"/>
                  </a:lnTo>
                  <a:lnTo>
                    <a:pt x="19057" y="8081"/>
                  </a:lnTo>
                  <a:lnTo>
                    <a:pt x="18384" y="7946"/>
                  </a:lnTo>
                  <a:lnTo>
                    <a:pt x="17677" y="7778"/>
                  </a:lnTo>
                  <a:lnTo>
                    <a:pt x="17340" y="7711"/>
                  </a:lnTo>
                  <a:lnTo>
                    <a:pt x="17003" y="7610"/>
                  </a:lnTo>
                  <a:lnTo>
                    <a:pt x="17172" y="6768"/>
                  </a:lnTo>
                  <a:lnTo>
                    <a:pt x="17273" y="6364"/>
                  </a:lnTo>
                  <a:lnTo>
                    <a:pt x="17441" y="5926"/>
                  </a:lnTo>
                  <a:close/>
                  <a:moveTo>
                    <a:pt x="17172" y="4344"/>
                  </a:moveTo>
                  <a:lnTo>
                    <a:pt x="18754" y="4782"/>
                  </a:lnTo>
                  <a:lnTo>
                    <a:pt x="18687" y="5017"/>
                  </a:lnTo>
                  <a:lnTo>
                    <a:pt x="18619" y="5287"/>
                  </a:lnTo>
                  <a:lnTo>
                    <a:pt x="18552" y="5590"/>
                  </a:lnTo>
                  <a:lnTo>
                    <a:pt x="18518" y="5758"/>
                  </a:lnTo>
                  <a:lnTo>
                    <a:pt x="18552" y="5926"/>
                  </a:lnTo>
                  <a:lnTo>
                    <a:pt x="18283" y="5825"/>
                  </a:lnTo>
                  <a:lnTo>
                    <a:pt x="18013" y="5792"/>
                  </a:lnTo>
                  <a:lnTo>
                    <a:pt x="17710" y="5758"/>
                  </a:lnTo>
                  <a:lnTo>
                    <a:pt x="17441" y="5792"/>
                  </a:lnTo>
                  <a:lnTo>
                    <a:pt x="17407" y="5758"/>
                  </a:lnTo>
                  <a:lnTo>
                    <a:pt x="17374" y="5724"/>
                  </a:lnTo>
                  <a:lnTo>
                    <a:pt x="17340" y="5724"/>
                  </a:lnTo>
                  <a:lnTo>
                    <a:pt x="17273" y="5792"/>
                  </a:lnTo>
                  <a:lnTo>
                    <a:pt x="17172" y="5960"/>
                  </a:lnTo>
                  <a:lnTo>
                    <a:pt x="17071" y="6196"/>
                  </a:lnTo>
                  <a:lnTo>
                    <a:pt x="16902" y="6667"/>
                  </a:lnTo>
                  <a:lnTo>
                    <a:pt x="16801" y="7172"/>
                  </a:lnTo>
                  <a:lnTo>
                    <a:pt x="16801" y="7408"/>
                  </a:lnTo>
                  <a:lnTo>
                    <a:pt x="16801" y="7643"/>
                  </a:lnTo>
                  <a:lnTo>
                    <a:pt x="16835" y="7711"/>
                  </a:lnTo>
                  <a:lnTo>
                    <a:pt x="16902" y="7744"/>
                  </a:lnTo>
                  <a:lnTo>
                    <a:pt x="16936" y="7744"/>
                  </a:lnTo>
                  <a:lnTo>
                    <a:pt x="17205" y="7879"/>
                  </a:lnTo>
                  <a:lnTo>
                    <a:pt x="17508" y="7980"/>
                  </a:lnTo>
                  <a:lnTo>
                    <a:pt x="18114" y="8115"/>
                  </a:lnTo>
                  <a:lnTo>
                    <a:pt x="18081" y="8148"/>
                  </a:lnTo>
                  <a:lnTo>
                    <a:pt x="17946" y="8519"/>
                  </a:lnTo>
                  <a:lnTo>
                    <a:pt x="17811" y="8889"/>
                  </a:lnTo>
                  <a:lnTo>
                    <a:pt x="17710" y="9293"/>
                  </a:lnTo>
                  <a:lnTo>
                    <a:pt x="16599" y="8956"/>
                  </a:lnTo>
                  <a:lnTo>
                    <a:pt x="15993" y="8754"/>
                  </a:lnTo>
                  <a:lnTo>
                    <a:pt x="16027" y="8182"/>
                  </a:lnTo>
                  <a:lnTo>
                    <a:pt x="16128" y="7643"/>
                  </a:lnTo>
                  <a:lnTo>
                    <a:pt x="16263" y="7071"/>
                  </a:lnTo>
                  <a:lnTo>
                    <a:pt x="16431" y="6532"/>
                  </a:lnTo>
                  <a:lnTo>
                    <a:pt x="16801" y="5421"/>
                  </a:lnTo>
                  <a:lnTo>
                    <a:pt x="17003" y="4883"/>
                  </a:lnTo>
                  <a:lnTo>
                    <a:pt x="17172" y="4344"/>
                  </a:lnTo>
                  <a:close/>
                  <a:moveTo>
                    <a:pt x="18283" y="8148"/>
                  </a:moveTo>
                  <a:lnTo>
                    <a:pt x="18552" y="8216"/>
                  </a:lnTo>
                  <a:lnTo>
                    <a:pt x="18417" y="8418"/>
                  </a:lnTo>
                  <a:lnTo>
                    <a:pt x="18316" y="8653"/>
                  </a:lnTo>
                  <a:lnTo>
                    <a:pt x="18148" y="9024"/>
                  </a:lnTo>
                  <a:lnTo>
                    <a:pt x="18114" y="9226"/>
                  </a:lnTo>
                  <a:lnTo>
                    <a:pt x="18081" y="9394"/>
                  </a:lnTo>
                  <a:lnTo>
                    <a:pt x="17912" y="9360"/>
                  </a:lnTo>
                  <a:lnTo>
                    <a:pt x="18148" y="8620"/>
                  </a:lnTo>
                  <a:lnTo>
                    <a:pt x="18249" y="8283"/>
                  </a:lnTo>
                  <a:lnTo>
                    <a:pt x="18283" y="8148"/>
                  </a:lnTo>
                  <a:close/>
                  <a:moveTo>
                    <a:pt x="18889" y="8249"/>
                  </a:moveTo>
                  <a:lnTo>
                    <a:pt x="18788" y="8350"/>
                  </a:lnTo>
                  <a:lnTo>
                    <a:pt x="18720" y="8485"/>
                  </a:lnTo>
                  <a:lnTo>
                    <a:pt x="18653" y="8721"/>
                  </a:lnTo>
                  <a:lnTo>
                    <a:pt x="18518" y="9192"/>
                  </a:lnTo>
                  <a:lnTo>
                    <a:pt x="18451" y="9360"/>
                  </a:lnTo>
                  <a:lnTo>
                    <a:pt x="18451" y="9428"/>
                  </a:lnTo>
                  <a:lnTo>
                    <a:pt x="18451" y="9529"/>
                  </a:lnTo>
                  <a:lnTo>
                    <a:pt x="18283" y="9461"/>
                  </a:lnTo>
                  <a:lnTo>
                    <a:pt x="18350" y="9125"/>
                  </a:lnTo>
                  <a:lnTo>
                    <a:pt x="18485" y="8822"/>
                  </a:lnTo>
                  <a:lnTo>
                    <a:pt x="18754" y="8249"/>
                  </a:lnTo>
                  <a:close/>
                  <a:moveTo>
                    <a:pt x="19091" y="8317"/>
                  </a:moveTo>
                  <a:lnTo>
                    <a:pt x="19293" y="8350"/>
                  </a:lnTo>
                  <a:lnTo>
                    <a:pt x="19158" y="8653"/>
                  </a:lnTo>
                  <a:lnTo>
                    <a:pt x="19091" y="8956"/>
                  </a:lnTo>
                  <a:lnTo>
                    <a:pt x="18956" y="9562"/>
                  </a:lnTo>
                  <a:lnTo>
                    <a:pt x="18990" y="9630"/>
                  </a:lnTo>
                  <a:lnTo>
                    <a:pt x="19023" y="9697"/>
                  </a:lnTo>
                  <a:lnTo>
                    <a:pt x="18552" y="9562"/>
                  </a:lnTo>
                  <a:lnTo>
                    <a:pt x="18619" y="9529"/>
                  </a:lnTo>
                  <a:lnTo>
                    <a:pt x="18653" y="9461"/>
                  </a:lnTo>
                  <a:lnTo>
                    <a:pt x="18720" y="9327"/>
                  </a:lnTo>
                  <a:lnTo>
                    <a:pt x="18788" y="9057"/>
                  </a:lnTo>
                  <a:lnTo>
                    <a:pt x="18855" y="8653"/>
                  </a:lnTo>
                  <a:lnTo>
                    <a:pt x="18922" y="8451"/>
                  </a:lnTo>
                  <a:lnTo>
                    <a:pt x="18990" y="8384"/>
                  </a:lnTo>
                  <a:lnTo>
                    <a:pt x="19057" y="8350"/>
                  </a:lnTo>
                  <a:lnTo>
                    <a:pt x="19091" y="8317"/>
                  </a:lnTo>
                  <a:close/>
                  <a:moveTo>
                    <a:pt x="19461" y="8384"/>
                  </a:moveTo>
                  <a:lnTo>
                    <a:pt x="19596" y="8418"/>
                  </a:lnTo>
                  <a:lnTo>
                    <a:pt x="19427" y="9091"/>
                  </a:lnTo>
                  <a:lnTo>
                    <a:pt x="19360" y="9428"/>
                  </a:lnTo>
                  <a:lnTo>
                    <a:pt x="19326" y="9764"/>
                  </a:lnTo>
                  <a:lnTo>
                    <a:pt x="19057" y="9697"/>
                  </a:lnTo>
                  <a:lnTo>
                    <a:pt x="19124" y="9663"/>
                  </a:lnTo>
                  <a:lnTo>
                    <a:pt x="19158" y="9630"/>
                  </a:lnTo>
                  <a:lnTo>
                    <a:pt x="19259" y="8990"/>
                  </a:lnTo>
                  <a:lnTo>
                    <a:pt x="19326" y="8687"/>
                  </a:lnTo>
                  <a:lnTo>
                    <a:pt x="19461" y="8384"/>
                  </a:lnTo>
                  <a:close/>
                  <a:moveTo>
                    <a:pt x="19764" y="8485"/>
                  </a:moveTo>
                  <a:lnTo>
                    <a:pt x="19966" y="8552"/>
                  </a:lnTo>
                  <a:lnTo>
                    <a:pt x="19899" y="8687"/>
                  </a:lnTo>
                  <a:lnTo>
                    <a:pt x="19831" y="8855"/>
                  </a:lnTo>
                  <a:lnTo>
                    <a:pt x="19730" y="9192"/>
                  </a:lnTo>
                  <a:lnTo>
                    <a:pt x="19663" y="9495"/>
                  </a:lnTo>
                  <a:lnTo>
                    <a:pt x="19629" y="9832"/>
                  </a:lnTo>
                  <a:lnTo>
                    <a:pt x="19495" y="9798"/>
                  </a:lnTo>
                  <a:lnTo>
                    <a:pt x="19629" y="9125"/>
                  </a:lnTo>
                  <a:lnTo>
                    <a:pt x="19764" y="8485"/>
                  </a:lnTo>
                  <a:close/>
                  <a:moveTo>
                    <a:pt x="20134" y="8586"/>
                  </a:moveTo>
                  <a:lnTo>
                    <a:pt x="20303" y="8653"/>
                  </a:lnTo>
                  <a:lnTo>
                    <a:pt x="20168" y="8956"/>
                  </a:lnTo>
                  <a:lnTo>
                    <a:pt x="20101" y="9259"/>
                  </a:lnTo>
                  <a:lnTo>
                    <a:pt x="19966" y="9899"/>
                  </a:lnTo>
                  <a:lnTo>
                    <a:pt x="19865" y="9899"/>
                  </a:lnTo>
                  <a:lnTo>
                    <a:pt x="19865" y="9596"/>
                  </a:lnTo>
                  <a:lnTo>
                    <a:pt x="19899" y="9327"/>
                  </a:lnTo>
                  <a:lnTo>
                    <a:pt x="20000" y="8956"/>
                  </a:lnTo>
                  <a:lnTo>
                    <a:pt x="20134" y="8586"/>
                  </a:lnTo>
                  <a:close/>
                  <a:moveTo>
                    <a:pt x="20437" y="8687"/>
                  </a:moveTo>
                  <a:lnTo>
                    <a:pt x="20707" y="8788"/>
                  </a:lnTo>
                  <a:lnTo>
                    <a:pt x="20606" y="9057"/>
                  </a:lnTo>
                  <a:lnTo>
                    <a:pt x="20538" y="9394"/>
                  </a:lnTo>
                  <a:lnTo>
                    <a:pt x="20505" y="9697"/>
                  </a:lnTo>
                  <a:lnTo>
                    <a:pt x="20505" y="10034"/>
                  </a:lnTo>
                  <a:lnTo>
                    <a:pt x="20168" y="9966"/>
                  </a:lnTo>
                  <a:lnTo>
                    <a:pt x="20235" y="9630"/>
                  </a:lnTo>
                  <a:lnTo>
                    <a:pt x="20303" y="9327"/>
                  </a:lnTo>
                  <a:lnTo>
                    <a:pt x="20336" y="8990"/>
                  </a:lnTo>
                  <a:lnTo>
                    <a:pt x="20437" y="8687"/>
                  </a:lnTo>
                  <a:close/>
                  <a:moveTo>
                    <a:pt x="20875" y="8855"/>
                  </a:moveTo>
                  <a:lnTo>
                    <a:pt x="21077" y="8923"/>
                  </a:lnTo>
                  <a:lnTo>
                    <a:pt x="20976" y="9024"/>
                  </a:lnTo>
                  <a:lnTo>
                    <a:pt x="20909" y="9158"/>
                  </a:lnTo>
                  <a:lnTo>
                    <a:pt x="20841" y="9461"/>
                  </a:lnTo>
                  <a:lnTo>
                    <a:pt x="20808" y="9764"/>
                  </a:lnTo>
                  <a:lnTo>
                    <a:pt x="20740" y="10067"/>
                  </a:lnTo>
                  <a:lnTo>
                    <a:pt x="20707" y="10067"/>
                  </a:lnTo>
                  <a:lnTo>
                    <a:pt x="20774" y="9461"/>
                  </a:lnTo>
                  <a:lnTo>
                    <a:pt x="20808" y="9158"/>
                  </a:lnTo>
                  <a:lnTo>
                    <a:pt x="20875" y="8855"/>
                  </a:lnTo>
                  <a:close/>
                  <a:moveTo>
                    <a:pt x="21245" y="8990"/>
                  </a:moveTo>
                  <a:lnTo>
                    <a:pt x="21447" y="9057"/>
                  </a:lnTo>
                  <a:lnTo>
                    <a:pt x="21313" y="9293"/>
                  </a:lnTo>
                  <a:lnTo>
                    <a:pt x="21245" y="9562"/>
                  </a:lnTo>
                  <a:lnTo>
                    <a:pt x="21178" y="9832"/>
                  </a:lnTo>
                  <a:lnTo>
                    <a:pt x="21144" y="10135"/>
                  </a:lnTo>
                  <a:lnTo>
                    <a:pt x="20976" y="10101"/>
                  </a:lnTo>
                  <a:lnTo>
                    <a:pt x="21043" y="9832"/>
                  </a:lnTo>
                  <a:lnTo>
                    <a:pt x="21077" y="9529"/>
                  </a:lnTo>
                  <a:lnTo>
                    <a:pt x="21111" y="9259"/>
                  </a:lnTo>
                  <a:lnTo>
                    <a:pt x="21178" y="9091"/>
                  </a:lnTo>
                  <a:lnTo>
                    <a:pt x="21245" y="8990"/>
                  </a:lnTo>
                  <a:close/>
                  <a:moveTo>
                    <a:pt x="21582" y="9091"/>
                  </a:moveTo>
                  <a:lnTo>
                    <a:pt x="21717" y="9158"/>
                  </a:lnTo>
                  <a:lnTo>
                    <a:pt x="21649" y="9259"/>
                  </a:lnTo>
                  <a:lnTo>
                    <a:pt x="21616" y="9394"/>
                  </a:lnTo>
                  <a:lnTo>
                    <a:pt x="21582" y="9630"/>
                  </a:lnTo>
                  <a:lnTo>
                    <a:pt x="21582" y="9899"/>
                  </a:lnTo>
                  <a:lnTo>
                    <a:pt x="21515" y="10135"/>
                  </a:lnTo>
                  <a:lnTo>
                    <a:pt x="21515" y="10168"/>
                  </a:lnTo>
                  <a:lnTo>
                    <a:pt x="21380" y="10135"/>
                  </a:lnTo>
                  <a:lnTo>
                    <a:pt x="21481" y="9630"/>
                  </a:lnTo>
                  <a:lnTo>
                    <a:pt x="21515" y="9360"/>
                  </a:lnTo>
                  <a:lnTo>
                    <a:pt x="21582" y="9091"/>
                  </a:lnTo>
                  <a:close/>
                  <a:moveTo>
                    <a:pt x="21885" y="9226"/>
                  </a:moveTo>
                  <a:lnTo>
                    <a:pt x="22222" y="9327"/>
                  </a:lnTo>
                  <a:lnTo>
                    <a:pt x="22053" y="10202"/>
                  </a:lnTo>
                  <a:lnTo>
                    <a:pt x="21717" y="10202"/>
                  </a:lnTo>
                  <a:lnTo>
                    <a:pt x="21784" y="9933"/>
                  </a:lnTo>
                  <a:lnTo>
                    <a:pt x="21784" y="9697"/>
                  </a:lnTo>
                  <a:lnTo>
                    <a:pt x="21818" y="9461"/>
                  </a:lnTo>
                  <a:lnTo>
                    <a:pt x="21885" y="9226"/>
                  </a:lnTo>
                  <a:close/>
                  <a:moveTo>
                    <a:pt x="2593" y="1"/>
                  </a:moveTo>
                  <a:lnTo>
                    <a:pt x="2526" y="34"/>
                  </a:lnTo>
                  <a:lnTo>
                    <a:pt x="2492" y="68"/>
                  </a:lnTo>
                  <a:lnTo>
                    <a:pt x="2425" y="102"/>
                  </a:lnTo>
                  <a:lnTo>
                    <a:pt x="2257" y="472"/>
                  </a:lnTo>
                  <a:lnTo>
                    <a:pt x="2088" y="371"/>
                  </a:lnTo>
                  <a:lnTo>
                    <a:pt x="1920" y="270"/>
                  </a:lnTo>
                  <a:lnTo>
                    <a:pt x="1785" y="236"/>
                  </a:lnTo>
                  <a:lnTo>
                    <a:pt x="1651" y="236"/>
                  </a:lnTo>
                  <a:lnTo>
                    <a:pt x="1482" y="270"/>
                  </a:lnTo>
                  <a:lnTo>
                    <a:pt x="1348" y="304"/>
                  </a:lnTo>
                  <a:lnTo>
                    <a:pt x="1213" y="371"/>
                  </a:lnTo>
                  <a:lnTo>
                    <a:pt x="1078" y="472"/>
                  </a:lnTo>
                  <a:lnTo>
                    <a:pt x="876" y="708"/>
                  </a:lnTo>
                  <a:lnTo>
                    <a:pt x="674" y="977"/>
                  </a:lnTo>
                  <a:lnTo>
                    <a:pt x="506" y="1246"/>
                  </a:lnTo>
                  <a:lnTo>
                    <a:pt x="405" y="1549"/>
                  </a:lnTo>
                  <a:lnTo>
                    <a:pt x="237" y="2054"/>
                  </a:lnTo>
                  <a:lnTo>
                    <a:pt x="68" y="2593"/>
                  </a:lnTo>
                  <a:lnTo>
                    <a:pt x="35" y="2862"/>
                  </a:lnTo>
                  <a:lnTo>
                    <a:pt x="1" y="3132"/>
                  </a:lnTo>
                  <a:lnTo>
                    <a:pt x="1" y="3367"/>
                  </a:lnTo>
                  <a:lnTo>
                    <a:pt x="68" y="3637"/>
                  </a:lnTo>
                  <a:lnTo>
                    <a:pt x="136" y="3771"/>
                  </a:lnTo>
                  <a:lnTo>
                    <a:pt x="237" y="3872"/>
                  </a:lnTo>
                  <a:lnTo>
                    <a:pt x="338" y="3973"/>
                  </a:lnTo>
                  <a:lnTo>
                    <a:pt x="472" y="4041"/>
                  </a:lnTo>
                  <a:lnTo>
                    <a:pt x="775" y="4142"/>
                  </a:lnTo>
                  <a:lnTo>
                    <a:pt x="1078" y="4175"/>
                  </a:lnTo>
                  <a:lnTo>
                    <a:pt x="1011" y="4613"/>
                  </a:lnTo>
                  <a:lnTo>
                    <a:pt x="1045" y="4647"/>
                  </a:lnTo>
                  <a:lnTo>
                    <a:pt x="1045" y="4714"/>
                  </a:lnTo>
                  <a:lnTo>
                    <a:pt x="1112" y="4782"/>
                  </a:lnTo>
                  <a:lnTo>
                    <a:pt x="1651" y="4815"/>
                  </a:lnTo>
                  <a:lnTo>
                    <a:pt x="2189" y="4950"/>
                  </a:lnTo>
                  <a:lnTo>
                    <a:pt x="2728" y="5085"/>
                  </a:lnTo>
                  <a:lnTo>
                    <a:pt x="3267" y="5253"/>
                  </a:lnTo>
                  <a:lnTo>
                    <a:pt x="4310" y="5657"/>
                  </a:lnTo>
                  <a:lnTo>
                    <a:pt x="5354" y="6027"/>
                  </a:lnTo>
                  <a:lnTo>
                    <a:pt x="6802" y="6465"/>
                  </a:lnTo>
                  <a:lnTo>
                    <a:pt x="8250" y="6903"/>
                  </a:lnTo>
                  <a:lnTo>
                    <a:pt x="11179" y="7677"/>
                  </a:lnTo>
                  <a:lnTo>
                    <a:pt x="13502" y="8283"/>
                  </a:lnTo>
                  <a:lnTo>
                    <a:pt x="15791" y="8956"/>
                  </a:lnTo>
                  <a:lnTo>
                    <a:pt x="15859" y="8956"/>
                  </a:lnTo>
                  <a:lnTo>
                    <a:pt x="16768" y="9259"/>
                  </a:lnTo>
                  <a:lnTo>
                    <a:pt x="18047" y="9663"/>
                  </a:lnTo>
                  <a:lnTo>
                    <a:pt x="19293" y="10000"/>
                  </a:lnTo>
                  <a:lnTo>
                    <a:pt x="19326" y="10034"/>
                  </a:lnTo>
                  <a:lnTo>
                    <a:pt x="19360" y="10067"/>
                  </a:lnTo>
                  <a:lnTo>
                    <a:pt x="19427" y="10034"/>
                  </a:lnTo>
                  <a:lnTo>
                    <a:pt x="19932" y="10168"/>
                  </a:lnTo>
                  <a:lnTo>
                    <a:pt x="20000" y="10202"/>
                  </a:lnTo>
                  <a:lnTo>
                    <a:pt x="20067" y="10202"/>
                  </a:lnTo>
                  <a:lnTo>
                    <a:pt x="20740" y="10303"/>
                  </a:lnTo>
                  <a:lnTo>
                    <a:pt x="20808" y="10337"/>
                  </a:lnTo>
                  <a:lnTo>
                    <a:pt x="20841" y="10337"/>
                  </a:lnTo>
                  <a:lnTo>
                    <a:pt x="21144" y="10370"/>
                  </a:lnTo>
                  <a:lnTo>
                    <a:pt x="21144" y="10404"/>
                  </a:lnTo>
                  <a:lnTo>
                    <a:pt x="21178" y="10471"/>
                  </a:lnTo>
                  <a:lnTo>
                    <a:pt x="21245" y="10505"/>
                  </a:lnTo>
                  <a:lnTo>
                    <a:pt x="21313" y="10471"/>
                  </a:lnTo>
                  <a:lnTo>
                    <a:pt x="21346" y="10438"/>
                  </a:lnTo>
                  <a:lnTo>
                    <a:pt x="21346" y="10404"/>
                  </a:lnTo>
                  <a:lnTo>
                    <a:pt x="22020" y="10471"/>
                  </a:lnTo>
                  <a:lnTo>
                    <a:pt x="22020" y="10539"/>
                  </a:lnTo>
                  <a:lnTo>
                    <a:pt x="22087" y="10572"/>
                  </a:lnTo>
                  <a:lnTo>
                    <a:pt x="22188" y="10572"/>
                  </a:lnTo>
                  <a:lnTo>
                    <a:pt x="22222" y="10539"/>
                  </a:lnTo>
                  <a:lnTo>
                    <a:pt x="22222" y="10505"/>
                  </a:lnTo>
                  <a:lnTo>
                    <a:pt x="22457" y="9495"/>
                  </a:lnTo>
                  <a:lnTo>
                    <a:pt x="22693" y="8519"/>
                  </a:lnTo>
                  <a:lnTo>
                    <a:pt x="23097" y="6499"/>
                  </a:lnTo>
                  <a:lnTo>
                    <a:pt x="23131" y="6465"/>
                  </a:lnTo>
                  <a:lnTo>
                    <a:pt x="23097" y="6398"/>
                  </a:lnTo>
                  <a:lnTo>
                    <a:pt x="23164" y="6196"/>
                  </a:lnTo>
                  <a:lnTo>
                    <a:pt x="23164" y="6095"/>
                  </a:lnTo>
                  <a:lnTo>
                    <a:pt x="23097" y="6061"/>
                  </a:lnTo>
                  <a:lnTo>
                    <a:pt x="23030" y="6061"/>
                  </a:lnTo>
                  <a:lnTo>
                    <a:pt x="22962" y="6128"/>
                  </a:lnTo>
                  <a:lnTo>
                    <a:pt x="22828" y="5994"/>
                  </a:lnTo>
                  <a:lnTo>
                    <a:pt x="22693" y="5859"/>
                  </a:lnTo>
                  <a:lnTo>
                    <a:pt x="22323" y="5623"/>
                  </a:lnTo>
                  <a:lnTo>
                    <a:pt x="21885" y="5455"/>
                  </a:lnTo>
                  <a:lnTo>
                    <a:pt x="21447" y="5287"/>
                  </a:lnTo>
                  <a:lnTo>
                    <a:pt x="21447" y="5253"/>
                  </a:lnTo>
                  <a:lnTo>
                    <a:pt x="21414" y="5219"/>
                  </a:lnTo>
                  <a:lnTo>
                    <a:pt x="21346" y="5219"/>
                  </a:lnTo>
                  <a:lnTo>
                    <a:pt x="21313" y="5253"/>
                  </a:lnTo>
                  <a:lnTo>
                    <a:pt x="20336" y="4950"/>
                  </a:lnTo>
                  <a:lnTo>
                    <a:pt x="19495" y="4714"/>
                  </a:lnTo>
                  <a:lnTo>
                    <a:pt x="19461" y="4681"/>
                  </a:lnTo>
                  <a:lnTo>
                    <a:pt x="19360" y="4681"/>
                  </a:lnTo>
                  <a:lnTo>
                    <a:pt x="17205" y="4108"/>
                  </a:lnTo>
                  <a:lnTo>
                    <a:pt x="17138" y="4074"/>
                  </a:lnTo>
                  <a:lnTo>
                    <a:pt x="17104" y="4074"/>
                  </a:lnTo>
                  <a:lnTo>
                    <a:pt x="15589" y="3670"/>
                  </a:lnTo>
                  <a:lnTo>
                    <a:pt x="11852" y="2660"/>
                  </a:lnTo>
                  <a:lnTo>
                    <a:pt x="9967" y="2189"/>
                  </a:lnTo>
                  <a:lnTo>
                    <a:pt x="8115" y="1718"/>
                  </a:lnTo>
                  <a:lnTo>
                    <a:pt x="6398" y="1347"/>
                  </a:lnTo>
                  <a:lnTo>
                    <a:pt x="5590" y="1145"/>
                  </a:lnTo>
                  <a:lnTo>
                    <a:pt x="5186" y="1011"/>
                  </a:lnTo>
                  <a:lnTo>
                    <a:pt x="4782" y="842"/>
                  </a:lnTo>
                  <a:lnTo>
                    <a:pt x="4277" y="573"/>
                  </a:lnTo>
                  <a:lnTo>
                    <a:pt x="3738" y="270"/>
                  </a:lnTo>
                  <a:lnTo>
                    <a:pt x="3435" y="169"/>
                  </a:lnTo>
                  <a:lnTo>
                    <a:pt x="3166" y="68"/>
                  </a:lnTo>
                  <a:lnTo>
                    <a:pt x="28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5696250" y="439275"/>
              <a:ext cx="9275" cy="14350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269" y="1"/>
                  </a:moveTo>
                  <a:lnTo>
                    <a:pt x="236" y="34"/>
                  </a:lnTo>
                  <a:lnTo>
                    <a:pt x="135" y="102"/>
                  </a:lnTo>
                  <a:lnTo>
                    <a:pt x="101" y="236"/>
                  </a:lnTo>
                  <a:lnTo>
                    <a:pt x="34" y="337"/>
                  </a:lnTo>
                  <a:lnTo>
                    <a:pt x="0" y="472"/>
                  </a:lnTo>
                  <a:lnTo>
                    <a:pt x="34" y="539"/>
                  </a:lnTo>
                  <a:lnTo>
                    <a:pt x="67" y="573"/>
                  </a:lnTo>
                  <a:lnTo>
                    <a:pt x="135" y="573"/>
                  </a:lnTo>
                  <a:lnTo>
                    <a:pt x="168" y="539"/>
                  </a:lnTo>
                  <a:lnTo>
                    <a:pt x="236" y="438"/>
                  </a:lnTo>
                  <a:lnTo>
                    <a:pt x="269" y="337"/>
                  </a:lnTo>
                  <a:lnTo>
                    <a:pt x="303" y="236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5692875" y="462850"/>
              <a:ext cx="5925" cy="15175"/>
            </a:xfrm>
            <a:custGeom>
              <a:avLst/>
              <a:gdLst/>
              <a:ahLst/>
              <a:cxnLst/>
              <a:rect l="l" t="t" r="r" b="b"/>
              <a:pathLst>
                <a:path w="237" h="607" extrusionOk="0">
                  <a:moveTo>
                    <a:pt x="101" y="0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34" y="539"/>
                  </a:lnTo>
                  <a:lnTo>
                    <a:pt x="68" y="606"/>
                  </a:lnTo>
                  <a:lnTo>
                    <a:pt x="135" y="606"/>
                  </a:lnTo>
                  <a:lnTo>
                    <a:pt x="169" y="539"/>
                  </a:lnTo>
                  <a:lnTo>
                    <a:pt x="202" y="438"/>
                  </a:lnTo>
                  <a:lnTo>
                    <a:pt x="202" y="303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5702975" y="416550"/>
              <a:ext cx="8450" cy="16025"/>
            </a:xfrm>
            <a:custGeom>
              <a:avLst/>
              <a:gdLst/>
              <a:ahLst/>
              <a:cxnLst/>
              <a:rect l="l" t="t" r="r" b="b"/>
              <a:pathLst>
                <a:path w="338" h="641" extrusionOk="0">
                  <a:moveTo>
                    <a:pt x="202" y="1"/>
                  </a:moveTo>
                  <a:lnTo>
                    <a:pt x="169" y="34"/>
                  </a:lnTo>
                  <a:lnTo>
                    <a:pt x="34" y="304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01" y="640"/>
                  </a:lnTo>
                  <a:lnTo>
                    <a:pt x="135" y="607"/>
                  </a:lnTo>
                  <a:lnTo>
                    <a:pt x="169" y="573"/>
                  </a:lnTo>
                  <a:lnTo>
                    <a:pt x="236" y="472"/>
                  </a:lnTo>
                  <a:lnTo>
                    <a:pt x="236" y="371"/>
                  </a:lnTo>
                  <a:lnTo>
                    <a:pt x="337" y="102"/>
                  </a:lnTo>
                  <a:lnTo>
                    <a:pt x="337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4836025" y="1876900"/>
              <a:ext cx="1179250" cy="946950"/>
            </a:xfrm>
            <a:custGeom>
              <a:avLst/>
              <a:gdLst/>
              <a:ahLst/>
              <a:cxnLst/>
              <a:rect l="l" t="t" r="r" b="b"/>
              <a:pathLst>
                <a:path w="47170" h="37878" extrusionOk="0">
                  <a:moveTo>
                    <a:pt x="5960" y="26161"/>
                  </a:moveTo>
                  <a:lnTo>
                    <a:pt x="5960" y="28955"/>
                  </a:lnTo>
                  <a:lnTo>
                    <a:pt x="5690" y="29056"/>
                  </a:lnTo>
                  <a:lnTo>
                    <a:pt x="5488" y="29157"/>
                  </a:lnTo>
                  <a:lnTo>
                    <a:pt x="5286" y="29326"/>
                  </a:lnTo>
                  <a:lnTo>
                    <a:pt x="5118" y="29494"/>
                  </a:lnTo>
                  <a:lnTo>
                    <a:pt x="4950" y="29696"/>
                  </a:lnTo>
                  <a:lnTo>
                    <a:pt x="4781" y="29932"/>
                  </a:lnTo>
                  <a:lnTo>
                    <a:pt x="4680" y="30167"/>
                  </a:lnTo>
                  <a:lnTo>
                    <a:pt x="4546" y="30437"/>
                  </a:lnTo>
                  <a:lnTo>
                    <a:pt x="4377" y="30942"/>
                  </a:lnTo>
                  <a:lnTo>
                    <a:pt x="4243" y="31480"/>
                  </a:lnTo>
                  <a:lnTo>
                    <a:pt x="4175" y="32019"/>
                  </a:lnTo>
                  <a:lnTo>
                    <a:pt x="4142" y="32490"/>
                  </a:lnTo>
                  <a:lnTo>
                    <a:pt x="4108" y="32894"/>
                  </a:lnTo>
                  <a:lnTo>
                    <a:pt x="4108" y="33298"/>
                  </a:lnTo>
                  <a:lnTo>
                    <a:pt x="4175" y="33702"/>
                  </a:lnTo>
                  <a:lnTo>
                    <a:pt x="4209" y="34106"/>
                  </a:lnTo>
                  <a:lnTo>
                    <a:pt x="4209" y="34106"/>
                  </a:lnTo>
                  <a:lnTo>
                    <a:pt x="3906" y="33871"/>
                  </a:lnTo>
                  <a:lnTo>
                    <a:pt x="3603" y="33601"/>
                  </a:lnTo>
                  <a:lnTo>
                    <a:pt x="3333" y="33332"/>
                  </a:lnTo>
                  <a:lnTo>
                    <a:pt x="3131" y="33063"/>
                  </a:lnTo>
                  <a:lnTo>
                    <a:pt x="2963" y="32760"/>
                  </a:lnTo>
                  <a:lnTo>
                    <a:pt x="2795" y="32457"/>
                  </a:lnTo>
                  <a:lnTo>
                    <a:pt x="2660" y="32120"/>
                  </a:lnTo>
                  <a:lnTo>
                    <a:pt x="2559" y="31783"/>
                  </a:lnTo>
                  <a:lnTo>
                    <a:pt x="2492" y="31413"/>
                  </a:lnTo>
                  <a:lnTo>
                    <a:pt x="2424" y="31076"/>
                  </a:lnTo>
                  <a:lnTo>
                    <a:pt x="2391" y="30706"/>
                  </a:lnTo>
                  <a:lnTo>
                    <a:pt x="2391" y="30369"/>
                  </a:lnTo>
                  <a:lnTo>
                    <a:pt x="2424" y="29965"/>
                  </a:lnTo>
                  <a:lnTo>
                    <a:pt x="2458" y="29595"/>
                  </a:lnTo>
                  <a:lnTo>
                    <a:pt x="2559" y="29225"/>
                  </a:lnTo>
                  <a:lnTo>
                    <a:pt x="2660" y="28854"/>
                  </a:lnTo>
                  <a:lnTo>
                    <a:pt x="2795" y="28484"/>
                  </a:lnTo>
                  <a:lnTo>
                    <a:pt x="2997" y="28147"/>
                  </a:lnTo>
                  <a:lnTo>
                    <a:pt x="3199" y="27811"/>
                  </a:lnTo>
                  <a:lnTo>
                    <a:pt x="3434" y="27508"/>
                  </a:lnTo>
                  <a:lnTo>
                    <a:pt x="3704" y="27238"/>
                  </a:lnTo>
                  <a:lnTo>
                    <a:pt x="3973" y="27002"/>
                  </a:lnTo>
                  <a:lnTo>
                    <a:pt x="4276" y="26800"/>
                  </a:lnTo>
                  <a:lnTo>
                    <a:pt x="4579" y="26632"/>
                  </a:lnTo>
                  <a:lnTo>
                    <a:pt x="4916" y="26497"/>
                  </a:lnTo>
                  <a:lnTo>
                    <a:pt x="5253" y="26363"/>
                  </a:lnTo>
                  <a:lnTo>
                    <a:pt x="5960" y="26161"/>
                  </a:lnTo>
                  <a:close/>
                  <a:moveTo>
                    <a:pt x="5960" y="29157"/>
                  </a:moveTo>
                  <a:lnTo>
                    <a:pt x="5993" y="32356"/>
                  </a:lnTo>
                  <a:lnTo>
                    <a:pt x="6027" y="33904"/>
                  </a:lnTo>
                  <a:lnTo>
                    <a:pt x="5859" y="34106"/>
                  </a:lnTo>
                  <a:lnTo>
                    <a:pt x="5724" y="34241"/>
                  </a:lnTo>
                  <a:lnTo>
                    <a:pt x="5556" y="34342"/>
                  </a:lnTo>
                  <a:lnTo>
                    <a:pt x="5387" y="34409"/>
                  </a:lnTo>
                  <a:lnTo>
                    <a:pt x="5017" y="34409"/>
                  </a:lnTo>
                  <a:lnTo>
                    <a:pt x="4815" y="34376"/>
                  </a:lnTo>
                  <a:lnTo>
                    <a:pt x="4647" y="34308"/>
                  </a:lnTo>
                  <a:lnTo>
                    <a:pt x="4546" y="33904"/>
                  </a:lnTo>
                  <a:lnTo>
                    <a:pt x="4478" y="33534"/>
                  </a:lnTo>
                  <a:lnTo>
                    <a:pt x="4445" y="33130"/>
                  </a:lnTo>
                  <a:lnTo>
                    <a:pt x="4445" y="32726"/>
                  </a:lnTo>
                  <a:lnTo>
                    <a:pt x="4478" y="32221"/>
                  </a:lnTo>
                  <a:lnTo>
                    <a:pt x="4512" y="31716"/>
                  </a:lnTo>
                  <a:lnTo>
                    <a:pt x="4647" y="31211"/>
                  </a:lnTo>
                  <a:lnTo>
                    <a:pt x="4781" y="30740"/>
                  </a:lnTo>
                  <a:lnTo>
                    <a:pt x="5017" y="30302"/>
                  </a:lnTo>
                  <a:lnTo>
                    <a:pt x="5253" y="29864"/>
                  </a:lnTo>
                  <a:lnTo>
                    <a:pt x="5589" y="29494"/>
                  </a:lnTo>
                  <a:lnTo>
                    <a:pt x="5960" y="29157"/>
                  </a:lnTo>
                  <a:close/>
                  <a:moveTo>
                    <a:pt x="6027" y="34342"/>
                  </a:moveTo>
                  <a:lnTo>
                    <a:pt x="6027" y="35352"/>
                  </a:lnTo>
                  <a:lnTo>
                    <a:pt x="6061" y="36396"/>
                  </a:lnTo>
                  <a:lnTo>
                    <a:pt x="5892" y="36396"/>
                  </a:lnTo>
                  <a:lnTo>
                    <a:pt x="5791" y="36329"/>
                  </a:lnTo>
                  <a:lnTo>
                    <a:pt x="5556" y="36127"/>
                  </a:lnTo>
                  <a:lnTo>
                    <a:pt x="5320" y="35857"/>
                  </a:lnTo>
                  <a:lnTo>
                    <a:pt x="5185" y="35723"/>
                  </a:lnTo>
                  <a:lnTo>
                    <a:pt x="5051" y="35487"/>
                  </a:lnTo>
                  <a:lnTo>
                    <a:pt x="4950" y="35251"/>
                  </a:lnTo>
                  <a:lnTo>
                    <a:pt x="4781" y="34746"/>
                  </a:lnTo>
                  <a:lnTo>
                    <a:pt x="4714" y="34611"/>
                  </a:lnTo>
                  <a:lnTo>
                    <a:pt x="4714" y="34611"/>
                  </a:lnTo>
                  <a:lnTo>
                    <a:pt x="5084" y="34679"/>
                  </a:lnTo>
                  <a:lnTo>
                    <a:pt x="5421" y="34645"/>
                  </a:lnTo>
                  <a:lnTo>
                    <a:pt x="5556" y="34611"/>
                  </a:lnTo>
                  <a:lnTo>
                    <a:pt x="5724" y="34544"/>
                  </a:lnTo>
                  <a:lnTo>
                    <a:pt x="5859" y="34443"/>
                  </a:lnTo>
                  <a:lnTo>
                    <a:pt x="6027" y="34342"/>
                  </a:lnTo>
                  <a:close/>
                  <a:moveTo>
                    <a:pt x="34" y="1"/>
                  </a:moveTo>
                  <a:lnTo>
                    <a:pt x="0" y="34"/>
                  </a:lnTo>
                  <a:lnTo>
                    <a:pt x="0" y="102"/>
                  </a:lnTo>
                  <a:lnTo>
                    <a:pt x="303" y="1112"/>
                  </a:lnTo>
                  <a:lnTo>
                    <a:pt x="640" y="2122"/>
                  </a:lnTo>
                  <a:lnTo>
                    <a:pt x="1347" y="4142"/>
                  </a:lnTo>
                  <a:lnTo>
                    <a:pt x="2761" y="8317"/>
                  </a:lnTo>
                  <a:lnTo>
                    <a:pt x="3502" y="10337"/>
                  </a:lnTo>
                  <a:lnTo>
                    <a:pt x="4276" y="12323"/>
                  </a:lnTo>
                  <a:lnTo>
                    <a:pt x="5118" y="14310"/>
                  </a:lnTo>
                  <a:lnTo>
                    <a:pt x="5993" y="16262"/>
                  </a:lnTo>
                  <a:lnTo>
                    <a:pt x="6027" y="16296"/>
                  </a:lnTo>
                  <a:lnTo>
                    <a:pt x="5993" y="16363"/>
                  </a:lnTo>
                  <a:lnTo>
                    <a:pt x="6027" y="16397"/>
                  </a:lnTo>
                  <a:lnTo>
                    <a:pt x="6027" y="16431"/>
                  </a:lnTo>
                  <a:lnTo>
                    <a:pt x="6094" y="16464"/>
                  </a:lnTo>
                  <a:lnTo>
                    <a:pt x="6498" y="16464"/>
                  </a:lnTo>
                  <a:lnTo>
                    <a:pt x="6397" y="16565"/>
                  </a:lnTo>
                  <a:lnTo>
                    <a:pt x="6296" y="16700"/>
                  </a:lnTo>
                  <a:lnTo>
                    <a:pt x="6162" y="17037"/>
                  </a:lnTo>
                  <a:lnTo>
                    <a:pt x="6094" y="17340"/>
                  </a:lnTo>
                  <a:lnTo>
                    <a:pt x="6061" y="17643"/>
                  </a:lnTo>
                  <a:lnTo>
                    <a:pt x="6027" y="18316"/>
                  </a:lnTo>
                  <a:lnTo>
                    <a:pt x="6027" y="18956"/>
                  </a:lnTo>
                  <a:lnTo>
                    <a:pt x="6027" y="19562"/>
                  </a:lnTo>
                  <a:lnTo>
                    <a:pt x="5960" y="22760"/>
                  </a:lnTo>
                  <a:lnTo>
                    <a:pt x="5960" y="25959"/>
                  </a:lnTo>
                  <a:lnTo>
                    <a:pt x="5960" y="26060"/>
                  </a:lnTo>
                  <a:lnTo>
                    <a:pt x="5556" y="26060"/>
                  </a:lnTo>
                  <a:lnTo>
                    <a:pt x="5152" y="26127"/>
                  </a:lnTo>
                  <a:lnTo>
                    <a:pt x="4748" y="26262"/>
                  </a:lnTo>
                  <a:lnTo>
                    <a:pt x="4344" y="26430"/>
                  </a:lnTo>
                  <a:lnTo>
                    <a:pt x="3973" y="26632"/>
                  </a:lnTo>
                  <a:lnTo>
                    <a:pt x="3636" y="26901"/>
                  </a:lnTo>
                  <a:lnTo>
                    <a:pt x="3333" y="27171"/>
                  </a:lnTo>
                  <a:lnTo>
                    <a:pt x="3064" y="27474"/>
                  </a:lnTo>
                  <a:lnTo>
                    <a:pt x="2795" y="27912"/>
                  </a:lnTo>
                  <a:lnTo>
                    <a:pt x="2559" y="28349"/>
                  </a:lnTo>
                  <a:lnTo>
                    <a:pt x="2391" y="28787"/>
                  </a:lnTo>
                  <a:lnTo>
                    <a:pt x="2222" y="29258"/>
                  </a:lnTo>
                  <a:lnTo>
                    <a:pt x="2155" y="29730"/>
                  </a:lnTo>
                  <a:lnTo>
                    <a:pt x="2088" y="30235"/>
                  </a:lnTo>
                  <a:lnTo>
                    <a:pt x="2088" y="30706"/>
                  </a:lnTo>
                  <a:lnTo>
                    <a:pt x="2121" y="31211"/>
                  </a:lnTo>
                  <a:lnTo>
                    <a:pt x="2222" y="31649"/>
                  </a:lnTo>
                  <a:lnTo>
                    <a:pt x="2323" y="32053"/>
                  </a:lnTo>
                  <a:lnTo>
                    <a:pt x="2458" y="32457"/>
                  </a:lnTo>
                  <a:lnTo>
                    <a:pt x="2660" y="32861"/>
                  </a:lnTo>
                  <a:lnTo>
                    <a:pt x="2862" y="33231"/>
                  </a:lnTo>
                  <a:lnTo>
                    <a:pt x="3131" y="33601"/>
                  </a:lnTo>
                  <a:lnTo>
                    <a:pt x="3434" y="33904"/>
                  </a:lnTo>
                  <a:lnTo>
                    <a:pt x="3771" y="34174"/>
                  </a:lnTo>
                  <a:lnTo>
                    <a:pt x="4041" y="34342"/>
                  </a:lnTo>
                  <a:lnTo>
                    <a:pt x="4310" y="34477"/>
                  </a:lnTo>
                  <a:lnTo>
                    <a:pt x="4411" y="34813"/>
                  </a:lnTo>
                  <a:lnTo>
                    <a:pt x="4546" y="35150"/>
                  </a:lnTo>
                  <a:lnTo>
                    <a:pt x="4714" y="35487"/>
                  </a:lnTo>
                  <a:lnTo>
                    <a:pt x="4882" y="35790"/>
                  </a:lnTo>
                  <a:lnTo>
                    <a:pt x="5084" y="36059"/>
                  </a:lnTo>
                  <a:lnTo>
                    <a:pt x="5320" y="36329"/>
                  </a:lnTo>
                  <a:lnTo>
                    <a:pt x="5589" y="36531"/>
                  </a:lnTo>
                  <a:lnTo>
                    <a:pt x="5859" y="36733"/>
                  </a:lnTo>
                  <a:lnTo>
                    <a:pt x="5993" y="36766"/>
                  </a:lnTo>
                  <a:lnTo>
                    <a:pt x="6061" y="36699"/>
                  </a:lnTo>
                  <a:lnTo>
                    <a:pt x="6128" y="37305"/>
                  </a:lnTo>
                  <a:lnTo>
                    <a:pt x="6195" y="37877"/>
                  </a:lnTo>
                  <a:lnTo>
                    <a:pt x="6431" y="37877"/>
                  </a:lnTo>
                  <a:lnTo>
                    <a:pt x="6330" y="36935"/>
                  </a:lnTo>
                  <a:lnTo>
                    <a:pt x="6296" y="35958"/>
                  </a:lnTo>
                  <a:lnTo>
                    <a:pt x="6263" y="34982"/>
                  </a:lnTo>
                  <a:lnTo>
                    <a:pt x="6263" y="34039"/>
                  </a:lnTo>
                  <a:lnTo>
                    <a:pt x="6296" y="33938"/>
                  </a:lnTo>
                  <a:lnTo>
                    <a:pt x="6263" y="33871"/>
                  </a:lnTo>
                  <a:lnTo>
                    <a:pt x="6263" y="32894"/>
                  </a:lnTo>
                  <a:lnTo>
                    <a:pt x="6195" y="30100"/>
                  </a:lnTo>
                  <a:lnTo>
                    <a:pt x="6195" y="27306"/>
                  </a:lnTo>
                  <a:lnTo>
                    <a:pt x="6195" y="24511"/>
                  </a:lnTo>
                  <a:lnTo>
                    <a:pt x="6195" y="21717"/>
                  </a:lnTo>
                  <a:lnTo>
                    <a:pt x="6263" y="19057"/>
                  </a:lnTo>
                  <a:lnTo>
                    <a:pt x="6229" y="18417"/>
                  </a:lnTo>
                  <a:lnTo>
                    <a:pt x="6229" y="18047"/>
                  </a:lnTo>
                  <a:lnTo>
                    <a:pt x="6229" y="17643"/>
                  </a:lnTo>
                  <a:lnTo>
                    <a:pt x="6296" y="17272"/>
                  </a:lnTo>
                  <a:lnTo>
                    <a:pt x="6397" y="16936"/>
                  </a:lnTo>
                  <a:lnTo>
                    <a:pt x="6465" y="16801"/>
                  </a:lnTo>
                  <a:lnTo>
                    <a:pt x="6532" y="16666"/>
                  </a:lnTo>
                  <a:lnTo>
                    <a:pt x="6667" y="16565"/>
                  </a:lnTo>
                  <a:lnTo>
                    <a:pt x="6768" y="16464"/>
                  </a:lnTo>
                  <a:lnTo>
                    <a:pt x="8013" y="16431"/>
                  </a:lnTo>
                  <a:lnTo>
                    <a:pt x="9225" y="16431"/>
                  </a:lnTo>
                  <a:lnTo>
                    <a:pt x="10471" y="16363"/>
                  </a:lnTo>
                  <a:lnTo>
                    <a:pt x="11683" y="16262"/>
                  </a:lnTo>
                  <a:lnTo>
                    <a:pt x="11683" y="16397"/>
                  </a:lnTo>
                  <a:lnTo>
                    <a:pt x="11683" y="16532"/>
                  </a:lnTo>
                  <a:lnTo>
                    <a:pt x="11683" y="16801"/>
                  </a:lnTo>
                  <a:lnTo>
                    <a:pt x="11750" y="17407"/>
                  </a:lnTo>
                  <a:lnTo>
                    <a:pt x="11851" y="18013"/>
                  </a:lnTo>
                  <a:lnTo>
                    <a:pt x="11885" y="18080"/>
                  </a:lnTo>
                  <a:lnTo>
                    <a:pt x="11952" y="18080"/>
                  </a:lnTo>
                  <a:lnTo>
                    <a:pt x="11986" y="18114"/>
                  </a:lnTo>
                  <a:lnTo>
                    <a:pt x="13030" y="18181"/>
                  </a:lnTo>
                  <a:lnTo>
                    <a:pt x="14107" y="18181"/>
                  </a:lnTo>
                  <a:lnTo>
                    <a:pt x="16195" y="18148"/>
                  </a:lnTo>
                  <a:lnTo>
                    <a:pt x="20706" y="18148"/>
                  </a:lnTo>
                  <a:lnTo>
                    <a:pt x="29393" y="18181"/>
                  </a:lnTo>
                  <a:lnTo>
                    <a:pt x="47001" y="18181"/>
                  </a:lnTo>
                  <a:lnTo>
                    <a:pt x="47035" y="18148"/>
                  </a:lnTo>
                  <a:lnTo>
                    <a:pt x="47102" y="18114"/>
                  </a:lnTo>
                  <a:lnTo>
                    <a:pt x="47136" y="18047"/>
                  </a:lnTo>
                  <a:lnTo>
                    <a:pt x="47136" y="17979"/>
                  </a:lnTo>
                  <a:lnTo>
                    <a:pt x="47136" y="17946"/>
                  </a:lnTo>
                  <a:lnTo>
                    <a:pt x="47068" y="17912"/>
                  </a:lnTo>
                  <a:lnTo>
                    <a:pt x="47068" y="17744"/>
                  </a:lnTo>
                  <a:lnTo>
                    <a:pt x="47068" y="17542"/>
                  </a:lnTo>
                  <a:lnTo>
                    <a:pt x="47102" y="17542"/>
                  </a:lnTo>
                  <a:lnTo>
                    <a:pt x="47136" y="17508"/>
                  </a:lnTo>
                  <a:lnTo>
                    <a:pt x="47169" y="17407"/>
                  </a:lnTo>
                  <a:lnTo>
                    <a:pt x="47136" y="17306"/>
                  </a:lnTo>
                  <a:lnTo>
                    <a:pt x="47102" y="17272"/>
                  </a:lnTo>
                  <a:lnTo>
                    <a:pt x="47035" y="17272"/>
                  </a:lnTo>
                  <a:lnTo>
                    <a:pt x="47035" y="16902"/>
                  </a:lnTo>
                  <a:lnTo>
                    <a:pt x="47035" y="16565"/>
                  </a:lnTo>
                  <a:lnTo>
                    <a:pt x="47001" y="16363"/>
                  </a:lnTo>
                  <a:lnTo>
                    <a:pt x="46900" y="16229"/>
                  </a:lnTo>
                  <a:lnTo>
                    <a:pt x="46833" y="16330"/>
                  </a:lnTo>
                  <a:lnTo>
                    <a:pt x="46799" y="16464"/>
                  </a:lnTo>
                  <a:lnTo>
                    <a:pt x="46799" y="16767"/>
                  </a:lnTo>
                  <a:lnTo>
                    <a:pt x="46833" y="17340"/>
                  </a:lnTo>
                  <a:lnTo>
                    <a:pt x="38079" y="17474"/>
                  </a:lnTo>
                  <a:lnTo>
                    <a:pt x="33702" y="17508"/>
                  </a:lnTo>
                  <a:lnTo>
                    <a:pt x="29325" y="17542"/>
                  </a:lnTo>
                  <a:lnTo>
                    <a:pt x="24881" y="17542"/>
                  </a:lnTo>
                  <a:lnTo>
                    <a:pt x="20437" y="17508"/>
                  </a:lnTo>
                  <a:lnTo>
                    <a:pt x="16296" y="17441"/>
                  </a:lnTo>
                  <a:lnTo>
                    <a:pt x="14141" y="17407"/>
                  </a:lnTo>
                  <a:lnTo>
                    <a:pt x="13064" y="17373"/>
                  </a:lnTo>
                  <a:lnTo>
                    <a:pt x="12525" y="17373"/>
                  </a:lnTo>
                  <a:lnTo>
                    <a:pt x="12256" y="17407"/>
                  </a:lnTo>
                  <a:lnTo>
                    <a:pt x="11986" y="17474"/>
                  </a:lnTo>
                  <a:lnTo>
                    <a:pt x="11986" y="17508"/>
                  </a:lnTo>
                  <a:lnTo>
                    <a:pt x="12222" y="17542"/>
                  </a:lnTo>
                  <a:lnTo>
                    <a:pt x="12458" y="17609"/>
                  </a:lnTo>
                  <a:lnTo>
                    <a:pt x="12929" y="17643"/>
                  </a:lnTo>
                  <a:lnTo>
                    <a:pt x="13872" y="17643"/>
                  </a:lnTo>
                  <a:lnTo>
                    <a:pt x="16026" y="17676"/>
                  </a:lnTo>
                  <a:lnTo>
                    <a:pt x="20437" y="17744"/>
                  </a:lnTo>
                  <a:lnTo>
                    <a:pt x="24881" y="17777"/>
                  </a:lnTo>
                  <a:lnTo>
                    <a:pt x="29325" y="17811"/>
                  </a:lnTo>
                  <a:lnTo>
                    <a:pt x="33702" y="17777"/>
                  </a:lnTo>
                  <a:lnTo>
                    <a:pt x="38079" y="17710"/>
                  </a:lnTo>
                  <a:lnTo>
                    <a:pt x="46833" y="17575"/>
                  </a:lnTo>
                  <a:lnTo>
                    <a:pt x="46833" y="17777"/>
                  </a:lnTo>
                  <a:lnTo>
                    <a:pt x="46833" y="17946"/>
                  </a:lnTo>
                  <a:lnTo>
                    <a:pt x="38113" y="17979"/>
                  </a:lnTo>
                  <a:lnTo>
                    <a:pt x="29393" y="17979"/>
                  </a:lnTo>
                  <a:lnTo>
                    <a:pt x="20706" y="17946"/>
                  </a:lnTo>
                  <a:lnTo>
                    <a:pt x="16464" y="17946"/>
                  </a:lnTo>
                  <a:lnTo>
                    <a:pt x="14276" y="17912"/>
                  </a:lnTo>
                  <a:lnTo>
                    <a:pt x="13165" y="17946"/>
                  </a:lnTo>
                  <a:lnTo>
                    <a:pt x="12087" y="17979"/>
                  </a:lnTo>
                  <a:lnTo>
                    <a:pt x="11986" y="17508"/>
                  </a:lnTo>
                  <a:lnTo>
                    <a:pt x="11919" y="17070"/>
                  </a:lnTo>
                  <a:lnTo>
                    <a:pt x="11885" y="16666"/>
                  </a:lnTo>
                  <a:lnTo>
                    <a:pt x="11885" y="16363"/>
                  </a:lnTo>
                  <a:lnTo>
                    <a:pt x="11885" y="16296"/>
                  </a:lnTo>
                  <a:lnTo>
                    <a:pt x="11851" y="16229"/>
                  </a:lnTo>
                  <a:lnTo>
                    <a:pt x="11885" y="16195"/>
                  </a:lnTo>
                  <a:lnTo>
                    <a:pt x="11885" y="16161"/>
                  </a:lnTo>
                  <a:lnTo>
                    <a:pt x="11851" y="16128"/>
                  </a:lnTo>
                  <a:lnTo>
                    <a:pt x="11818" y="16060"/>
                  </a:lnTo>
                  <a:lnTo>
                    <a:pt x="11750" y="16027"/>
                  </a:lnTo>
                  <a:lnTo>
                    <a:pt x="10370" y="16027"/>
                  </a:lnTo>
                  <a:lnTo>
                    <a:pt x="8990" y="16094"/>
                  </a:lnTo>
                  <a:lnTo>
                    <a:pt x="7576" y="16161"/>
                  </a:lnTo>
                  <a:lnTo>
                    <a:pt x="6229" y="16262"/>
                  </a:lnTo>
                  <a:lnTo>
                    <a:pt x="6229" y="16195"/>
                  </a:lnTo>
                  <a:lnTo>
                    <a:pt x="6229" y="16128"/>
                  </a:lnTo>
                  <a:lnTo>
                    <a:pt x="5320" y="14141"/>
                  </a:lnTo>
                  <a:lnTo>
                    <a:pt x="4512" y="12088"/>
                  </a:lnTo>
                  <a:lnTo>
                    <a:pt x="3704" y="10067"/>
                  </a:lnTo>
                  <a:lnTo>
                    <a:pt x="2929" y="7980"/>
                  </a:lnTo>
                  <a:lnTo>
                    <a:pt x="1549" y="4075"/>
                  </a:lnTo>
                  <a:lnTo>
                    <a:pt x="876" y="2054"/>
                  </a:lnTo>
                  <a:lnTo>
                    <a:pt x="505" y="1044"/>
                  </a:lnTo>
                  <a:lnTo>
                    <a:pt x="101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4860425" y="2687475"/>
              <a:ext cx="6775" cy="9275"/>
            </a:xfrm>
            <a:custGeom>
              <a:avLst/>
              <a:gdLst/>
              <a:ahLst/>
              <a:cxnLst/>
              <a:rect l="l" t="t" r="r" b="b"/>
              <a:pathLst>
                <a:path w="271" h="371" extrusionOk="0">
                  <a:moveTo>
                    <a:pt x="1" y="0"/>
                  </a:moveTo>
                  <a:lnTo>
                    <a:pt x="1" y="67"/>
                  </a:lnTo>
                  <a:lnTo>
                    <a:pt x="34" y="303"/>
                  </a:lnTo>
                  <a:lnTo>
                    <a:pt x="34" y="337"/>
                  </a:lnTo>
                  <a:lnTo>
                    <a:pt x="68" y="370"/>
                  </a:lnTo>
                  <a:lnTo>
                    <a:pt x="169" y="370"/>
                  </a:lnTo>
                  <a:lnTo>
                    <a:pt x="236" y="303"/>
                  </a:lnTo>
                  <a:lnTo>
                    <a:pt x="270" y="269"/>
                  </a:lnTo>
                  <a:lnTo>
                    <a:pt x="236" y="236"/>
                  </a:lnTo>
                  <a:lnTo>
                    <a:pt x="169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4403375" y="2435800"/>
              <a:ext cx="143975" cy="388050"/>
            </a:xfrm>
            <a:custGeom>
              <a:avLst/>
              <a:gdLst/>
              <a:ahLst/>
              <a:cxnLst/>
              <a:rect l="l" t="t" r="r" b="b"/>
              <a:pathLst>
                <a:path w="5759" h="15522" extrusionOk="0">
                  <a:moveTo>
                    <a:pt x="1651" y="202"/>
                  </a:moveTo>
                  <a:lnTo>
                    <a:pt x="1853" y="236"/>
                  </a:lnTo>
                  <a:lnTo>
                    <a:pt x="2021" y="270"/>
                  </a:lnTo>
                  <a:lnTo>
                    <a:pt x="2189" y="371"/>
                  </a:lnTo>
                  <a:lnTo>
                    <a:pt x="2324" y="505"/>
                  </a:lnTo>
                  <a:lnTo>
                    <a:pt x="2459" y="674"/>
                  </a:lnTo>
                  <a:lnTo>
                    <a:pt x="2560" y="842"/>
                  </a:lnTo>
                  <a:lnTo>
                    <a:pt x="2425" y="909"/>
                  </a:lnTo>
                  <a:lnTo>
                    <a:pt x="2290" y="1010"/>
                  </a:lnTo>
                  <a:lnTo>
                    <a:pt x="2223" y="1145"/>
                  </a:lnTo>
                  <a:lnTo>
                    <a:pt x="2189" y="1313"/>
                  </a:lnTo>
                  <a:lnTo>
                    <a:pt x="2156" y="1448"/>
                  </a:lnTo>
                  <a:lnTo>
                    <a:pt x="2189" y="1583"/>
                  </a:lnTo>
                  <a:lnTo>
                    <a:pt x="2223" y="1684"/>
                  </a:lnTo>
                  <a:lnTo>
                    <a:pt x="2324" y="1785"/>
                  </a:lnTo>
                  <a:lnTo>
                    <a:pt x="2425" y="1818"/>
                  </a:lnTo>
                  <a:lnTo>
                    <a:pt x="2593" y="1818"/>
                  </a:lnTo>
                  <a:lnTo>
                    <a:pt x="2661" y="1785"/>
                  </a:lnTo>
                  <a:lnTo>
                    <a:pt x="2694" y="1717"/>
                  </a:lnTo>
                  <a:lnTo>
                    <a:pt x="2694" y="1650"/>
                  </a:lnTo>
                  <a:lnTo>
                    <a:pt x="2728" y="1650"/>
                  </a:lnTo>
                  <a:lnTo>
                    <a:pt x="2728" y="1751"/>
                  </a:lnTo>
                  <a:lnTo>
                    <a:pt x="2694" y="1953"/>
                  </a:lnTo>
                  <a:lnTo>
                    <a:pt x="2627" y="2121"/>
                  </a:lnTo>
                  <a:lnTo>
                    <a:pt x="2526" y="2256"/>
                  </a:lnTo>
                  <a:lnTo>
                    <a:pt x="2391" y="2357"/>
                  </a:lnTo>
                  <a:lnTo>
                    <a:pt x="2257" y="2424"/>
                  </a:lnTo>
                  <a:lnTo>
                    <a:pt x="2055" y="2492"/>
                  </a:lnTo>
                  <a:lnTo>
                    <a:pt x="1853" y="2458"/>
                  </a:lnTo>
                  <a:lnTo>
                    <a:pt x="1819" y="2492"/>
                  </a:lnTo>
                  <a:lnTo>
                    <a:pt x="1785" y="2492"/>
                  </a:lnTo>
                  <a:lnTo>
                    <a:pt x="1785" y="2559"/>
                  </a:lnTo>
                  <a:lnTo>
                    <a:pt x="1785" y="2593"/>
                  </a:lnTo>
                  <a:lnTo>
                    <a:pt x="1853" y="3030"/>
                  </a:lnTo>
                  <a:lnTo>
                    <a:pt x="1920" y="3434"/>
                  </a:lnTo>
                  <a:lnTo>
                    <a:pt x="2122" y="4276"/>
                  </a:lnTo>
                  <a:lnTo>
                    <a:pt x="2257" y="4815"/>
                  </a:lnTo>
                  <a:lnTo>
                    <a:pt x="2290" y="5387"/>
                  </a:lnTo>
                  <a:lnTo>
                    <a:pt x="2290" y="5623"/>
                  </a:lnTo>
                  <a:lnTo>
                    <a:pt x="2257" y="5926"/>
                  </a:lnTo>
                  <a:lnTo>
                    <a:pt x="2223" y="6027"/>
                  </a:lnTo>
                  <a:lnTo>
                    <a:pt x="2156" y="6128"/>
                  </a:lnTo>
                  <a:lnTo>
                    <a:pt x="2088" y="6162"/>
                  </a:lnTo>
                  <a:lnTo>
                    <a:pt x="1987" y="6128"/>
                  </a:lnTo>
                  <a:lnTo>
                    <a:pt x="1853" y="5993"/>
                  </a:lnTo>
                  <a:lnTo>
                    <a:pt x="1752" y="5825"/>
                  </a:lnTo>
                  <a:lnTo>
                    <a:pt x="1550" y="5455"/>
                  </a:lnTo>
                  <a:lnTo>
                    <a:pt x="1381" y="5051"/>
                  </a:lnTo>
                  <a:lnTo>
                    <a:pt x="1280" y="4613"/>
                  </a:lnTo>
                  <a:lnTo>
                    <a:pt x="1213" y="4141"/>
                  </a:lnTo>
                  <a:lnTo>
                    <a:pt x="1179" y="3704"/>
                  </a:lnTo>
                  <a:lnTo>
                    <a:pt x="1146" y="2896"/>
                  </a:lnTo>
                  <a:lnTo>
                    <a:pt x="1146" y="2828"/>
                  </a:lnTo>
                  <a:lnTo>
                    <a:pt x="1146" y="2761"/>
                  </a:lnTo>
                  <a:lnTo>
                    <a:pt x="1112" y="2727"/>
                  </a:lnTo>
                  <a:lnTo>
                    <a:pt x="1045" y="2694"/>
                  </a:lnTo>
                  <a:lnTo>
                    <a:pt x="809" y="2660"/>
                  </a:lnTo>
                  <a:lnTo>
                    <a:pt x="641" y="2593"/>
                  </a:lnTo>
                  <a:lnTo>
                    <a:pt x="472" y="2492"/>
                  </a:lnTo>
                  <a:lnTo>
                    <a:pt x="371" y="2357"/>
                  </a:lnTo>
                  <a:lnTo>
                    <a:pt x="304" y="2189"/>
                  </a:lnTo>
                  <a:lnTo>
                    <a:pt x="270" y="1987"/>
                  </a:lnTo>
                  <a:lnTo>
                    <a:pt x="237" y="1785"/>
                  </a:lnTo>
                  <a:lnTo>
                    <a:pt x="270" y="1583"/>
                  </a:lnTo>
                  <a:lnTo>
                    <a:pt x="304" y="1381"/>
                  </a:lnTo>
                  <a:lnTo>
                    <a:pt x="371" y="1179"/>
                  </a:lnTo>
                  <a:lnTo>
                    <a:pt x="472" y="977"/>
                  </a:lnTo>
                  <a:lnTo>
                    <a:pt x="573" y="775"/>
                  </a:lnTo>
                  <a:lnTo>
                    <a:pt x="708" y="606"/>
                  </a:lnTo>
                  <a:lnTo>
                    <a:pt x="843" y="472"/>
                  </a:lnTo>
                  <a:lnTo>
                    <a:pt x="1011" y="371"/>
                  </a:lnTo>
                  <a:lnTo>
                    <a:pt x="1179" y="270"/>
                  </a:lnTo>
                  <a:lnTo>
                    <a:pt x="1415" y="202"/>
                  </a:lnTo>
                  <a:close/>
                  <a:moveTo>
                    <a:pt x="1314" y="0"/>
                  </a:moveTo>
                  <a:lnTo>
                    <a:pt x="1045" y="68"/>
                  </a:lnTo>
                  <a:lnTo>
                    <a:pt x="843" y="169"/>
                  </a:lnTo>
                  <a:lnTo>
                    <a:pt x="641" y="337"/>
                  </a:lnTo>
                  <a:lnTo>
                    <a:pt x="472" y="505"/>
                  </a:lnTo>
                  <a:lnTo>
                    <a:pt x="304" y="741"/>
                  </a:lnTo>
                  <a:lnTo>
                    <a:pt x="203" y="977"/>
                  </a:lnTo>
                  <a:lnTo>
                    <a:pt x="102" y="1246"/>
                  </a:lnTo>
                  <a:lnTo>
                    <a:pt x="35" y="1515"/>
                  </a:lnTo>
                  <a:lnTo>
                    <a:pt x="1" y="1751"/>
                  </a:lnTo>
                  <a:lnTo>
                    <a:pt x="35" y="2020"/>
                  </a:lnTo>
                  <a:lnTo>
                    <a:pt x="68" y="2256"/>
                  </a:lnTo>
                  <a:lnTo>
                    <a:pt x="169" y="2458"/>
                  </a:lnTo>
                  <a:lnTo>
                    <a:pt x="270" y="2660"/>
                  </a:lnTo>
                  <a:lnTo>
                    <a:pt x="472" y="2795"/>
                  </a:lnTo>
                  <a:lnTo>
                    <a:pt x="674" y="2896"/>
                  </a:lnTo>
                  <a:lnTo>
                    <a:pt x="944" y="2929"/>
                  </a:lnTo>
                  <a:lnTo>
                    <a:pt x="910" y="3367"/>
                  </a:lnTo>
                  <a:lnTo>
                    <a:pt x="944" y="3872"/>
                  </a:lnTo>
                  <a:lnTo>
                    <a:pt x="1011" y="4377"/>
                  </a:lnTo>
                  <a:lnTo>
                    <a:pt x="1112" y="4916"/>
                  </a:lnTo>
                  <a:lnTo>
                    <a:pt x="1280" y="5421"/>
                  </a:lnTo>
                  <a:lnTo>
                    <a:pt x="1482" y="5859"/>
                  </a:lnTo>
                  <a:lnTo>
                    <a:pt x="1617" y="6061"/>
                  </a:lnTo>
                  <a:lnTo>
                    <a:pt x="1785" y="6229"/>
                  </a:lnTo>
                  <a:lnTo>
                    <a:pt x="1920" y="6397"/>
                  </a:lnTo>
                  <a:lnTo>
                    <a:pt x="2122" y="6498"/>
                  </a:lnTo>
                  <a:lnTo>
                    <a:pt x="2156" y="6902"/>
                  </a:lnTo>
                  <a:lnTo>
                    <a:pt x="2223" y="7306"/>
                  </a:lnTo>
                  <a:lnTo>
                    <a:pt x="2324" y="7643"/>
                  </a:lnTo>
                  <a:lnTo>
                    <a:pt x="2492" y="8013"/>
                  </a:lnTo>
                  <a:lnTo>
                    <a:pt x="2661" y="8350"/>
                  </a:lnTo>
                  <a:lnTo>
                    <a:pt x="2863" y="8653"/>
                  </a:lnTo>
                  <a:lnTo>
                    <a:pt x="3334" y="9293"/>
                  </a:lnTo>
                  <a:lnTo>
                    <a:pt x="3839" y="9899"/>
                  </a:lnTo>
                  <a:lnTo>
                    <a:pt x="4344" y="10505"/>
                  </a:lnTo>
                  <a:lnTo>
                    <a:pt x="4816" y="11111"/>
                  </a:lnTo>
                  <a:lnTo>
                    <a:pt x="5018" y="11447"/>
                  </a:lnTo>
                  <a:lnTo>
                    <a:pt x="5220" y="11750"/>
                  </a:lnTo>
                  <a:lnTo>
                    <a:pt x="5321" y="11986"/>
                  </a:lnTo>
                  <a:lnTo>
                    <a:pt x="5422" y="12222"/>
                  </a:lnTo>
                  <a:lnTo>
                    <a:pt x="5455" y="12424"/>
                  </a:lnTo>
                  <a:lnTo>
                    <a:pt x="5455" y="12659"/>
                  </a:lnTo>
                  <a:lnTo>
                    <a:pt x="5455" y="12862"/>
                  </a:lnTo>
                  <a:lnTo>
                    <a:pt x="5422" y="13064"/>
                  </a:lnTo>
                  <a:lnTo>
                    <a:pt x="5321" y="13501"/>
                  </a:lnTo>
                  <a:lnTo>
                    <a:pt x="5051" y="14343"/>
                  </a:lnTo>
                  <a:lnTo>
                    <a:pt x="4917" y="14781"/>
                  </a:lnTo>
                  <a:lnTo>
                    <a:pt x="4849" y="15218"/>
                  </a:lnTo>
                  <a:lnTo>
                    <a:pt x="4849" y="15521"/>
                  </a:lnTo>
                  <a:lnTo>
                    <a:pt x="5186" y="15521"/>
                  </a:lnTo>
                  <a:lnTo>
                    <a:pt x="5152" y="15185"/>
                  </a:lnTo>
                  <a:lnTo>
                    <a:pt x="5186" y="14882"/>
                  </a:lnTo>
                  <a:lnTo>
                    <a:pt x="5287" y="14579"/>
                  </a:lnTo>
                  <a:lnTo>
                    <a:pt x="5388" y="14242"/>
                  </a:lnTo>
                  <a:lnTo>
                    <a:pt x="5624" y="13636"/>
                  </a:lnTo>
                  <a:lnTo>
                    <a:pt x="5725" y="13333"/>
                  </a:lnTo>
                  <a:lnTo>
                    <a:pt x="5758" y="12996"/>
                  </a:lnTo>
                  <a:lnTo>
                    <a:pt x="5758" y="12727"/>
                  </a:lnTo>
                  <a:lnTo>
                    <a:pt x="5725" y="12424"/>
                  </a:lnTo>
                  <a:lnTo>
                    <a:pt x="5657" y="12121"/>
                  </a:lnTo>
                  <a:lnTo>
                    <a:pt x="5590" y="11851"/>
                  </a:lnTo>
                  <a:lnTo>
                    <a:pt x="5455" y="11548"/>
                  </a:lnTo>
                  <a:lnTo>
                    <a:pt x="5287" y="11279"/>
                  </a:lnTo>
                  <a:lnTo>
                    <a:pt x="4917" y="10740"/>
                  </a:lnTo>
                  <a:lnTo>
                    <a:pt x="4512" y="10202"/>
                  </a:lnTo>
                  <a:lnTo>
                    <a:pt x="3637" y="9225"/>
                  </a:lnTo>
                  <a:lnTo>
                    <a:pt x="3368" y="8889"/>
                  </a:lnTo>
                  <a:lnTo>
                    <a:pt x="3132" y="8552"/>
                  </a:lnTo>
                  <a:lnTo>
                    <a:pt x="2930" y="8249"/>
                  </a:lnTo>
                  <a:lnTo>
                    <a:pt x="2762" y="7912"/>
                  </a:lnTo>
                  <a:lnTo>
                    <a:pt x="2627" y="7542"/>
                  </a:lnTo>
                  <a:lnTo>
                    <a:pt x="2492" y="7172"/>
                  </a:lnTo>
                  <a:lnTo>
                    <a:pt x="2391" y="6801"/>
                  </a:lnTo>
                  <a:lnTo>
                    <a:pt x="2324" y="6397"/>
                  </a:lnTo>
                  <a:lnTo>
                    <a:pt x="2425" y="6162"/>
                  </a:lnTo>
                  <a:lnTo>
                    <a:pt x="2492" y="5960"/>
                  </a:lnTo>
                  <a:lnTo>
                    <a:pt x="2526" y="5724"/>
                  </a:lnTo>
                  <a:lnTo>
                    <a:pt x="2560" y="5488"/>
                  </a:lnTo>
                  <a:lnTo>
                    <a:pt x="2526" y="5017"/>
                  </a:lnTo>
                  <a:lnTo>
                    <a:pt x="2459" y="4545"/>
                  </a:lnTo>
                  <a:lnTo>
                    <a:pt x="2358" y="4074"/>
                  </a:lnTo>
                  <a:lnTo>
                    <a:pt x="2223" y="3603"/>
                  </a:lnTo>
                  <a:lnTo>
                    <a:pt x="2122" y="3131"/>
                  </a:lnTo>
                  <a:lnTo>
                    <a:pt x="2021" y="2694"/>
                  </a:lnTo>
                  <a:lnTo>
                    <a:pt x="2257" y="2694"/>
                  </a:lnTo>
                  <a:lnTo>
                    <a:pt x="2459" y="2626"/>
                  </a:lnTo>
                  <a:lnTo>
                    <a:pt x="2593" y="2492"/>
                  </a:lnTo>
                  <a:lnTo>
                    <a:pt x="2728" y="2323"/>
                  </a:lnTo>
                  <a:lnTo>
                    <a:pt x="2863" y="2088"/>
                  </a:lnTo>
                  <a:lnTo>
                    <a:pt x="2930" y="1886"/>
                  </a:lnTo>
                  <a:lnTo>
                    <a:pt x="2964" y="1650"/>
                  </a:lnTo>
                  <a:lnTo>
                    <a:pt x="2964" y="1414"/>
                  </a:lnTo>
                  <a:lnTo>
                    <a:pt x="2930" y="1111"/>
                  </a:lnTo>
                  <a:lnTo>
                    <a:pt x="2829" y="808"/>
                  </a:lnTo>
                  <a:lnTo>
                    <a:pt x="2694" y="539"/>
                  </a:lnTo>
                  <a:lnTo>
                    <a:pt x="2459" y="337"/>
                  </a:lnTo>
                  <a:lnTo>
                    <a:pt x="2223" y="169"/>
                  </a:lnTo>
                  <a:lnTo>
                    <a:pt x="1954" y="34"/>
                  </a:lnTo>
                  <a:lnTo>
                    <a:pt x="16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4422750" y="2442525"/>
              <a:ext cx="17700" cy="58100"/>
            </a:xfrm>
            <a:custGeom>
              <a:avLst/>
              <a:gdLst/>
              <a:ahLst/>
              <a:cxnLst/>
              <a:rect l="l" t="t" r="r" b="b"/>
              <a:pathLst>
                <a:path w="708" h="2324" extrusionOk="0">
                  <a:moveTo>
                    <a:pt x="640" y="1"/>
                  </a:moveTo>
                  <a:lnTo>
                    <a:pt x="606" y="34"/>
                  </a:lnTo>
                  <a:lnTo>
                    <a:pt x="472" y="102"/>
                  </a:lnTo>
                  <a:lnTo>
                    <a:pt x="371" y="236"/>
                  </a:lnTo>
                  <a:lnTo>
                    <a:pt x="202" y="506"/>
                  </a:lnTo>
                  <a:lnTo>
                    <a:pt x="68" y="842"/>
                  </a:lnTo>
                  <a:lnTo>
                    <a:pt x="0" y="1213"/>
                  </a:lnTo>
                  <a:lnTo>
                    <a:pt x="0" y="1549"/>
                  </a:lnTo>
                  <a:lnTo>
                    <a:pt x="0" y="1718"/>
                  </a:lnTo>
                  <a:lnTo>
                    <a:pt x="68" y="1886"/>
                  </a:lnTo>
                  <a:lnTo>
                    <a:pt x="135" y="2021"/>
                  </a:lnTo>
                  <a:lnTo>
                    <a:pt x="236" y="2155"/>
                  </a:lnTo>
                  <a:lnTo>
                    <a:pt x="371" y="2256"/>
                  </a:lnTo>
                  <a:lnTo>
                    <a:pt x="505" y="2324"/>
                  </a:lnTo>
                  <a:lnTo>
                    <a:pt x="573" y="2324"/>
                  </a:lnTo>
                  <a:lnTo>
                    <a:pt x="606" y="2290"/>
                  </a:lnTo>
                  <a:lnTo>
                    <a:pt x="640" y="2223"/>
                  </a:lnTo>
                  <a:lnTo>
                    <a:pt x="606" y="2155"/>
                  </a:lnTo>
                  <a:lnTo>
                    <a:pt x="404" y="1953"/>
                  </a:lnTo>
                  <a:lnTo>
                    <a:pt x="303" y="1684"/>
                  </a:lnTo>
                  <a:lnTo>
                    <a:pt x="236" y="1415"/>
                  </a:lnTo>
                  <a:lnTo>
                    <a:pt x="236" y="1145"/>
                  </a:lnTo>
                  <a:lnTo>
                    <a:pt x="270" y="876"/>
                  </a:lnTo>
                  <a:lnTo>
                    <a:pt x="371" y="607"/>
                  </a:lnTo>
                  <a:lnTo>
                    <a:pt x="505" y="371"/>
                  </a:lnTo>
                  <a:lnTo>
                    <a:pt x="674" y="135"/>
                  </a:lnTo>
                  <a:lnTo>
                    <a:pt x="707" y="68"/>
                  </a:lnTo>
                  <a:lnTo>
                    <a:pt x="674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4109625" y="305450"/>
              <a:ext cx="213825" cy="201200"/>
            </a:xfrm>
            <a:custGeom>
              <a:avLst/>
              <a:gdLst/>
              <a:ahLst/>
              <a:cxnLst/>
              <a:rect l="l" t="t" r="r" b="b"/>
              <a:pathLst>
                <a:path w="8553" h="8048" extrusionOk="0">
                  <a:moveTo>
                    <a:pt x="1011" y="270"/>
                  </a:moveTo>
                  <a:lnTo>
                    <a:pt x="1280" y="539"/>
                  </a:lnTo>
                  <a:lnTo>
                    <a:pt x="1583" y="808"/>
                  </a:lnTo>
                  <a:lnTo>
                    <a:pt x="1886" y="1078"/>
                  </a:lnTo>
                  <a:lnTo>
                    <a:pt x="2189" y="1347"/>
                  </a:lnTo>
                  <a:lnTo>
                    <a:pt x="2627" y="1785"/>
                  </a:lnTo>
                  <a:lnTo>
                    <a:pt x="3031" y="2223"/>
                  </a:lnTo>
                  <a:lnTo>
                    <a:pt x="3469" y="2627"/>
                  </a:lnTo>
                  <a:lnTo>
                    <a:pt x="3906" y="3031"/>
                  </a:lnTo>
                  <a:lnTo>
                    <a:pt x="4243" y="3300"/>
                  </a:lnTo>
                  <a:lnTo>
                    <a:pt x="4512" y="3569"/>
                  </a:lnTo>
                  <a:lnTo>
                    <a:pt x="4782" y="3839"/>
                  </a:lnTo>
                  <a:lnTo>
                    <a:pt x="5017" y="4142"/>
                  </a:lnTo>
                  <a:lnTo>
                    <a:pt x="5489" y="4748"/>
                  </a:lnTo>
                  <a:lnTo>
                    <a:pt x="5893" y="5387"/>
                  </a:lnTo>
                  <a:lnTo>
                    <a:pt x="6027" y="5589"/>
                  </a:lnTo>
                  <a:lnTo>
                    <a:pt x="6196" y="5791"/>
                  </a:lnTo>
                  <a:lnTo>
                    <a:pt x="5724" y="5387"/>
                  </a:lnTo>
                  <a:lnTo>
                    <a:pt x="5287" y="4950"/>
                  </a:lnTo>
                  <a:lnTo>
                    <a:pt x="4411" y="4108"/>
                  </a:lnTo>
                  <a:lnTo>
                    <a:pt x="3974" y="3670"/>
                  </a:lnTo>
                  <a:lnTo>
                    <a:pt x="3502" y="3266"/>
                  </a:lnTo>
                  <a:lnTo>
                    <a:pt x="2593" y="2458"/>
                  </a:lnTo>
                  <a:lnTo>
                    <a:pt x="2122" y="2054"/>
                  </a:lnTo>
                  <a:lnTo>
                    <a:pt x="1684" y="1650"/>
                  </a:lnTo>
                  <a:lnTo>
                    <a:pt x="1247" y="1212"/>
                  </a:lnTo>
                  <a:lnTo>
                    <a:pt x="843" y="741"/>
                  </a:lnTo>
                  <a:lnTo>
                    <a:pt x="742" y="741"/>
                  </a:lnTo>
                  <a:lnTo>
                    <a:pt x="708" y="808"/>
                  </a:lnTo>
                  <a:lnTo>
                    <a:pt x="708" y="842"/>
                  </a:lnTo>
                  <a:lnTo>
                    <a:pt x="843" y="1044"/>
                  </a:lnTo>
                  <a:lnTo>
                    <a:pt x="1011" y="1246"/>
                  </a:lnTo>
                  <a:lnTo>
                    <a:pt x="1348" y="1583"/>
                  </a:lnTo>
                  <a:lnTo>
                    <a:pt x="2055" y="2256"/>
                  </a:lnTo>
                  <a:lnTo>
                    <a:pt x="2560" y="2728"/>
                  </a:lnTo>
                  <a:lnTo>
                    <a:pt x="3098" y="3165"/>
                  </a:lnTo>
                  <a:lnTo>
                    <a:pt x="3603" y="3603"/>
                  </a:lnTo>
                  <a:lnTo>
                    <a:pt x="4108" y="4074"/>
                  </a:lnTo>
                  <a:lnTo>
                    <a:pt x="5017" y="4950"/>
                  </a:lnTo>
                  <a:lnTo>
                    <a:pt x="5455" y="5387"/>
                  </a:lnTo>
                  <a:lnTo>
                    <a:pt x="5926" y="5825"/>
                  </a:lnTo>
                  <a:lnTo>
                    <a:pt x="6970" y="6700"/>
                  </a:lnTo>
                  <a:lnTo>
                    <a:pt x="7980" y="7576"/>
                  </a:lnTo>
                  <a:lnTo>
                    <a:pt x="8115" y="7576"/>
                  </a:lnTo>
                  <a:lnTo>
                    <a:pt x="8148" y="7508"/>
                  </a:lnTo>
                  <a:lnTo>
                    <a:pt x="8115" y="7441"/>
                  </a:lnTo>
                  <a:lnTo>
                    <a:pt x="7576" y="6936"/>
                  </a:lnTo>
                  <a:lnTo>
                    <a:pt x="7643" y="6936"/>
                  </a:lnTo>
                  <a:lnTo>
                    <a:pt x="7711" y="6902"/>
                  </a:lnTo>
                  <a:lnTo>
                    <a:pt x="7744" y="6869"/>
                  </a:lnTo>
                  <a:lnTo>
                    <a:pt x="7744" y="6801"/>
                  </a:lnTo>
                  <a:lnTo>
                    <a:pt x="7913" y="6667"/>
                  </a:lnTo>
                  <a:lnTo>
                    <a:pt x="8014" y="6970"/>
                  </a:lnTo>
                  <a:lnTo>
                    <a:pt x="8081" y="7239"/>
                  </a:lnTo>
                  <a:lnTo>
                    <a:pt x="8216" y="7542"/>
                  </a:lnTo>
                  <a:lnTo>
                    <a:pt x="8317" y="7811"/>
                  </a:lnTo>
                  <a:lnTo>
                    <a:pt x="7812" y="7677"/>
                  </a:lnTo>
                  <a:lnTo>
                    <a:pt x="7172" y="7407"/>
                  </a:lnTo>
                  <a:lnTo>
                    <a:pt x="7307" y="7239"/>
                  </a:lnTo>
                  <a:lnTo>
                    <a:pt x="7340" y="7172"/>
                  </a:lnTo>
                  <a:lnTo>
                    <a:pt x="7340" y="7104"/>
                  </a:lnTo>
                  <a:lnTo>
                    <a:pt x="7307" y="7071"/>
                  </a:lnTo>
                  <a:lnTo>
                    <a:pt x="6936" y="6700"/>
                  </a:lnTo>
                  <a:lnTo>
                    <a:pt x="6566" y="6364"/>
                  </a:lnTo>
                  <a:lnTo>
                    <a:pt x="6162" y="6061"/>
                  </a:lnTo>
                  <a:lnTo>
                    <a:pt x="5724" y="5758"/>
                  </a:lnTo>
                  <a:lnTo>
                    <a:pt x="5186" y="5421"/>
                  </a:lnTo>
                  <a:lnTo>
                    <a:pt x="4681" y="5051"/>
                  </a:lnTo>
                  <a:lnTo>
                    <a:pt x="4176" y="4647"/>
                  </a:lnTo>
                  <a:lnTo>
                    <a:pt x="3704" y="4209"/>
                  </a:lnTo>
                  <a:lnTo>
                    <a:pt x="2795" y="3300"/>
                  </a:lnTo>
                  <a:lnTo>
                    <a:pt x="2358" y="2862"/>
                  </a:lnTo>
                  <a:lnTo>
                    <a:pt x="1853" y="2458"/>
                  </a:lnTo>
                  <a:lnTo>
                    <a:pt x="1449" y="2088"/>
                  </a:lnTo>
                  <a:lnTo>
                    <a:pt x="1045" y="1684"/>
                  </a:lnTo>
                  <a:lnTo>
                    <a:pt x="641" y="1313"/>
                  </a:lnTo>
                  <a:lnTo>
                    <a:pt x="203" y="977"/>
                  </a:lnTo>
                  <a:lnTo>
                    <a:pt x="405" y="775"/>
                  </a:lnTo>
                  <a:lnTo>
                    <a:pt x="607" y="606"/>
                  </a:lnTo>
                  <a:lnTo>
                    <a:pt x="809" y="438"/>
                  </a:lnTo>
                  <a:lnTo>
                    <a:pt x="1011" y="270"/>
                  </a:lnTo>
                  <a:close/>
                  <a:moveTo>
                    <a:pt x="1045" y="0"/>
                  </a:moveTo>
                  <a:lnTo>
                    <a:pt x="977" y="34"/>
                  </a:lnTo>
                  <a:lnTo>
                    <a:pt x="742" y="236"/>
                  </a:lnTo>
                  <a:lnTo>
                    <a:pt x="439" y="438"/>
                  </a:lnTo>
                  <a:lnTo>
                    <a:pt x="203" y="640"/>
                  </a:lnTo>
                  <a:lnTo>
                    <a:pt x="102" y="775"/>
                  </a:lnTo>
                  <a:lnTo>
                    <a:pt x="1" y="909"/>
                  </a:lnTo>
                  <a:lnTo>
                    <a:pt x="1" y="977"/>
                  </a:lnTo>
                  <a:lnTo>
                    <a:pt x="34" y="1010"/>
                  </a:lnTo>
                  <a:lnTo>
                    <a:pt x="34" y="1078"/>
                  </a:lnTo>
                  <a:lnTo>
                    <a:pt x="68" y="1111"/>
                  </a:lnTo>
                  <a:lnTo>
                    <a:pt x="540" y="1482"/>
                  </a:lnTo>
                  <a:lnTo>
                    <a:pt x="977" y="1920"/>
                  </a:lnTo>
                  <a:lnTo>
                    <a:pt x="1449" y="2324"/>
                  </a:lnTo>
                  <a:lnTo>
                    <a:pt x="1886" y="2761"/>
                  </a:lnTo>
                  <a:lnTo>
                    <a:pt x="2358" y="3165"/>
                  </a:lnTo>
                  <a:lnTo>
                    <a:pt x="2829" y="3603"/>
                  </a:lnTo>
                  <a:lnTo>
                    <a:pt x="3704" y="4512"/>
                  </a:lnTo>
                  <a:lnTo>
                    <a:pt x="4075" y="4849"/>
                  </a:lnTo>
                  <a:lnTo>
                    <a:pt x="4445" y="5152"/>
                  </a:lnTo>
                  <a:lnTo>
                    <a:pt x="4815" y="5455"/>
                  </a:lnTo>
                  <a:lnTo>
                    <a:pt x="5219" y="5724"/>
                  </a:lnTo>
                  <a:lnTo>
                    <a:pt x="5758" y="6061"/>
                  </a:lnTo>
                  <a:lnTo>
                    <a:pt x="6229" y="6397"/>
                  </a:lnTo>
                  <a:lnTo>
                    <a:pt x="6667" y="6801"/>
                  </a:lnTo>
                  <a:lnTo>
                    <a:pt x="7138" y="7205"/>
                  </a:lnTo>
                  <a:lnTo>
                    <a:pt x="6970" y="7407"/>
                  </a:lnTo>
                  <a:lnTo>
                    <a:pt x="6936" y="7441"/>
                  </a:lnTo>
                  <a:lnTo>
                    <a:pt x="6936" y="7508"/>
                  </a:lnTo>
                  <a:lnTo>
                    <a:pt x="6970" y="7542"/>
                  </a:lnTo>
                  <a:lnTo>
                    <a:pt x="7004" y="7576"/>
                  </a:lnTo>
                  <a:lnTo>
                    <a:pt x="7744" y="7879"/>
                  </a:lnTo>
                  <a:lnTo>
                    <a:pt x="8115" y="7980"/>
                  </a:lnTo>
                  <a:lnTo>
                    <a:pt x="8283" y="8047"/>
                  </a:lnTo>
                  <a:lnTo>
                    <a:pt x="8519" y="8047"/>
                  </a:lnTo>
                  <a:lnTo>
                    <a:pt x="8553" y="8013"/>
                  </a:lnTo>
                  <a:lnTo>
                    <a:pt x="8553" y="7946"/>
                  </a:lnTo>
                  <a:lnTo>
                    <a:pt x="8519" y="7912"/>
                  </a:lnTo>
                  <a:lnTo>
                    <a:pt x="8418" y="7542"/>
                  </a:lnTo>
                  <a:lnTo>
                    <a:pt x="8283" y="7205"/>
                  </a:lnTo>
                  <a:lnTo>
                    <a:pt x="8182" y="6801"/>
                  </a:lnTo>
                  <a:lnTo>
                    <a:pt x="8115" y="6633"/>
                  </a:lnTo>
                  <a:lnTo>
                    <a:pt x="8014" y="6465"/>
                  </a:lnTo>
                  <a:lnTo>
                    <a:pt x="7980" y="6431"/>
                  </a:lnTo>
                  <a:lnTo>
                    <a:pt x="7946" y="6397"/>
                  </a:lnTo>
                  <a:lnTo>
                    <a:pt x="7879" y="6397"/>
                  </a:lnTo>
                  <a:lnTo>
                    <a:pt x="7845" y="6431"/>
                  </a:lnTo>
                  <a:lnTo>
                    <a:pt x="7711" y="6532"/>
                  </a:lnTo>
                  <a:lnTo>
                    <a:pt x="7610" y="6667"/>
                  </a:lnTo>
                  <a:lnTo>
                    <a:pt x="7037" y="6229"/>
                  </a:lnTo>
                  <a:lnTo>
                    <a:pt x="6566" y="5791"/>
                  </a:lnTo>
                  <a:lnTo>
                    <a:pt x="6364" y="5556"/>
                  </a:lnTo>
                  <a:lnTo>
                    <a:pt x="6162" y="5286"/>
                  </a:lnTo>
                  <a:lnTo>
                    <a:pt x="5758" y="4714"/>
                  </a:lnTo>
                  <a:lnTo>
                    <a:pt x="5455" y="4243"/>
                  </a:lnTo>
                  <a:lnTo>
                    <a:pt x="5085" y="3771"/>
                  </a:lnTo>
                  <a:lnTo>
                    <a:pt x="4681" y="3367"/>
                  </a:lnTo>
                  <a:lnTo>
                    <a:pt x="4243" y="2997"/>
                  </a:lnTo>
                  <a:lnTo>
                    <a:pt x="3772" y="2593"/>
                  </a:lnTo>
                  <a:lnTo>
                    <a:pt x="3334" y="2189"/>
                  </a:lnTo>
                  <a:lnTo>
                    <a:pt x="2492" y="1347"/>
                  </a:lnTo>
                  <a:lnTo>
                    <a:pt x="2156" y="1044"/>
                  </a:lnTo>
                  <a:lnTo>
                    <a:pt x="1819" y="741"/>
                  </a:lnTo>
                  <a:lnTo>
                    <a:pt x="1482" y="438"/>
                  </a:lnTo>
                  <a:lnTo>
                    <a:pt x="1146" y="135"/>
                  </a:lnTo>
                  <a:lnTo>
                    <a:pt x="1146" y="68"/>
                  </a:lnTo>
                  <a:lnTo>
                    <a:pt x="1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4865475" y="2713550"/>
              <a:ext cx="16025" cy="51375"/>
            </a:xfrm>
            <a:custGeom>
              <a:avLst/>
              <a:gdLst/>
              <a:ahLst/>
              <a:cxnLst/>
              <a:rect l="l" t="t" r="r" b="b"/>
              <a:pathLst>
                <a:path w="641" h="2055" extrusionOk="0">
                  <a:moveTo>
                    <a:pt x="102" y="1"/>
                  </a:moveTo>
                  <a:lnTo>
                    <a:pt x="68" y="34"/>
                  </a:lnTo>
                  <a:lnTo>
                    <a:pt x="1" y="203"/>
                  </a:lnTo>
                  <a:lnTo>
                    <a:pt x="1" y="405"/>
                  </a:lnTo>
                  <a:lnTo>
                    <a:pt x="68" y="741"/>
                  </a:lnTo>
                  <a:lnTo>
                    <a:pt x="169" y="1347"/>
                  </a:lnTo>
                  <a:lnTo>
                    <a:pt x="236" y="1651"/>
                  </a:lnTo>
                  <a:lnTo>
                    <a:pt x="337" y="1954"/>
                  </a:lnTo>
                  <a:lnTo>
                    <a:pt x="371" y="1987"/>
                  </a:lnTo>
                  <a:lnTo>
                    <a:pt x="438" y="2021"/>
                  </a:lnTo>
                  <a:lnTo>
                    <a:pt x="539" y="2055"/>
                  </a:lnTo>
                  <a:lnTo>
                    <a:pt x="573" y="2021"/>
                  </a:lnTo>
                  <a:lnTo>
                    <a:pt x="640" y="1987"/>
                  </a:lnTo>
                  <a:lnTo>
                    <a:pt x="640" y="1920"/>
                  </a:lnTo>
                  <a:lnTo>
                    <a:pt x="640" y="1853"/>
                  </a:lnTo>
                  <a:lnTo>
                    <a:pt x="472" y="1415"/>
                  </a:lnTo>
                  <a:lnTo>
                    <a:pt x="371" y="97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5730750" y="386250"/>
              <a:ext cx="16850" cy="6750"/>
            </a:xfrm>
            <a:custGeom>
              <a:avLst/>
              <a:gdLst/>
              <a:ahLst/>
              <a:cxnLst/>
              <a:rect l="l" t="t" r="r" b="b"/>
              <a:pathLst>
                <a:path w="674" h="270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438" y="236"/>
                  </a:lnTo>
                  <a:lnTo>
                    <a:pt x="606" y="270"/>
                  </a:lnTo>
                  <a:lnTo>
                    <a:pt x="640" y="236"/>
                  </a:lnTo>
                  <a:lnTo>
                    <a:pt x="674" y="203"/>
                  </a:lnTo>
                  <a:lnTo>
                    <a:pt x="674" y="135"/>
                  </a:lnTo>
                  <a:lnTo>
                    <a:pt x="640" y="102"/>
                  </a:lnTo>
                  <a:lnTo>
                    <a:pt x="505" y="68"/>
                  </a:lnTo>
                  <a:lnTo>
                    <a:pt x="371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3855450" y="1483825"/>
              <a:ext cx="286200" cy="291250"/>
            </a:xfrm>
            <a:custGeom>
              <a:avLst/>
              <a:gdLst/>
              <a:ahLst/>
              <a:cxnLst/>
              <a:rect l="l" t="t" r="r" b="b"/>
              <a:pathLst>
                <a:path w="11448" h="11650" extrusionOk="0">
                  <a:moveTo>
                    <a:pt x="6532" y="371"/>
                  </a:moveTo>
                  <a:lnTo>
                    <a:pt x="7138" y="438"/>
                  </a:lnTo>
                  <a:lnTo>
                    <a:pt x="7710" y="607"/>
                  </a:lnTo>
                  <a:lnTo>
                    <a:pt x="8282" y="842"/>
                  </a:lnTo>
                  <a:lnTo>
                    <a:pt x="8787" y="1112"/>
                  </a:lnTo>
                  <a:lnTo>
                    <a:pt x="8484" y="1213"/>
                  </a:lnTo>
                  <a:lnTo>
                    <a:pt x="8484" y="1145"/>
                  </a:lnTo>
                  <a:lnTo>
                    <a:pt x="8417" y="1112"/>
                  </a:lnTo>
                  <a:lnTo>
                    <a:pt x="7845" y="1044"/>
                  </a:lnTo>
                  <a:lnTo>
                    <a:pt x="7306" y="1044"/>
                  </a:lnTo>
                  <a:lnTo>
                    <a:pt x="7508" y="977"/>
                  </a:lnTo>
                  <a:lnTo>
                    <a:pt x="7676" y="842"/>
                  </a:lnTo>
                  <a:lnTo>
                    <a:pt x="7744" y="809"/>
                  </a:lnTo>
                  <a:lnTo>
                    <a:pt x="7744" y="741"/>
                  </a:lnTo>
                  <a:lnTo>
                    <a:pt x="7710" y="674"/>
                  </a:lnTo>
                  <a:lnTo>
                    <a:pt x="7676" y="640"/>
                  </a:lnTo>
                  <a:lnTo>
                    <a:pt x="7373" y="573"/>
                  </a:lnTo>
                  <a:lnTo>
                    <a:pt x="7037" y="573"/>
                  </a:lnTo>
                  <a:lnTo>
                    <a:pt x="6700" y="607"/>
                  </a:lnTo>
                  <a:lnTo>
                    <a:pt x="6363" y="674"/>
                  </a:lnTo>
                  <a:lnTo>
                    <a:pt x="5690" y="809"/>
                  </a:lnTo>
                  <a:lnTo>
                    <a:pt x="5084" y="977"/>
                  </a:lnTo>
                  <a:lnTo>
                    <a:pt x="4641" y="1117"/>
                  </a:lnTo>
                  <a:lnTo>
                    <a:pt x="5185" y="910"/>
                  </a:lnTo>
                  <a:lnTo>
                    <a:pt x="5892" y="674"/>
                  </a:lnTo>
                  <a:lnTo>
                    <a:pt x="6532" y="371"/>
                  </a:lnTo>
                  <a:close/>
                  <a:moveTo>
                    <a:pt x="8922" y="1347"/>
                  </a:moveTo>
                  <a:lnTo>
                    <a:pt x="8720" y="1482"/>
                  </a:lnTo>
                  <a:lnTo>
                    <a:pt x="8451" y="1617"/>
                  </a:lnTo>
                  <a:lnTo>
                    <a:pt x="7946" y="1819"/>
                  </a:lnTo>
                  <a:lnTo>
                    <a:pt x="6936" y="2189"/>
                  </a:lnTo>
                  <a:lnTo>
                    <a:pt x="5724" y="2661"/>
                  </a:lnTo>
                  <a:lnTo>
                    <a:pt x="7104" y="2088"/>
                  </a:lnTo>
                  <a:lnTo>
                    <a:pt x="7979" y="1684"/>
                  </a:lnTo>
                  <a:lnTo>
                    <a:pt x="8451" y="1482"/>
                  </a:lnTo>
                  <a:lnTo>
                    <a:pt x="8922" y="1347"/>
                  </a:lnTo>
                  <a:close/>
                  <a:moveTo>
                    <a:pt x="5959" y="405"/>
                  </a:moveTo>
                  <a:lnTo>
                    <a:pt x="5454" y="607"/>
                  </a:lnTo>
                  <a:lnTo>
                    <a:pt x="4882" y="775"/>
                  </a:lnTo>
                  <a:lnTo>
                    <a:pt x="3805" y="1179"/>
                  </a:lnTo>
                  <a:lnTo>
                    <a:pt x="3300" y="1415"/>
                  </a:lnTo>
                  <a:lnTo>
                    <a:pt x="2795" y="1684"/>
                  </a:lnTo>
                  <a:lnTo>
                    <a:pt x="2323" y="1987"/>
                  </a:lnTo>
                  <a:lnTo>
                    <a:pt x="2088" y="2155"/>
                  </a:lnTo>
                  <a:lnTo>
                    <a:pt x="1885" y="2357"/>
                  </a:lnTo>
                  <a:lnTo>
                    <a:pt x="1852" y="2425"/>
                  </a:lnTo>
                  <a:lnTo>
                    <a:pt x="1885" y="2492"/>
                  </a:lnTo>
                  <a:lnTo>
                    <a:pt x="1953" y="2560"/>
                  </a:lnTo>
                  <a:lnTo>
                    <a:pt x="2020" y="2526"/>
                  </a:lnTo>
                  <a:lnTo>
                    <a:pt x="2694" y="2189"/>
                  </a:lnTo>
                  <a:lnTo>
                    <a:pt x="3333" y="1886"/>
                  </a:lnTo>
                  <a:lnTo>
                    <a:pt x="4007" y="1617"/>
                  </a:lnTo>
                  <a:lnTo>
                    <a:pt x="4714" y="1347"/>
                  </a:lnTo>
                  <a:lnTo>
                    <a:pt x="5387" y="1145"/>
                  </a:lnTo>
                  <a:lnTo>
                    <a:pt x="6094" y="1011"/>
                  </a:lnTo>
                  <a:lnTo>
                    <a:pt x="6633" y="876"/>
                  </a:lnTo>
                  <a:lnTo>
                    <a:pt x="6936" y="842"/>
                  </a:lnTo>
                  <a:lnTo>
                    <a:pt x="7239" y="809"/>
                  </a:lnTo>
                  <a:lnTo>
                    <a:pt x="6902" y="943"/>
                  </a:lnTo>
                  <a:lnTo>
                    <a:pt x="6599" y="1011"/>
                  </a:lnTo>
                  <a:lnTo>
                    <a:pt x="5959" y="1179"/>
                  </a:lnTo>
                  <a:lnTo>
                    <a:pt x="5185" y="1415"/>
                  </a:lnTo>
                  <a:lnTo>
                    <a:pt x="4411" y="1684"/>
                  </a:lnTo>
                  <a:lnTo>
                    <a:pt x="3737" y="1920"/>
                  </a:lnTo>
                  <a:lnTo>
                    <a:pt x="3064" y="2155"/>
                  </a:lnTo>
                  <a:lnTo>
                    <a:pt x="2357" y="2391"/>
                  </a:lnTo>
                  <a:lnTo>
                    <a:pt x="1986" y="2560"/>
                  </a:lnTo>
                  <a:lnTo>
                    <a:pt x="1650" y="2728"/>
                  </a:lnTo>
                  <a:lnTo>
                    <a:pt x="1313" y="2930"/>
                  </a:lnTo>
                  <a:lnTo>
                    <a:pt x="1044" y="3166"/>
                  </a:lnTo>
                  <a:lnTo>
                    <a:pt x="1347" y="2694"/>
                  </a:lnTo>
                  <a:lnTo>
                    <a:pt x="1717" y="2256"/>
                  </a:lnTo>
                  <a:lnTo>
                    <a:pt x="2088" y="1852"/>
                  </a:lnTo>
                  <a:lnTo>
                    <a:pt x="2525" y="1482"/>
                  </a:lnTo>
                  <a:lnTo>
                    <a:pt x="2997" y="1145"/>
                  </a:lnTo>
                  <a:lnTo>
                    <a:pt x="3502" y="876"/>
                  </a:lnTo>
                  <a:lnTo>
                    <a:pt x="4007" y="640"/>
                  </a:lnTo>
                  <a:lnTo>
                    <a:pt x="4545" y="438"/>
                  </a:lnTo>
                  <a:lnTo>
                    <a:pt x="4040" y="640"/>
                  </a:lnTo>
                  <a:lnTo>
                    <a:pt x="3535" y="876"/>
                  </a:lnTo>
                  <a:lnTo>
                    <a:pt x="3064" y="1145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93" y="1583"/>
                  </a:lnTo>
                  <a:lnTo>
                    <a:pt x="2626" y="1617"/>
                  </a:lnTo>
                  <a:lnTo>
                    <a:pt x="2727" y="1617"/>
                  </a:lnTo>
                  <a:lnTo>
                    <a:pt x="3401" y="1213"/>
                  </a:lnTo>
                  <a:lnTo>
                    <a:pt x="4108" y="842"/>
                  </a:lnTo>
                  <a:lnTo>
                    <a:pt x="4579" y="674"/>
                  </a:lnTo>
                  <a:lnTo>
                    <a:pt x="5017" y="539"/>
                  </a:lnTo>
                  <a:lnTo>
                    <a:pt x="5488" y="438"/>
                  </a:lnTo>
                  <a:lnTo>
                    <a:pt x="5959" y="405"/>
                  </a:lnTo>
                  <a:close/>
                  <a:moveTo>
                    <a:pt x="2323" y="2728"/>
                  </a:moveTo>
                  <a:lnTo>
                    <a:pt x="2054" y="2863"/>
                  </a:lnTo>
                  <a:lnTo>
                    <a:pt x="1683" y="3098"/>
                  </a:lnTo>
                  <a:lnTo>
                    <a:pt x="1313" y="3334"/>
                  </a:lnTo>
                  <a:lnTo>
                    <a:pt x="1347" y="3267"/>
                  </a:lnTo>
                  <a:lnTo>
                    <a:pt x="1380" y="3199"/>
                  </a:lnTo>
                  <a:lnTo>
                    <a:pt x="1414" y="3166"/>
                  </a:lnTo>
                  <a:lnTo>
                    <a:pt x="1515" y="3132"/>
                  </a:lnTo>
                  <a:lnTo>
                    <a:pt x="1818" y="2964"/>
                  </a:lnTo>
                  <a:lnTo>
                    <a:pt x="2323" y="2728"/>
                  </a:lnTo>
                  <a:close/>
                  <a:moveTo>
                    <a:pt x="6599" y="2021"/>
                  </a:moveTo>
                  <a:lnTo>
                    <a:pt x="5387" y="2526"/>
                  </a:lnTo>
                  <a:lnTo>
                    <a:pt x="4242" y="2997"/>
                  </a:lnTo>
                  <a:lnTo>
                    <a:pt x="3064" y="3502"/>
                  </a:lnTo>
                  <a:lnTo>
                    <a:pt x="2660" y="3704"/>
                  </a:lnTo>
                  <a:lnTo>
                    <a:pt x="2256" y="3974"/>
                  </a:lnTo>
                  <a:lnTo>
                    <a:pt x="1852" y="4209"/>
                  </a:lnTo>
                  <a:lnTo>
                    <a:pt x="1414" y="4445"/>
                  </a:lnTo>
                  <a:lnTo>
                    <a:pt x="1751" y="4176"/>
                  </a:lnTo>
                  <a:lnTo>
                    <a:pt x="2088" y="3906"/>
                  </a:lnTo>
                  <a:lnTo>
                    <a:pt x="2424" y="3671"/>
                  </a:lnTo>
                  <a:lnTo>
                    <a:pt x="2828" y="3469"/>
                  </a:lnTo>
                  <a:lnTo>
                    <a:pt x="3603" y="3132"/>
                  </a:lnTo>
                  <a:lnTo>
                    <a:pt x="4377" y="2829"/>
                  </a:lnTo>
                  <a:lnTo>
                    <a:pt x="6498" y="2054"/>
                  </a:lnTo>
                  <a:lnTo>
                    <a:pt x="6599" y="2021"/>
                  </a:lnTo>
                  <a:close/>
                  <a:moveTo>
                    <a:pt x="9225" y="1415"/>
                  </a:moveTo>
                  <a:lnTo>
                    <a:pt x="9562" y="1718"/>
                  </a:lnTo>
                  <a:lnTo>
                    <a:pt x="9898" y="2054"/>
                  </a:lnTo>
                  <a:lnTo>
                    <a:pt x="10201" y="2425"/>
                  </a:lnTo>
                  <a:lnTo>
                    <a:pt x="10471" y="2795"/>
                  </a:lnTo>
                  <a:lnTo>
                    <a:pt x="10437" y="2795"/>
                  </a:lnTo>
                  <a:lnTo>
                    <a:pt x="10100" y="2829"/>
                  </a:lnTo>
                  <a:lnTo>
                    <a:pt x="9797" y="2896"/>
                  </a:lnTo>
                  <a:lnTo>
                    <a:pt x="9494" y="3031"/>
                  </a:lnTo>
                  <a:lnTo>
                    <a:pt x="9158" y="3166"/>
                  </a:lnTo>
                  <a:lnTo>
                    <a:pt x="8585" y="3469"/>
                  </a:lnTo>
                  <a:lnTo>
                    <a:pt x="8013" y="3805"/>
                  </a:lnTo>
                  <a:lnTo>
                    <a:pt x="7979" y="3805"/>
                  </a:lnTo>
                  <a:lnTo>
                    <a:pt x="5185" y="5118"/>
                  </a:lnTo>
                  <a:lnTo>
                    <a:pt x="4377" y="5455"/>
                  </a:lnTo>
                  <a:lnTo>
                    <a:pt x="4949" y="5118"/>
                  </a:lnTo>
                  <a:lnTo>
                    <a:pt x="6801" y="4007"/>
                  </a:lnTo>
                  <a:lnTo>
                    <a:pt x="7575" y="3772"/>
                  </a:lnTo>
                  <a:lnTo>
                    <a:pt x="8350" y="3469"/>
                  </a:lnTo>
                  <a:lnTo>
                    <a:pt x="9090" y="3166"/>
                  </a:lnTo>
                  <a:lnTo>
                    <a:pt x="9461" y="2964"/>
                  </a:lnTo>
                  <a:lnTo>
                    <a:pt x="9831" y="2762"/>
                  </a:lnTo>
                  <a:lnTo>
                    <a:pt x="9865" y="2694"/>
                  </a:lnTo>
                  <a:lnTo>
                    <a:pt x="9898" y="2627"/>
                  </a:lnTo>
                  <a:lnTo>
                    <a:pt x="9831" y="2560"/>
                  </a:lnTo>
                  <a:lnTo>
                    <a:pt x="9764" y="2526"/>
                  </a:lnTo>
                  <a:lnTo>
                    <a:pt x="9326" y="2593"/>
                  </a:lnTo>
                  <a:lnTo>
                    <a:pt x="8888" y="2694"/>
                  </a:lnTo>
                  <a:lnTo>
                    <a:pt x="8451" y="2829"/>
                  </a:lnTo>
                  <a:lnTo>
                    <a:pt x="8047" y="3031"/>
                  </a:lnTo>
                  <a:lnTo>
                    <a:pt x="7609" y="3199"/>
                  </a:lnTo>
                  <a:lnTo>
                    <a:pt x="7205" y="3435"/>
                  </a:lnTo>
                  <a:lnTo>
                    <a:pt x="6397" y="3906"/>
                  </a:lnTo>
                  <a:lnTo>
                    <a:pt x="5623" y="4176"/>
                  </a:lnTo>
                  <a:lnTo>
                    <a:pt x="4815" y="4445"/>
                  </a:lnTo>
                  <a:lnTo>
                    <a:pt x="4815" y="4445"/>
                  </a:lnTo>
                  <a:lnTo>
                    <a:pt x="6565" y="3502"/>
                  </a:lnTo>
                  <a:lnTo>
                    <a:pt x="7710" y="2896"/>
                  </a:lnTo>
                  <a:lnTo>
                    <a:pt x="8215" y="2627"/>
                  </a:lnTo>
                  <a:lnTo>
                    <a:pt x="8855" y="2425"/>
                  </a:lnTo>
                  <a:lnTo>
                    <a:pt x="9158" y="2290"/>
                  </a:lnTo>
                  <a:lnTo>
                    <a:pt x="9461" y="2155"/>
                  </a:lnTo>
                  <a:lnTo>
                    <a:pt x="9528" y="2122"/>
                  </a:lnTo>
                  <a:lnTo>
                    <a:pt x="9528" y="2021"/>
                  </a:lnTo>
                  <a:lnTo>
                    <a:pt x="9494" y="1953"/>
                  </a:lnTo>
                  <a:lnTo>
                    <a:pt x="9393" y="1920"/>
                  </a:lnTo>
                  <a:lnTo>
                    <a:pt x="9057" y="1987"/>
                  </a:lnTo>
                  <a:lnTo>
                    <a:pt x="8686" y="2088"/>
                  </a:lnTo>
                  <a:lnTo>
                    <a:pt x="8350" y="2256"/>
                  </a:lnTo>
                  <a:lnTo>
                    <a:pt x="8013" y="2425"/>
                  </a:lnTo>
                  <a:lnTo>
                    <a:pt x="7508" y="2593"/>
                  </a:lnTo>
                  <a:lnTo>
                    <a:pt x="7037" y="2762"/>
                  </a:lnTo>
                  <a:lnTo>
                    <a:pt x="5959" y="3199"/>
                  </a:lnTo>
                  <a:lnTo>
                    <a:pt x="4882" y="3671"/>
                  </a:lnTo>
                  <a:lnTo>
                    <a:pt x="2559" y="4782"/>
                  </a:lnTo>
                  <a:lnTo>
                    <a:pt x="1852" y="5152"/>
                  </a:lnTo>
                  <a:lnTo>
                    <a:pt x="1111" y="5522"/>
                  </a:lnTo>
                  <a:lnTo>
                    <a:pt x="1111" y="5522"/>
                  </a:lnTo>
                  <a:lnTo>
                    <a:pt x="2323" y="4613"/>
                  </a:lnTo>
                  <a:lnTo>
                    <a:pt x="2963" y="4209"/>
                  </a:lnTo>
                  <a:lnTo>
                    <a:pt x="3603" y="3839"/>
                  </a:lnTo>
                  <a:lnTo>
                    <a:pt x="4276" y="3502"/>
                  </a:lnTo>
                  <a:lnTo>
                    <a:pt x="4949" y="3199"/>
                  </a:lnTo>
                  <a:lnTo>
                    <a:pt x="6330" y="2694"/>
                  </a:lnTo>
                  <a:lnTo>
                    <a:pt x="7676" y="2189"/>
                  </a:lnTo>
                  <a:lnTo>
                    <a:pt x="8484" y="1852"/>
                  </a:lnTo>
                  <a:lnTo>
                    <a:pt x="8888" y="1684"/>
                  </a:lnTo>
                  <a:lnTo>
                    <a:pt x="9225" y="1415"/>
                  </a:lnTo>
                  <a:close/>
                  <a:moveTo>
                    <a:pt x="7441" y="1280"/>
                  </a:moveTo>
                  <a:lnTo>
                    <a:pt x="7946" y="1314"/>
                  </a:lnTo>
                  <a:lnTo>
                    <a:pt x="7171" y="1549"/>
                  </a:lnTo>
                  <a:lnTo>
                    <a:pt x="5926" y="1987"/>
                  </a:lnTo>
                  <a:lnTo>
                    <a:pt x="3805" y="2795"/>
                  </a:lnTo>
                  <a:lnTo>
                    <a:pt x="2997" y="3132"/>
                  </a:lnTo>
                  <a:lnTo>
                    <a:pt x="2626" y="3300"/>
                  </a:lnTo>
                  <a:lnTo>
                    <a:pt x="2222" y="3536"/>
                  </a:lnTo>
                  <a:lnTo>
                    <a:pt x="1852" y="3772"/>
                  </a:lnTo>
                  <a:lnTo>
                    <a:pt x="1515" y="4041"/>
                  </a:lnTo>
                  <a:lnTo>
                    <a:pt x="1178" y="4344"/>
                  </a:lnTo>
                  <a:lnTo>
                    <a:pt x="909" y="4681"/>
                  </a:lnTo>
                  <a:lnTo>
                    <a:pt x="875" y="4748"/>
                  </a:lnTo>
                  <a:lnTo>
                    <a:pt x="909" y="4815"/>
                  </a:lnTo>
                  <a:lnTo>
                    <a:pt x="976" y="4849"/>
                  </a:lnTo>
                  <a:lnTo>
                    <a:pt x="1044" y="4849"/>
                  </a:lnTo>
                  <a:lnTo>
                    <a:pt x="1246" y="4782"/>
                  </a:lnTo>
                  <a:lnTo>
                    <a:pt x="1448" y="4714"/>
                  </a:lnTo>
                  <a:lnTo>
                    <a:pt x="1818" y="4512"/>
                  </a:lnTo>
                  <a:lnTo>
                    <a:pt x="2155" y="4277"/>
                  </a:lnTo>
                  <a:lnTo>
                    <a:pt x="2525" y="4041"/>
                  </a:lnTo>
                  <a:lnTo>
                    <a:pt x="3064" y="3772"/>
                  </a:lnTo>
                  <a:lnTo>
                    <a:pt x="3603" y="3536"/>
                  </a:lnTo>
                  <a:lnTo>
                    <a:pt x="3165" y="3805"/>
                  </a:lnTo>
                  <a:lnTo>
                    <a:pt x="2727" y="4041"/>
                  </a:lnTo>
                  <a:lnTo>
                    <a:pt x="1919" y="4613"/>
                  </a:lnTo>
                  <a:lnTo>
                    <a:pt x="1111" y="5186"/>
                  </a:lnTo>
                  <a:lnTo>
                    <a:pt x="269" y="5758"/>
                  </a:lnTo>
                  <a:lnTo>
                    <a:pt x="269" y="5724"/>
                  </a:lnTo>
                  <a:lnTo>
                    <a:pt x="303" y="5152"/>
                  </a:lnTo>
                  <a:lnTo>
                    <a:pt x="438" y="4613"/>
                  </a:lnTo>
                  <a:lnTo>
                    <a:pt x="606" y="4075"/>
                  </a:lnTo>
                  <a:lnTo>
                    <a:pt x="808" y="3570"/>
                  </a:lnTo>
                  <a:lnTo>
                    <a:pt x="842" y="3603"/>
                  </a:lnTo>
                  <a:lnTo>
                    <a:pt x="976" y="3637"/>
                  </a:lnTo>
                  <a:lnTo>
                    <a:pt x="1212" y="3637"/>
                  </a:lnTo>
                  <a:lnTo>
                    <a:pt x="1313" y="3603"/>
                  </a:lnTo>
                  <a:lnTo>
                    <a:pt x="1549" y="3469"/>
                  </a:lnTo>
                  <a:lnTo>
                    <a:pt x="1784" y="3334"/>
                  </a:lnTo>
                  <a:lnTo>
                    <a:pt x="2828" y="2728"/>
                  </a:lnTo>
                  <a:lnTo>
                    <a:pt x="3333" y="2425"/>
                  </a:lnTo>
                  <a:lnTo>
                    <a:pt x="3872" y="2189"/>
                  </a:lnTo>
                  <a:lnTo>
                    <a:pt x="4848" y="1819"/>
                  </a:lnTo>
                  <a:lnTo>
                    <a:pt x="5353" y="1650"/>
                  </a:lnTo>
                  <a:lnTo>
                    <a:pt x="5858" y="1516"/>
                  </a:lnTo>
                  <a:lnTo>
                    <a:pt x="6397" y="1415"/>
                  </a:lnTo>
                  <a:lnTo>
                    <a:pt x="6902" y="1314"/>
                  </a:lnTo>
                  <a:lnTo>
                    <a:pt x="7441" y="1280"/>
                  </a:lnTo>
                  <a:close/>
                  <a:moveTo>
                    <a:pt x="8047" y="5522"/>
                  </a:moveTo>
                  <a:lnTo>
                    <a:pt x="7609" y="5758"/>
                  </a:lnTo>
                  <a:lnTo>
                    <a:pt x="7171" y="5960"/>
                  </a:lnTo>
                  <a:lnTo>
                    <a:pt x="6262" y="6297"/>
                  </a:lnTo>
                  <a:lnTo>
                    <a:pt x="6262" y="6297"/>
                  </a:lnTo>
                  <a:lnTo>
                    <a:pt x="6700" y="6095"/>
                  </a:lnTo>
                  <a:lnTo>
                    <a:pt x="7138" y="5893"/>
                  </a:lnTo>
                  <a:lnTo>
                    <a:pt x="8047" y="5522"/>
                  </a:lnTo>
                  <a:close/>
                  <a:moveTo>
                    <a:pt x="10572" y="2964"/>
                  </a:moveTo>
                  <a:lnTo>
                    <a:pt x="10707" y="3233"/>
                  </a:lnTo>
                  <a:lnTo>
                    <a:pt x="10606" y="3233"/>
                  </a:lnTo>
                  <a:lnTo>
                    <a:pt x="9966" y="3502"/>
                  </a:lnTo>
                  <a:lnTo>
                    <a:pt x="9326" y="3772"/>
                  </a:lnTo>
                  <a:lnTo>
                    <a:pt x="8047" y="4378"/>
                  </a:lnTo>
                  <a:lnTo>
                    <a:pt x="6801" y="5017"/>
                  </a:lnTo>
                  <a:lnTo>
                    <a:pt x="6161" y="5320"/>
                  </a:lnTo>
                  <a:lnTo>
                    <a:pt x="5522" y="5623"/>
                  </a:lnTo>
                  <a:lnTo>
                    <a:pt x="4175" y="6229"/>
                  </a:lnTo>
                  <a:lnTo>
                    <a:pt x="2828" y="6835"/>
                  </a:lnTo>
                  <a:lnTo>
                    <a:pt x="2189" y="7138"/>
                  </a:lnTo>
                  <a:lnTo>
                    <a:pt x="2896" y="6701"/>
                  </a:lnTo>
                  <a:lnTo>
                    <a:pt x="3603" y="6297"/>
                  </a:lnTo>
                  <a:lnTo>
                    <a:pt x="4343" y="5926"/>
                  </a:lnTo>
                  <a:lnTo>
                    <a:pt x="5118" y="5590"/>
                  </a:lnTo>
                  <a:lnTo>
                    <a:pt x="6296" y="5051"/>
                  </a:lnTo>
                  <a:lnTo>
                    <a:pt x="7474" y="4411"/>
                  </a:lnTo>
                  <a:lnTo>
                    <a:pt x="7979" y="4108"/>
                  </a:lnTo>
                  <a:lnTo>
                    <a:pt x="8619" y="3839"/>
                  </a:lnTo>
                  <a:lnTo>
                    <a:pt x="9259" y="3570"/>
                  </a:lnTo>
                  <a:lnTo>
                    <a:pt x="9865" y="3334"/>
                  </a:lnTo>
                  <a:lnTo>
                    <a:pt x="10505" y="3065"/>
                  </a:lnTo>
                  <a:lnTo>
                    <a:pt x="10538" y="2997"/>
                  </a:lnTo>
                  <a:lnTo>
                    <a:pt x="10572" y="2964"/>
                  </a:lnTo>
                  <a:close/>
                  <a:moveTo>
                    <a:pt x="6296" y="3334"/>
                  </a:moveTo>
                  <a:lnTo>
                    <a:pt x="4815" y="4142"/>
                  </a:lnTo>
                  <a:lnTo>
                    <a:pt x="3737" y="4681"/>
                  </a:lnTo>
                  <a:lnTo>
                    <a:pt x="2626" y="5219"/>
                  </a:lnTo>
                  <a:lnTo>
                    <a:pt x="2189" y="5489"/>
                  </a:lnTo>
                  <a:lnTo>
                    <a:pt x="1751" y="5792"/>
                  </a:lnTo>
                  <a:lnTo>
                    <a:pt x="1616" y="5926"/>
                  </a:lnTo>
                  <a:lnTo>
                    <a:pt x="1380" y="6061"/>
                  </a:lnTo>
                  <a:lnTo>
                    <a:pt x="1145" y="6229"/>
                  </a:lnTo>
                  <a:lnTo>
                    <a:pt x="943" y="6431"/>
                  </a:lnTo>
                  <a:lnTo>
                    <a:pt x="741" y="6633"/>
                  </a:lnTo>
                  <a:lnTo>
                    <a:pt x="741" y="6734"/>
                  </a:lnTo>
                  <a:lnTo>
                    <a:pt x="774" y="6802"/>
                  </a:lnTo>
                  <a:lnTo>
                    <a:pt x="842" y="6835"/>
                  </a:lnTo>
                  <a:lnTo>
                    <a:pt x="909" y="6835"/>
                  </a:lnTo>
                  <a:lnTo>
                    <a:pt x="1044" y="6802"/>
                  </a:lnTo>
                  <a:lnTo>
                    <a:pt x="1212" y="6701"/>
                  </a:lnTo>
                  <a:lnTo>
                    <a:pt x="1448" y="6499"/>
                  </a:lnTo>
                  <a:lnTo>
                    <a:pt x="1953" y="6027"/>
                  </a:lnTo>
                  <a:lnTo>
                    <a:pt x="2862" y="5590"/>
                  </a:lnTo>
                  <a:lnTo>
                    <a:pt x="3502" y="5287"/>
                  </a:lnTo>
                  <a:lnTo>
                    <a:pt x="4175" y="4984"/>
                  </a:lnTo>
                  <a:lnTo>
                    <a:pt x="5522" y="4445"/>
                  </a:lnTo>
                  <a:lnTo>
                    <a:pt x="5522" y="4445"/>
                  </a:lnTo>
                  <a:lnTo>
                    <a:pt x="4815" y="4883"/>
                  </a:lnTo>
                  <a:lnTo>
                    <a:pt x="4175" y="5253"/>
                  </a:lnTo>
                  <a:lnTo>
                    <a:pt x="3535" y="5590"/>
                  </a:lnTo>
                  <a:lnTo>
                    <a:pt x="2222" y="6263"/>
                  </a:lnTo>
                  <a:lnTo>
                    <a:pt x="1751" y="6499"/>
                  </a:lnTo>
                  <a:lnTo>
                    <a:pt x="1279" y="6734"/>
                  </a:lnTo>
                  <a:lnTo>
                    <a:pt x="842" y="7037"/>
                  </a:lnTo>
                  <a:lnTo>
                    <a:pt x="640" y="7172"/>
                  </a:lnTo>
                  <a:lnTo>
                    <a:pt x="438" y="7374"/>
                  </a:lnTo>
                  <a:lnTo>
                    <a:pt x="303" y="6734"/>
                  </a:lnTo>
                  <a:lnTo>
                    <a:pt x="269" y="6398"/>
                  </a:lnTo>
                  <a:lnTo>
                    <a:pt x="269" y="6095"/>
                  </a:lnTo>
                  <a:lnTo>
                    <a:pt x="774" y="5926"/>
                  </a:lnTo>
                  <a:lnTo>
                    <a:pt x="1279" y="5724"/>
                  </a:lnTo>
                  <a:lnTo>
                    <a:pt x="2256" y="5219"/>
                  </a:lnTo>
                  <a:lnTo>
                    <a:pt x="4781" y="4007"/>
                  </a:lnTo>
                  <a:lnTo>
                    <a:pt x="6296" y="3334"/>
                  </a:lnTo>
                  <a:close/>
                  <a:moveTo>
                    <a:pt x="10774" y="3401"/>
                  </a:moveTo>
                  <a:lnTo>
                    <a:pt x="10976" y="3906"/>
                  </a:lnTo>
                  <a:lnTo>
                    <a:pt x="11111" y="4479"/>
                  </a:lnTo>
                  <a:lnTo>
                    <a:pt x="11178" y="5017"/>
                  </a:lnTo>
                  <a:lnTo>
                    <a:pt x="11212" y="5590"/>
                  </a:lnTo>
                  <a:lnTo>
                    <a:pt x="10639" y="5825"/>
                  </a:lnTo>
                  <a:lnTo>
                    <a:pt x="9663" y="6196"/>
                  </a:lnTo>
                  <a:lnTo>
                    <a:pt x="8720" y="6600"/>
                  </a:lnTo>
                  <a:lnTo>
                    <a:pt x="7777" y="7004"/>
                  </a:lnTo>
                  <a:lnTo>
                    <a:pt x="6868" y="7441"/>
                  </a:lnTo>
                  <a:lnTo>
                    <a:pt x="5825" y="8047"/>
                  </a:lnTo>
                  <a:lnTo>
                    <a:pt x="4747" y="8620"/>
                  </a:lnTo>
                  <a:lnTo>
                    <a:pt x="4444" y="8788"/>
                  </a:lnTo>
                  <a:lnTo>
                    <a:pt x="4108" y="8923"/>
                  </a:lnTo>
                  <a:lnTo>
                    <a:pt x="3434" y="9158"/>
                  </a:lnTo>
                  <a:lnTo>
                    <a:pt x="5454" y="7845"/>
                  </a:lnTo>
                  <a:lnTo>
                    <a:pt x="5926" y="7610"/>
                  </a:lnTo>
                  <a:lnTo>
                    <a:pt x="8316" y="6431"/>
                  </a:lnTo>
                  <a:lnTo>
                    <a:pt x="9528" y="5859"/>
                  </a:lnTo>
                  <a:lnTo>
                    <a:pt x="10168" y="5623"/>
                  </a:lnTo>
                  <a:lnTo>
                    <a:pt x="10808" y="5388"/>
                  </a:lnTo>
                  <a:lnTo>
                    <a:pt x="10841" y="5354"/>
                  </a:lnTo>
                  <a:lnTo>
                    <a:pt x="10875" y="5320"/>
                  </a:lnTo>
                  <a:lnTo>
                    <a:pt x="10875" y="5219"/>
                  </a:lnTo>
                  <a:lnTo>
                    <a:pt x="10841" y="5152"/>
                  </a:lnTo>
                  <a:lnTo>
                    <a:pt x="10774" y="5118"/>
                  </a:lnTo>
                  <a:lnTo>
                    <a:pt x="10707" y="5118"/>
                  </a:lnTo>
                  <a:lnTo>
                    <a:pt x="10134" y="5287"/>
                  </a:lnTo>
                  <a:lnTo>
                    <a:pt x="9595" y="5489"/>
                  </a:lnTo>
                  <a:lnTo>
                    <a:pt x="8484" y="5994"/>
                  </a:lnTo>
                  <a:lnTo>
                    <a:pt x="7474" y="6431"/>
                  </a:lnTo>
                  <a:lnTo>
                    <a:pt x="6464" y="6903"/>
                  </a:lnTo>
                  <a:lnTo>
                    <a:pt x="5825" y="7273"/>
                  </a:lnTo>
                  <a:lnTo>
                    <a:pt x="5185" y="7643"/>
                  </a:lnTo>
                  <a:lnTo>
                    <a:pt x="4175" y="8081"/>
                  </a:lnTo>
                  <a:lnTo>
                    <a:pt x="3131" y="8485"/>
                  </a:lnTo>
                  <a:lnTo>
                    <a:pt x="4175" y="7711"/>
                  </a:lnTo>
                  <a:lnTo>
                    <a:pt x="5185" y="6936"/>
                  </a:lnTo>
                  <a:lnTo>
                    <a:pt x="6195" y="6600"/>
                  </a:lnTo>
                  <a:lnTo>
                    <a:pt x="7205" y="6229"/>
                  </a:lnTo>
                  <a:lnTo>
                    <a:pt x="7676" y="6027"/>
                  </a:lnTo>
                  <a:lnTo>
                    <a:pt x="8148" y="5792"/>
                  </a:lnTo>
                  <a:lnTo>
                    <a:pt x="8888" y="5354"/>
                  </a:lnTo>
                  <a:lnTo>
                    <a:pt x="9225" y="5152"/>
                  </a:lnTo>
                  <a:lnTo>
                    <a:pt x="9595" y="4984"/>
                  </a:lnTo>
                  <a:lnTo>
                    <a:pt x="10404" y="4681"/>
                  </a:lnTo>
                  <a:lnTo>
                    <a:pt x="10437" y="4647"/>
                  </a:lnTo>
                  <a:lnTo>
                    <a:pt x="10471" y="4580"/>
                  </a:lnTo>
                  <a:lnTo>
                    <a:pt x="10471" y="4479"/>
                  </a:lnTo>
                  <a:lnTo>
                    <a:pt x="10437" y="4411"/>
                  </a:lnTo>
                  <a:lnTo>
                    <a:pt x="10336" y="4411"/>
                  </a:lnTo>
                  <a:lnTo>
                    <a:pt x="9865" y="4546"/>
                  </a:lnTo>
                  <a:lnTo>
                    <a:pt x="9461" y="4748"/>
                  </a:lnTo>
                  <a:lnTo>
                    <a:pt x="8417" y="5118"/>
                  </a:lnTo>
                  <a:lnTo>
                    <a:pt x="7441" y="5489"/>
                  </a:lnTo>
                  <a:lnTo>
                    <a:pt x="6936" y="5691"/>
                  </a:lnTo>
                  <a:lnTo>
                    <a:pt x="6431" y="5893"/>
                  </a:lnTo>
                  <a:lnTo>
                    <a:pt x="5959" y="6162"/>
                  </a:lnTo>
                  <a:lnTo>
                    <a:pt x="5488" y="6431"/>
                  </a:lnTo>
                  <a:lnTo>
                    <a:pt x="5017" y="6734"/>
                  </a:lnTo>
                  <a:lnTo>
                    <a:pt x="4242" y="7004"/>
                  </a:lnTo>
                  <a:lnTo>
                    <a:pt x="3468" y="7340"/>
                  </a:lnTo>
                  <a:lnTo>
                    <a:pt x="3232" y="7475"/>
                  </a:lnTo>
                  <a:lnTo>
                    <a:pt x="3603" y="7206"/>
                  </a:lnTo>
                  <a:lnTo>
                    <a:pt x="4209" y="6869"/>
                  </a:lnTo>
                  <a:lnTo>
                    <a:pt x="4815" y="6566"/>
                  </a:lnTo>
                  <a:lnTo>
                    <a:pt x="6060" y="5960"/>
                  </a:lnTo>
                  <a:lnTo>
                    <a:pt x="7205" y="5354"/>
                  </a:lnTo>
                  <a:lnTo>
                    <a:pt x="8282" y="4714"/>
                  </a:lnTo>
                  <a:lnTo>
                    <a:pt x="8888" y="4378"/>
                  </a:lnTo>
                  <a:lnTo>
                    <a:pt x="9494" y="4075"/>
                  </a:lnTo>
                  <a:lnTo>
                    <a:pt x="10740" y="3469"/>
                  </a:lnTo>
                  <a:lnTo>
                    <a:pt x="10774" y="3435"/>
                  </a:lnTo>
                  <a:lnTo>
                    <a:pt x="10774" y="3401"/>
                  </a:lnTo>
                  <a:close/>
                  <a:moveTo>
                    <a:pt x="9730" y="8855"/>
                  </a:moveTo>
                  <a:lnTo>
                    <a:pt x="9562" y="8990"/>
                  </a:lnTo>
                  <a:lnTo>
                    <a:pt x="9158" y="9226"/>
                  </a:lnTo>
                  <a:lnTo>
                    <a:pt x="9292" y="9125"/>
                  </a:lnTo>
                  <a:lnTo>
                    <a:pt x="9663" y="8889"/>
                  </a:lnTo>
                  <a:lnTo>
                    <a:pt x="9730" y="8855"/>
                  </a:lnTo>
                  <a:close/>
                  <a:moveTo>
                    <a:pt x="5387" y="5977"/>
                  </a:moveTo>
                  <a:lnTo>
                    <a:pt x="4276" y="6532"/>
                  </a:lnTo>
                  <a:lnTo>
                    <a:pt x="3704" y="6835"/>
                  </a:lnTo>
                  <a:lnTo>
                    <a:pt x="3098" y="7206"/>
                  </a:lnTo>
                  <a:lnTo>
                    <a:pt x="2660" y="7542"/>
                  </a:lnTo>
                  <a:lnTo>
                    <a:pt x="2189" y="7879"/>
                  </a:lnTo>
                  <a:lnTo>
                    <a:pt x="1717" y="8216"/>
                  </a:lnTo>
                  <a:lnTo>
                    <a:pt x="1515" y="8384"/>
                  </a:lnTo>
                  <a:lnTo>
                    <a:pt x="1313" y="8586"/>
                  </a:lnTo>
                  <a:lnTo>
                    <a:pt x="1313" y="8687"/>
                  </a:lnTo>
                  <a:lnTo>
                    <a:pt x="1347" y="8754"/>
                  </a:lnTo>
                  <a:lnTo>
                    <a:pt x="1414" y="8788"/>
                  </a:lnTo>
                  <a:lnTo>
                    <a:pt x="1515" y="8788"/>
                  </a:lnTo>
                  <a:lnTo>
                    <a:pt x="1986" y="8552"/>
                  </a:lnTo>
                  <a:lnTo>
                    <a:pt x="2458" y="8249"/>
                  </a:lnTo>
                  <a:lnTo>
                    <a:pt x="2929" y="7946"/>
                  </a:lnTo>
                  <a:lnTo>
                    <a:pt x="3401" y="7677"/>
                  </a:lnTo>
                  <a:lnTo>
                    <a:pt x="3805" y="7475"/>
                  </a:lnTo>
                  <a:lnTo>
                    <a:pt x="4209" y="7307"/>
                  </a:lnTo>
                  <a:lnTo>
                    <a:pt x="3165" y="8115"/>
                  </a:lnTo>
                  <a:lnTo>
                    <a:pt x="2121" y="8923"/>
                  </a:lnTo>
                  <a:lnTo>
                    <a:pt x="1784" y="9091"/>
                  </a:lnTo>
                  <a:lnTo>
                    <a:pt x="1448" y="9327"/>
                  </a:lnTo>
                  <a:lnTo>
                    <a:pt x="1178" y="8956"/>
                  </a:lnTo>
                  <a:lnTo>
                    <a:pt x="943" y="8552"/>
                  </a:lnTo>
                  <a:lnTo>
                    <a:pt x="741" y="8148"/>
                  </a:lnTo>
                  <a:lnTo>
                    <a:pt x="572" y="7711"/>
                  </a:lnTo>
                  <a:lnTo>
                    <a:pt x="1044" y="7441"/>
                  </a:lnTo>
                  <a:lnTo>
                    <a:pt x="1515" y="7138"/>
                  </a:lnTo>
                  <a:lnTo>
                    <a:pt x="1986" y="6835"/>
                  </a:lnTo>
                  <a:lnTo>
                    <a:pt x="2458" y="6566"/>
                  </a:lnTo>
                  <a:lnTo>
                    <a:pt x="2929" y="6364"/>
                  </a:lnTo>
                  <a:lnTo>
                    <a:pt x="2357" y="6701"/>
                  </a:lnTo>
                  <a:lnTo>
                    <a:pt x="1818" y="7071"/>
                  </a:lnTo>
                  <a:lnTo>
                    <a:pt x="1313" y="7509"/>
                  </a:lnTo>
                  <a:lnTo>
                    <a:pt x="842" y="7980"/>
                  </a:lnTo>
                  <a:lnTo>
                    <a:pt x="808" y="8047"/>
                  </a:lnTo>
                  <a:lnTo>
                    <a:pt x="808" y="8081"/>
                  </a:lnTo>
                  <a:lnTo>
                    <a:pt x="842" y="8182"/>
                  </a:lnTo>
                  <a:lnTo>
                    <a:pt x="943" y="8216"/>
                  </a:lnTo>
                  <a:lnTo>
                    <a:pt x="976" y="8216"/>
                  </a:lnTo>
                  <a:lnTo>
                    <a:pt x="1044" y="8182"/>
                  </a:lnTo>
                  <a:lnTo>
                    <a:pt x="1279" y="7980"/>
                  </a:lnTo>
                  <a:lnTo>
                    <a:pt x="1515" y="7812"/>
                  </a:lnTo>
                  <a:lnTo>
                    <a:pt x="2054" y="7509"/>
                  </a:lnTo>
                  <a:lnTo>
                    <a:pt x="3199" y="6970"/>
                  </a:lnTo>
                  <a:lnTo>
                    <a:pt x="4377" y="6398"/>
                  </a:lnTo>
                  <a:lnTo>
                    <a:pt x="5387" y="5977"/>
                  </a:lnTo>
                  <a:close/>
                  <a:moveTo>
                    <a:pt x="7239" y="9327"/>
                  </a:moveTo>
                  <a:lnTo>
                    <a:pt x="6734" y="9663"/>
                  </a:lnTo>
                  <a:lnTo>
                    <a:pt x="6229" y="9966"/>
                  </a:lnTo>
                  <a:lnTo>
                    <a:pt x="5858" y="10135"/>
                  </a:lnTo>
                  <a:lnTo>
                    <a:pt x="5858" y="10135"/>
                  </a:lnTo>
                  <a:lnTo>
                    <a:pt x="6195" y="9933"/>
                  </a:lnTo>
                  <a:lnTo>
                    <a:pt x="6700" y="9630"/>
                  </a:lnTo>
                  <a:lnTo>
                    <a:pt x="7239" y="9327"/>
                  </a:lnTo>
                  <a:close/>
                  <a:moveTo>
                    <a:pt x="8249" y="7105"/>
                  </a:moveTo>
                  <a:lnTo>
                    <a:pt x="7171" y="7744"/>
                  </a:lnTo>
                  <a:lnTo>
                    <a:pt x="4949" y="8990"/>
                  </a:lnTo>
                  <a:lnTo>
                    <a:pt x="2727" y="10236"/>
                  </a:lnTo>
                  <a:lnTo>
                    <a:pt x="2660" y="10303"/>
                  </a:lnTo>
                  <a:lnTo>
                    <a:pt x="2660" y="10404"/>
                  </a:lnTo>
                  <a:lnTo>
                    <a:pt x="2155" y="10000"/>
                  </a:lnTo>
                  <a:lnTo>
                    <a:pt x="1683" y="9562"/>
                  </a:lnTo>
                  <a:lnTo>
                    <a:pt x="2323" y="9125"/>
                  </a:lnTo>
                  <a:lnTo>
                    <a:pt x="2963" y="8855"/>
                  </a:lnTo>
                  <a:lnTo>
                    <a:pt x="3535" y="8620"/>
                  </a:lnTo>
                  <a:lnTo>
                    <a:pt x="3973" y="8451"/>
                  </a:lnTo>
                  <a:lnTo>
                    <a:pt x="3098" y="9024"/>
                  </a:lnTo>
                  <a:lnTo>
                    <a:pt x="2222" y="9562"/>
                  </a:lnTo>
                  <a:lnTo>
                    <a:pt x="2189" y="9596"/>
                  </a:lnTo>
                  <a:lnTo>
                    <a:pt x="2155" y="9630"/>
                  </a:lnTo>
                  <a:lnTo>
                    <a:pt x="2189" y="9731"/>
                  </a:lnTo>
                  <a:lnTo>
                    <a:pt x="2222" y="9798"/>
                  </a:lnTo>
                  <a:lnTo>
                    <a:pt x="2323" y="9798"/>
                  </a:lnTo>
                  <a:lnTo>
                    <a:pt x="3300" y="9495"/>
                  </a:lnTo>
                  <a:lnTo>
                    <a:pt x="3771" y="9327"/>
                  </a:lnTo>
                  <a:lnTo>
                    <a:pt x="4242" y="9158"/>
                  </a:lnTo>
                  <a:lnTo>
                    <a:pt x="4781" y="8889"/>
                  </a:lnTo>
                  <a:lnTo>
                    <a:pt x="5320" y="8620"/>
                  </a:lnTo>
                  <a:lnTo>
                    <a:pt x="6363" y="8047"/>
                  </a:lnTo>
                  <a:lnTo>
                    <a:pt x="7306" y="7542"/>
                  </a:lnTo>
                  <a:lnTo>
                    <a:pt x="8249" y="7105"/>
                  </a:lnTo>
                  <a:close/>
                  <a:moveTo>
                    <a:pt x="8855" y="9697"/>
                  </a:moveTo>
                  <a:lnTo>
                    <a:pt x="8720" y="9832"/>
                  </a:lnTo>
                  <a:lnTo>
                    <a:pt x="8316" y="10202"/>
                  </a:lnTo>
                  <a:lnTo>
                    <a:pt x="8114" y="10337"/>
                  </a:lnTo>
                  <a:lnTo>
                    <a:pt x="7912" y="10505"/>
                  </a:lnTo>
                  <a:lnTo>
                    <a:pt x="7542" y="10674"/>
                  </a:lnTo>
                  <a:lnTo>
                    <a:pt x="7138" y="10808"/>
                  </a:lnTo>
                  <a:lnTo>
                    <a:pt x="7239" y="10741"/>
                  </a:lnTo>
                  <a:lnTo>
                    <a:pt x="7609" y="10471"/>
                  </a:lnTo>
                  <a:lnTo>
                    <a:pt x="7979" y="10202"/>
                  </a:lnTo>
                  <a:lnTo>
                    <a:pt x="8855" y="9697"/>
                  </a:lnTo>
                  <a:close/>
                  <a:moveTo>
                    <a:pt x="11212" y="5893"/>
                  </a:moveTo>
                  <a:lnTo>
                    <a:pt x="11178" y="6330"/>
                  </a:lnTo>
                  <a:lnTo>
                    <a:pt x="11111" y="6768"/>
                  </a:lnTo>
                  <a:lnTo>
                    <a:pt x="10976" y="7576"/>
                  </a:lnTo>
                  <a:lnTo>
                    <a:pt x="10841" y="7980"/>
                  </a:lnTo>
                  <a:lnTo>
                    <a:pt x="10707" y="8384"/>
                  </a:lnTo>
                  <a:lnTo>
                    <a:pt x="10538" y="8754"/>
                  </a:lnTo>
                  <a:lnTo>
                    <a:pt x="10336" y="9091"/>
                  </a:lnTo>
                  <a:lnTo>
                    <a:pt x="10100" y="9428"/>
                  </a:lnTo>
                  <a:lnTo>
                    <a:pt x="9865" y="9731"/>
                  </a:lnTo>
                  <a:lnTo>
                    <a:pt x="9595" y="10000"/>
                  </a:lnTo>
                  <a:lnTo>
                    <a:pt x="9326" y="10269"/>
                  </a:lnTo>
                  <a:lnTo>
                    <a:pt x="9259" y="10202"/>
                  </a:lnTo>
                  <a:lnTo>
                    <a:pt x="9191" y="10168"/>
                  </a:lnTo>
                  <a:lnTo>
                    <a:pt x="9124" y="10202"/>
                  </a:lnTo>
                  <a:lnTo>
                    <a:pt x="8787" y="10404"/>
                  </a:lnTo>
                  <a:lnTo>
                    <a:pt x="8619" y="10505"/>
                  </a:lnTo>
                  <a:lnTo>
                    <a:pt x="8451" y="10573"/>
                  </a:lnTo>
                  <a:lnTo>
                    <a:pt x="8821" y="10269"/>
                  </a:lnTo>
                  <a:lnTo>
                    <a:pt x="9225" y="9966"/>
                  </a:lnTo>
                  <a:lnTo>
                    <a:pt x="9663" y="9697"/>
                  </a:lnTo>
                  <a:lnTo>
                    <a:pt x="10067" y="9428"/>
                  </a:lnTo>
                  <a:lnTo>
                    <a:pt x="10100" y="9360"/>
                  </a:lnTo>
                  <a:lnTo>
                    <a:pt x="10100" y="9259"/>
                  </a:lnTo>
                  <a:lnTo>
                    <a:pt x="10033" y="9192"/>
                  </a:lnTo>
                  <a:lnTo>
                    <a:pt x="9730" y="9192"/>
                  </a:lnTo>
                  <a:lnTo>
                    <a:pt x="9932" y="9057"/>
                  </a:lnTo>
                  <a:lnTo>
                    <a:pt x="10067" y="8855"/>
                  </a:lnTo>
                  <a:lnTo>
                    <a:pt x="10100" y="8788"/>
                  </a:lnTo>
                  <a:lnTo>
                    <a:pt x="10100" y="8687"/>
                  </a:lnTo>
                  <a:lnTo>
                    <a:pt x="10067" y="8620"/>
                  </a:lnTo>
                  <a:lnTo>
                    <a:pt x="9966" y="8552"/>
                  </a:lnTo>
                  <a:lnTo>
                    <a:pt x="9898" y="8519"/>
                  </a:lnTo>
                  <a:lnTo>
                    <a:pt x="9797" y="8519"/>
                  </a:lnTo>
                  <a:lnTo>
                    <a:pt x="9629" y="8552"/>
                  </a:lnTo>
                  <a:lnTo>
                    <a:pt x="9393" y="8653"/>
                  </a:lnTo>
                  <a:lnTo>
                    <a:pt x="9191" y="8788"/>
                  </a:lnTo>
                  <a:lnTo>
                    <a:pt x="8821" y="9125"/>
                  </a:lnTo>
                  <a:lnTo>
                    <a:pt x="8552" y="9394"/>
                  </a:lnTo>
                  <a:lnTo>
                    <a:pt x="8047" y="9832"/>
                  </a:lnTo>
                  <a:lnTo>
                    <a:pt x="7508" y="10168"/>
                  </a:lnTo>
                  <a:lnTo>
                    <a:pt x="7003" y="10539"/>
                  </a:lnTo>
                  <a:lnTo>
                    <a:pt x="6599" y="10707"/>
                  </a:lnTo>
                  <a:lnTo>
                    <a:pt x="6161" y="10842"/>
                  </a:lnTo>
                  <a:lnTo>
                    <a:pt x="6633" y="10539"/>
                  </a:lnTo>
                  <a:lnTo>
                    <a:pt x="7104" y="10202"/>
                  </a:lnTo>
                  <a:lnTo>
                    <a:pt x="8080" y="9596"/>
                  </a:lnTo>
                  <a:lnTo>
                    <a:pt x="8552" y="9226"/>
                  </a:lnTo>
                  <a:lnTo>
                    <a:pt x="9023" y="8855"/>
                  </a:lnTo>
                  <a:lnTo>
                    <a:pt x="9292" y="8687"/>
                  </a:lnTo>
                  <a:lnTo>
                    <a:pt x="9528" y="8519"/>
                  </a:lnTo>
                  <a:lnTo>
                    <a:pt x="9797" y="8384"/>
                  </a:lnTo>
                  <a:lnTo>
                    <a:pt x="10100" y="8283"/>
                  </a:lnTo>
                  <a:lnTo>
                    <a:pt x="10404" y="8182"/>
                  </a:lnTo>
                  <a:lnTo>
                    <a:pt x="10471" y="8182"/>
                  </a:lnTo>
                  <a:lnTo>
                    <a:pt x="10505" y="8115"/>
                  </a:lnTo>
                  <a:lnTo>
                    <a:pt x="10505" y="8047"/>
                  </a:lnTo>
                  <a:lnTo>
                    <a:pt x="10471" y="7946"/>
                  </a:lnTo>
                  <a:lnTo>
                    <a:pt x="10336" y="7946"/>
                  </a:lnTo>
                  <a:lnTo>
                    <a:pt x="9999" y="8014"/>
                  </a:lnTo>
                  <a:lnTo>
                    <a:pt x="9494" y="8081"/>
                  </a:lnTo>
                  <a:lnTo>
                    <a:pt x="9225" y="8148"/>
                  </a:lnTo>
                  <a:lnTo>
                    <a:pt x="8956" y="8249"/>
                  </a:lnTo>
                  <a:lnTo>
                    <a:pt x="9259" y="8014"/>
                  </a:lnTo>
                  <a:lnTo>
                    <a:pt x="9663" y="7744"/>
                  </a:lnTo>
                  <a:lnTo>
                    <a:pt x="10100" y="7542"/>
                  </a:lnTo>
                  <a:lnTo>
                    <a:pt x="10976" y="7138"/>
                  </a:lnTo>
                  <a:lnTo>
                    <a:pt x="11043" y="7071"/>
                  </a:lnTo>
                  <a:lnTo>
                    <a:pt x="11043" y="6970"/>
                  </a:lnTo>
                  <a:lnTo>
                    <a:pt x="10976" y="6903"/>
                  </a:lnTo>
                  <a:lnTo>
                    <a:pt x="10909" y="6869"/>
                  </a:lnTo>
                  <a:lnTo>
                    <a:pt x="10707" y="6903"/>
                  </a:lnTo>
                  <a:lnTo>
                    <a:pt x="10505" y="6936"/>
                  </a:lnTo>
                  <a:lnTo>
                    <a:pt x="10168" y="7071"/>
                  </a:lnTo>
                  <a:lnTo>
                    <a:pt x="9831" y="7273"/>
                  </a:lnTo>
                  <a:lnTo>
                    <a:pt x="9494" y="7475"/>
                  </a:lnTo>
                  <a:lnTo>
                    <a:pt x="8417" y="8081"/>
                  </a:lnTo>
                  <a:lnTo>
                    <a:pt x="7373" y="8687"/>
                  </a:lnTo>
                  <a:lnTo>
                    <a:pt x="7171" y="8788"/>
                  </a:lnTo>
                  <a:lnTo>
                    <a:pt x="7171" y="8788"/>
                  </a:lnTo>
                  <a:lnTo>
                    <a:pt x="7542" y="8552"/>
                  </a:lnTo>
                  <a:lnTo>
                    <a:pt x="8249" y="7980"/>
                  </a:lnTo>
                  <a:lnTo>
                    <a:pt x="8956" y="7441"/>
                  </a:lnTo>
                  <a:lnTo>
                    <a:pt x="9326" y="7206"/>
                  </a:lnTo>
                  <a:lnTo>
                    <a:pt x="9696" y="6970"/>
                  </a:lnTo>
                  <a:lnTo>
                    <a:pt x="10100" y="6802"/>
                  </a:lnTo>
                  <a:lnTo>
                    <a:pt x="10538" y="6667"/>
                  </a:lnTo>
                  <a:lnTo>
                    <a:pt x="10606" y="6633"/>
                  </a:lnTo>
                  <a:lnTo>
                    <a:pt x="10639" y="6600"/>
                  </a:lnTo>
                  <a:lnTo>
                    <a:pt x="10639" y="6532"/>
                  </a:lnTo>
                  <a:lnTo>
                    <a:pt x="10606" y="6431"/>
                  </a:lnTo>
                  <a:lnTo>
                    <a:pt x="10572" y="6398"/>
                  </a:lnTo>
                  <a:lnTo>
                    <a:pt x="10505" y="6398"/>
                  </a:lnTo>
                  <a:lnTo>
                    <a:pt x="10168" y="6431"/>
                  </a:lnTo>
                  <a:lnTo>
                    <a:pt x="9831" y="6499"/>
                  </a:lnTo>
                  <a:lnTo>
                    <a:pt x="10303" y="6297"/>
                  </a:lnTo>
                  <a:lnTo>
                    <a:pt x="10774" y="6061"/>
                  </a:lnTo>
                  <a:lnTo>
                    <a:pt x="11212" y="5893"/>
                  </a:lnTo>
                  <a:close/>
                  <a:moveTo>
                    <a:pt x="8821" y="7172"/>
                  </a:moveTo>
                  <a:lnTo>
                    <a:pt x="8350" y="7542"/>
                  </a:lnTo>
                  <a:lnTo>
                    <a:pt x="7845" y="7946"/>
                  </a:lnTo>
                  <a:lnTo>
                    <a:pt x="7272" y="8418"/>
                  </a:lnTo>
                  <a:lnTo>
                    <a:pt x="6700" y="8822"/>
                  </a:lnTo>
                  <a:lnTo>
                    <a:pt x="5488" y="9596"/>
                  </a:lnTo>
                  <a:lnTo>
                    <a:pt x="5084" y="9798"/>
                  </a:lnTo>
                  <a:lnTo>
                    <a:pt x="4714" y="10034"/>
                  </a:lnTo>
                  <a:lnTo>
                    <a:pt x="4343" y="10269"/>
                  </a:lnTo>
                  <a:lnTo>
                    <a:pt x="3973" y="10539"/>
                  </a:lnTo>
                  <a:lnTo>
                    <a:pt x="3939" y="10573"/>
                  </a:lnTo>
                  <a:lnTo>
                    <a:pt x="3939" y="10640"/>
                  </a:lnTo>
                  <a:lnTo>
                    <a:pt x="3973" y="10707"/>
                  </a:lnTo>
                  <a:lnTo>
                    <a:pt x="4040" y="10775"/>
                  </a:lnTo>
                  <a:lnTo>
                    <a:pt x="4141" y="10775"/>
                  </a:lnTo>
                  <a:lnTo>
                    <a:pt x="5589" y="9832"/>
                  </a:lnTo>
                  <a:lnTo>
                    <a:pt x="6599" y="9360"/>
                  </a:lnTo>
                  <a:lnTo>
                    <a:pt x="6229" y="9562"/>
                  </a:lnTo>
                  <a:lnTo>
                    <a:pt x="5825" y="9832"/>
                  </a:lnTo>
                  <a:lnTo>
                    <a:pt x="5421" y="10135"/>
                  </a:lnTo>
                  <a:lnTo>
                    <a:pt x="5050" y="10438"/>
                  </a:lnTo>
                  <a:lnTo>
                    <a:pt x="4646" y="10741"/>
                  </a:lnTo>
                  <a:lnTo>
                    <a:pt x="4579" y="10775"/>
                  </a:lnTo>
                  <a:lnTo>
                    <a:pt x="4579" y="10808"/>
                  </a:lnTo>
                  <a:lnTo>
                    <a:pt x="4579" y="10909"/>
                  </a:lnTo>
                  <a:lnTo>
                    <a:pt x="4646" y="10977"/>
                  </a:lnTo>
                  <a:lnTo>
                    <a:pt x="4781" y="10977"/>
                  </a:lnTo>
                  <a:lnTo>
                    <a:pt x="5084" y="10775"/>
                  </a:lnTo>
                  <a:lnTo>
                    <a:pt x="5454" y="10640"/>
                  </a:lnTo>
                  <a:lnTo>
                    <a:pt x="5791" y="10471"/>
                  </a:lnTo>
                  <a:lnTo>
                    <a:pt x="6128" y="10303"/>
                  </a:lnTo>
                  <a:lnTo>
                    <a:pt x="6868" y="9899"/>
                  </a:lnTo>
                  <a:lnTo>
                    <a:pt x="7575" y="9428"/>
                  </a:lnTo>
                  <a:lnTo>
                    <a:pt x="8215" y="8990"/>
                  </a:lnTo>
                  <a:lnTo>
                    <a:pt x="8888" y="8586"/>
                  </a:lnTo>
                  <a:lnTo>
                    <a:pt x="9023" y="8519"/>
                  </a:lnTo>
                  <a:lnTo>
                    <a:pt x="8552" y="8855"/>
                  </a:lnTo>
                  <a:lnTo>
                    <a:pt x="8080" y="9226"/>
                  </a:lnTo>
                  <a:lnTo>
                    <a:pt x="7474" y="9663"/>
                  </a:lnTo>
                  <a:lnTo>
                    <a:pt x="6835" y="10101"/>
                  </a:lnTo>
                  <a:lnTo>
                    <a:pt x="6195" y="10505"/>
                  </a:lnTo>
                  <a:lnTo>
                    <a:pt x="5589" y="10977"/>
                  </a:lnTo>
                  <a:lnTo>
                    <a:pt x="5522" y="11044"/>
                  </a:lnTo>
                  <a:lnTo>
                    <a:pt x="5555" y="11111"/>
                  </a:lnTo>
                  <a:lnTo>
                    <a:pt x="5589" y="11179"/>
                  </a:lnTo>
                  <a:lnTo>
                    <a:pt x="5690" y="11212"/>
                  </a:lnTo>
                  <a:lnTo>
                    <a:pt x="6060" y="11179"/>
                  </a:lnTo>
                  <a:lnTo>
                    <a:pt x="6397" y="11078"/>
                  </a:lnTo>
                  <a:lnTo>
                    <a:pt x="6397" y="11145"/>
                  </a:lnTo>
                  <a:lnTo>
                    <a:pt x="6431" y="11246"/>
                  </a:lnTo>
                  <a:lnTo>
                    <a:pt x="6464" y="11280"/>
                  </a:lnTo>
                  <a:lnTo>
                    <a:pt x="6565" y="11280"/>
                  </a:lnTo>
                  <a:lnTo>
                    <a:pt x="7239" y="11044"/>
                  </a:lnTo>
                  <a:lnTo>
                    <a:pt x="7575" y="10943"/>
                  </a:lnTo>
                  <a:lnTo>
                    <a:pt x="7912" y="10808"/>
                  </a:lnTo>
                  <a:lnTo>
                    <a:pt x="7946" y="10876"/>
                  </a:lnTo>
                  <a:lnTo>
                    <a:pt x="8013" y="10909"/>
                  </a:lnTo>
                  <a:lnTo>
                    <a:pt x="8215" y="10909"/>
                  </a:lnTo>
                  <a:lnTo>
                    <a:pt x="8350" y="10876"/>
                  </a:lnTo>
                  <a:lnTo>
                    <a:pt x="7946" y="11044"/>
                  </a:lnTo>
                  <a:lnTo>
                    <a:pt x="7508" y="11212"/>
                  </a:lnTo>
                  <a:lnTo>
                    <a:pt x="7070" y="11313"/>
                  </a:lnTo>
                  <a:lnTo>
                    <a:pt x="6599" y="11381"/>
                  </a:lnTo>
                  <a:lnTo>
                    <a:pt x="6128" y="11414"/>
                  </a:lnTo>
                  <a:lnTo>
                    <a:pt x="5656" y="11381"/>
                  </a:lnTo>
                  <a:lnTo>
                    <a:pt x="5185" y="11347"/>
                  </a:lnTo>
                  <a:lnTo>
                    <a:pt x="4680" y="11246"/>
                  </a:lnTo>
                  <a:lnTo>
                    <a:pt x="4175" y="11111"/>
                  </a:lnTo>
                  <a:lnTo>
                    <a:pt x="3704" y="10943"/>
                  </a:lnTo>
                  <a:lnTo>
                    <a:pt x="3266" y="10741"/>
                  </a:lnTo>
                  <a:lnTo>
                    <a:pt x="2828" y="10505"/>
                  </a:lnTo>
                  <a:lnTo>
                    <a:pt x="2862" y="10505"/>
                  </a:lnTo>
                  <a:lnTo>
                    <a:pt x="3333" y="10236"/>
                  </a:lnTo>
                  <a:lnTo>
                    <a:pt x="3805" y="10034"/>
                  </a:lnTo>
                  <a:lnTo>
                    <a:pt x="4276" y="9832"/>
                  </a:lnTo>
                  <a:lnTo>
                    <a:pt x="4781" y="9630"/>
                  </a:lnTo>
                  <a:lnTo>
                    <a:pt x="5252" y="9394"/>
                  </a:lnTo>
                  <a:lnTo>
                    <a:pt x="5724" y="9125"/>
                  </a:lnTo>
                  <a:lnTo>
                    <a:pt x="6633" y="8586"/>
                  </a:lnTo>
                  <a:lnTo>
                    <a:pt x="7710" y="7845"/>
                  </a:lnTo>
                  <a:lnTo>
                    <a:pt x="8282" y="7475"/>
                  </a:lnTo>
                  <a:lnTo>
                    <a:pt x="8821" y="7172"/>
                  </a:lnTo>
                  <a:close/>
                  <a:moveTo>
                    <a:pt x="5791" y="1"/>
                  </a:moveTo>
                  <a:lnTo>
                    <a:pt x="5252" y="68"/>
                  </a:lnTo>
                  <a:lnTo>
                    <a:pt x="4747" y="135"/>
                  </a:lnTo>
                  <a:lnTo>
                    <a:pt x="4276" y="270"/>
                  </a:lnTo>
                  <a:lnTo>
                    <a:pt x="3805" y="438"/>
                  </a:lnTo>
                  <a:lnTo>
                    <a:pt x="3333" y="640"/>
                  </a:lnTo>
                  <a:lnTo>
                    <a:pt x="2896" y="910"/>
                  </a:lnTo>
                  <a:lnTo>
                    <a:pt x="2492" y="1179"/>
                  </a:lnTo>
                  <a:lnTo>
                    <a:pt x="2121" y="1482"/>
                  </a:lnTo>
                  <a:lnTo>
                    <a:pt x="1751" y="1852"/>
                  </a:lnTo>
                  <a:lnTo>
                    <a:pt x="1414" y="2223"/>
                  </a:lnTo>
                  <a:lnTo>
                    <a:pt x="1111" y="2627"/>
                  </a:lnTo>
                  <a:lnTo>
                    <a:pt x="842" y="3065"/>
                  </a:lnTo>
                  <a:lnTo>
                    <a:pt x="606" y="3502"/>
                  </a:lnTo>
                  <a:lnTo>
                    <a:pt x="404" y="3974"/>
                  </a:lnTo>
                  <a:lnTo>
                    <a:pt x="236" y="4479"/>
                  </a:lnTo>
                  <a:lnTo>
                    <a:pt x="135" y="4883"/>
                  </a:lnTo>
                  <a:lnTo>
                    <a:pt x="67" y="5287"/>
                  </a:lnTo>
                  <a:lnTo>
                    <a:pt x="0" y="5691"/>
                  </a:lnTo>
                  <a:lnTo>
                    <a:pt x="0" y="6061"/>
                  </a:lnTo>
                  <a:lnTo>
                    <a:pt x="34" y="6465"/>
                  </a:lnTo>
                  <a:lnTo>
                    <a:pt x="67" y="6835"/>
                  </a:lnTo>
                  <a:lnTo>
                    <a:pt x="135" y="7239"/>
                  </a:lnTo>
                  <a:lnTo>
                    <a:pt x="236" y="7610"/>
                  </a:lnTo>
                  <a:lnTo>
                    <a:pt x="236" y="7643"/>
                  </a:lnTo>
                  <a:lnTo>
                    <a:pt x="236" y="7711"/>
                  </a:lnTo>
                  <a:lnTo>
                    <a:pt x="269" y="7744"/>
                  </a:lnTo>
                  <a:lnTo>
                    <a:pt x="303" y="7778"/>
                  </a:lnTo>
                  <a:lnTo>
                    <a:pt x="505" y="8249"/>
                  </a:lnTo>
                  <a:lnTo>
                    <a:pt x="707" y="8653"/>
                  </a:lnTo>
                  <a:lnTo>
                    <a:pt x="976" y="9091"/>
                  </a:lnTo>
                  <a:lnTo>
                    <a:pt x="1279" y="9461"/>
                  </a:lnTo>
                  <a:lnTo>
                    <a:pt x="1178" y="9562"/>
                  </a:lnTo>
                  <a:lnTo>
                    <a:pt x="1145" y="9630"/>
                  </a:lnTo>
                  <a:lnTo>
                    <a:pt x="1145" y="9663"/>
                  </a:lnTo>
                  <a:lnTo>
                    <a:pt x="1178" y="9764"/>
                  </a:lnTo>
                  <a:lnTo>
                    <a:pt x="1246" y="9798"/>
                  </a:lnTo>
                  <a:lnTo>
                    <a:pt x="1347" y="9798"/>
                  </a:lnTo>
                  <a:lnTo>
                    <a:pt x="1481" y="9697"/>
                  </a:lnTo>
                  <a:lnTo>
                    <a:pt x="1784" y="10000"/>
                  </a:lnTo>
                  <a:lnTo>
                    <a:pt x="2121" y="10303"/>
                  </a:lnTo>
                  <a:lnTo>
                    <a:pt x="2492" y="10573"/>
                  </a:lnTo>
                  <a:lnTo>
                    <a:pt x="2896" y="10808"/>
                  </a:lnTo>
                  <a:lnTo>
                    <a:pt x="3266" y="11010"/>
                  </a:lnTo>
                  <a:lnTo>
                    <a:pt x="3670" y="11212"/>
                  </a:lnTo>
                  <a:lnTo>
                    <a:pt x="4074" y="11347"/>
                  </a:lnTo>
                  <a:lnTo>
                    <a:pt x="4512" y="11482"/>
                  </a:lnTo>
                  <a:lnTo>
                    <a:pt x="4949" y="11549"/>
                  </a:lnTo>
                  <a:lnTo>
                    <a:pt x="5353" y="11616"/>
                  </a:lnTo>
                  <a:lnTo>
                    <a:pt x="5791" y="11650"/>
                  </a:lnTo>
                  <a:lnTo>
                    <a:pt x="6229" y="11650"/>
                  </a:lnTo>
                  <a:lnTo>
                    <a:pt x="6666" y="11616"/>
                  </a:lnTo>
                  <a:lnTo>
                    <a:pt x="7104" y="11549"/>
                  </a:lnTo>
                  <a:lnTo>
                    <a:pt x="7508" y="11448"/>
                  </a:lnTo>
                  <a:lnTo>
                    <a:pt x="7912" y="11347"/>
                  </a:lnTo>
                  <a:lnTo>
                    <a:pt x="8316" y="11179"/>
                  </a:lnTo>
                  <a:lnTo>
                    <a:pt x="8720" y="10977"/>
                  </a:lnTo>
                  <a:lnTo>
                    <a:pt x="9090" y="10741"/>
                  </a:lnTo>
                  <a:lnTo>
                    <a:pt x="9461" y="10505"/>
                  </a:lnTo>
                  <a:lnTo>
                    <a:pt x="9831" y="10135"/>
                  </a:lnTo>
                  <a:lnTo>
                    <a:pt x="10168" y="9731"/>
                  </a:lnTo>
                  <a:lnTo>
                    <a:pt x="10505" y="9293"/>
                  </a:lnTo>
                  <a:lnTo>
                    <a:pt x="10740" y="8855"/>
                  </a:lnTo>
                  <a:lnTo>
                    <a:pt x="10976" y="8350"/>
                  </a:lnTo>
                  <a:lnTo>
                    <a:pt x="11144" y="7812"/>
                  </a:lnTo>
                  <a:lnTo>
                    <a:pt x="11313" y="7273"/>
                  </a:lnTo>
                  <a:lnTo>
                    <a:pt x="11380" y="6734"/>
                  </a:lnTo>
                  <a:lnTo>
                    <a:pt x="11447" y="6196"/>
                  </a:lnTo>
                  <a:lnTo>
                    <a:pt x="11447" y="5623"/>
                  </a:lnTo>
                  <a:lnTo>
                    <a:pt x="11414" y="5085"/>
                  </a:lnTo>
                  <a:lnTo>
                    <a:pt x="11346" y="4546"/>
                  </a:lnTo>
                  <a:lnTo>
                    <a:pt x="11245" y="4007"/>
                  </a:lnTo>
                  <a:lnTo>
                    <a:pt x="11077" y="3502"/>
                  </a:lnTo>
                  <a:lnTo>
                    <a:pt x="10875" y="3031"/>
                  </a:lnTo>
                  <a:lnTo>
                    <a:pt x="10606" y="2560"/>
                  </a:lnTo>
                  <a:lnTo>
                    <a:pt x="10370" y="2189"/>
                  </a:lnTo>
                  <a:lnTo>
                    <a:pt x="10067" y="1852"/>
                  </a:lnTo>
                  <a:lnTo>
                    <a:pt x="9764" y="1549"/>
                  </a:lnTo>
                  <a:lnTo>
                    <a:pt x="9427" y="1246"/>
                  </a:lnTo>
                  <a:lnTo>
                    <a:pt x="9461" y="1179"/>
                  </a:lnTo>
                  <a:lnTo>
                    <a:pt x="9461" y="1112"/>
                  </a:lnTo>
                  <a:lnTo>
                    <a:pt x="9393" y="1044"/>
                  </a:lnTo>
                  <a:lnTo>
                    <a:pt x="9158" y="1044"/>
                  </a:lnTo>
                  <a:lnTo>
                    <a:pt x="8855" y="842"/>
                  </a:lnTo>
                  <a:lnTo>
                    <a:pt x="8518" y="674"/>
                  </a:lnTo>
                  <a:lnTo>
                    <a:pt x="8181" y="506"/>
                  </a:lnTo>
                  <a:lnTo>
                    <a:pt x="7845" y="371"/>
                  </a:lnTo>
                  <a:lnTo>
                    <a:pt x="7474" y="270"/>
                  </a:lnTo>
                  <a:lnTo>
                    <a:pt x="7138" y="203"/>
                  </a:lnTo>
                  <a:lnTo>
                    <a:pt x="6767" y="135"/>
                  </a:lnTo>
                  <a:lnTo>
                    <a:pt x="6397" y="102"/>
                  </a:lnTo>
                  <a:lnTo>
                    <a:pt x="6363" y="34"/>
                  </a:lnTo>
                  <a:lnTo>
                    <a:pt x="6296" y="34"/>
                  </a:lnTo>
                  <a:lnTo>
                    <a:pt x="57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3843650" y="1362625"/>
              <a:ext cx="430150" cy="525250"/>
            </a:xfrm>
            <a:custGeom>
              <a:avLst/>
              <a:gdLst/>
              <a:ahLst/>
              <a:cxnLst/>
              <a:rect l="l" t="t" r="r" b="b"/>
              <a:pathLst>
                <a:path w="17206" h="21010" extrusionOk="0">
                  <a:moveTo>
                    <a:pt x="6297" y="1"/>
                  </a:moveTo>
                  <a:lnTo>
                    <a:pt x="5724" y="34"/>
                  </a:lnTo>
                  <a:lnTo>
                    <a:pt x="5152" y="102"/>
                  </a:lnTo>
                  <a:lnTo>
                    <a:pt x="4580" y="236"/>
                  </a:lnTo>
                  <a:lnTo>
                    <a:pt x="4007" y="371"/>
                  </a:lnTo>
                  <a:lnTo>
                    <a:pt x="3435" y="506"/>
                  </a:lnTo>
                  <a:lnTo>
                    <a:pt x="2357" y="876"/>
                  </a:lnTo>
                  <a:lnTo>
                    <a:pt x="1852" y="1112"/>
                  </a:lnTo>
                  <a:lnTo>
                    <a:pt x="1381" y="1347"/>
                  </a:lnTo>
                  <a:lnTo>
                    <a:pt x="910" y="1617"/>
                  </a:lnTo>
                  <a:lnTo>
                    <a:pt x="472" y="1920"/>
                  </a:lnTo>
                  <a:lnTo>
                    <a:pt x="1" y="2189"/>
                  </a:lnTo>
                  <a:lnTo>
                    <a:pt x="1" y="2458"/>
                  </a:lnTo>
                  <a:lnTo>
                    <a:pt x="573" y="2122"/>
                  </a:lnTo>
                  <a:lnTo>
                    <a:pt x="1179" y="1751"/>
                  </a:lnTo>
                  <a:lnTo>
                    <a:pt x="1819" y="1415"/>
                  </a:lnTo>
                  <a:lnTo>
                    <a:pt x="2189" y="1213"/>
                  </a:lnTo>
                  <a:lnTo>
                    <a:pt x="2560" y="1078"/>
                  </a:lnTo>
                  <a:lnTo>
                    <a:pt x="3368" y="809"/>
                  </a:lnTo>
                  <a:lnTo>
                    <a:pt x="4176" y="573"/>
                  </a:lnTo>
                  <a:lnTo>
                    <a:pt x="4984" y="405"/>
                  </a:lnTo>
                  <a:lnTo>
                    <a:pt x="5388" y="337"/>
                  </a:lnTo>
                  <a:lnTo>
                    <a:pt x="5792" y="304"/>
                  </a:lnTo>
                  <a:lnTo>
                    <a:pt x="6229" y="270"/>
                  </a:lnTo>
                  <a:lnTo>
                    <a:pt x="6633" y="236"/>
                  </a:lnTo>
                  <a:lnTo>
                    <a:pt x="7441" y="304"/>
                  </a:lnTo>
                  <a:lnTo>
                    <a:pt x="8249" y="405"/>
                  </a:lnTo>
                  <a:lnTo>
                    <a:pt x="9057" y="573"/>
                  </a:lnTo>
                  <a:lnTo>
                    <a:pt x="9832" y="809"/>
                  </a:lnTo>
                  <a:lnTo>
                    <a:pt x="10606" y="1112"/>
                  </a:lnTo>
                  <a:lnTo>
                    <a:pt x="11381" y="1448"/>
                  </a:lnTo>
                  <a:lnTo>
                    <a:pt x="11684" y="1583"/>
                  </a:lnTo>
                  <a:lnTo>
                    <a:pt x="11953" y="1751"/>
                  </a:lnTo>
                  <a:lnTo>
                    <a:pt x="12492" y="2122"/>
                  </a:lnTo>
                  <a:lnTo>
                    <a:pt x="12997" y="2559"/>
                  </a:lnTo>
                  <a:lnTo>
                    <a:pt x="13468" y="2997"/>
                  </a:lnTo>
                  <a:lnTo>
                    <a:pt x="14040" y="3502"/>
                  </a:lnTo>
                  <a:lnTo>
                    <a:pt x="14545" y="4041"/>
                  </a:lnTo>
                  <a:lnTo>
                    <a:pt x="15084" y="4613"/>
                  </a:lnTo>
                  <a:lnTo>
                    <a:pt x="15555" y="5185"/>
                  </a:lnTo>
                  <a:lnTo>
                    <a:pt x="15959" y="5791"/>
                  </a:lnTo>
                  <a:lnTo>
                    <a:pt x="16262" y="6431"/>
                  </a:lnTo>
                  <a:lnTo>
                    <a:pt x="16431" y="6734"/>
                  </a:lnTo>
                  <a:lnTo>
                    <a:pt x="16532" y="7071"/>
                  </a:lnTo>
                  <a:lnTo>
                    <a:pt x="16633" y="7408"/>
                  </a:lnTo>
                  <a:lnTo>
                    <a:pt x="16734" y="7778"/>
                  </a:lnTo>
                  <a:lnTo>
                    <a:pt x="16801" y="8182"/>
                  </a:lnTo>
                  <a:lnTo>
                    <a:pt x="16835" y="8620"/>
                  </a:lnTo>
                  <a:lnTo>
                    <a:pt x="16902" y="9461"/>
                  </a:lnTo>
                  <a:lnTo>
                    <a:pt x="16936" y="11212"/>
                  </a:lnTo>
                  <a:lnTo>
                    <a:pt x="16969" y="11953"/>
                  </a:lnTo>
                  <a:lnTo>
                    <a:pt x="16902" y="12727"/>
                  </a:lnTo>
                  <a:lnTo>
                    <a:pt x="16801" y="13468"/>
                  </a:lnTo>
                  <a:lnTo>
                    <a:pt x="16599" y="14208"/>
                  </a:lnTo>
                  <a:lnTo>
                    <a:pt x="16363" y="14915"/>
                  </a:lnTo>
                  <a:lnTo>
                    <a:pt x="16060" y="15589"/>
                  </a:lnTo>
                  <a:lnTo>
                    <a:pt x="15690" y="16229"/>
                  </a:lnTo>
                  <a:lnTo>
                    <a:pt x="15219" y="16868"/>
                  </a:lnTo>
                  <a:lnTo>
                    <a:pt x="14983" y="17138"/>
                  </a:lnTo>
                  <a:lnTo>
                    <a:pt x="14747" y="17373"/>
                  </a:lnTo>
                  <a:lnTo>
                    <a:pt x="14209" y="17878"/>
                  </a:lnTo>
                  <a:lnTo>
                    <a:pt x="13636" y="18316"/>
                  </a:lnTo>
                  <a:lnTo>
                    <a:pt x="13064" y="18754"/>
                  </a:lnTo>
                  <a:lnTo>
                    <a:pt x="12761" y="18989"/>
                  </a:lnTo>
                  <a:lnTo>
                    <a:pt x="12424" y="19191"/>
                  </a:lnTo>
                  <a:lnTo>
                    <a:pt x="12088" y="19360"/>
                  </a:lnTo>
                  <a:lnTo>
                    <a:pt x="11751" y="19528"/>
                  </a:lnTo>
                  <a:lnTo>
                    <a:pt x="11078" y="19797"/>
                  </a:lnTo>
                  <a:lnTo>
                    <a:pt x="10337" y="19999"/>
                  </a:lnTo>
                  <a:lnTo>
                    <a:pt x="8990" y="20370"/>
                  </a:lnTo>
                  <a:lnTo>
                    <a:pt x="8350" y="20538"/>
                  </a:lnTo>
                  <a:lnTo>
                    <a:pt x="7677" y="20673"/>
                  </a:lnTo>
                  <a:lnTo>
                    <a:pt x="7239" y="20740"/>
                  </a:lnTo>
                  <a:lnTo>
                    <a:pt x="6802" y="20774"/>
                  </a:lnTo>
                  <a:lnTo>
                    <a:pt x="5960" y="20774"/>
                  </a:lnTo>
                  <a:lnTo>
                    <a:pt x="5118" y="20706"/>
                  </a:lnTo>
                  <a:lnTo>
                    <a:pt x="4243" y="20605"/>
                  </a:lnTo>
                  <a:lnTo>
                    <a:pt x="3132" y="20437"/>
                  </a:lnTo>
                  <a:lnTo>
                    <a:pt x="2560" y="20302"/>
                  </a:lnTo>
                  <a:lnTo>
                    <a:pt x="2021" y="20134"/>
                  </a:lnTo>
                  <a:lnTo>
                    <a:pt x="1482" y="19966"/>
                  </a:lnTo>
                  <a:lnTo>
                    <a:pt x="943" y="19730"/>
                  </a:lnTo>
                  <a:lnTo>
                    <a:pt x="472" y="19461"/>
                  </a:lnTo>
                  <a:lnTo>
                    <a:pt x="1" y="19124"/>
                  </a:lnTo>
                  <a:lnTo>
                    <a:pt x="1" y="19461"/>
                  </a:lnTo>
                  <a:lnTo>
                    <a:pt x="304" y="19663"/>
                  </a:lnTo>
                  <a:lnTo>
                    <a:pt x="640" y="19865"/>
                  </a:lnTo>
                  <a:lnTo>
                    <a:pt x="943" y="20033"/>
                  </a:lnTo>
                  <a:lnTo>
                    <a:pt x="1314" y="20168"/>
                  </a:lnTo>
                  <a:lnTo>
                    <a:pt x="2021" y="20437"/>
                  </a:lnTo>
                  <a:lnTo>
                    <a:pt x="2728" y="20605"/>
                  </a:lnTo>
                  <a:lnTo>
                    <a:pt x="3401" y="20740"/>
                  </a:lnTo>
                  <a:lnTo>
                    <a:pt x="4108" y="20841"/>
                  </a:lnTo>
                  <a:lnTo>
                    <a:pt x="4782" y="20942"/>
                  </a:lnTo>
                  <a:lnTo>
                    <a:pt x="5455" y="21009"/>
                  </a:lnTo>
                  <a:lnTo>
                    <a:pt x="6835" y="21009"/>
                  </a:lnTo>
                  <a:lnTo>
                    <a:pt x="7509" y="20942"/>
                  </a:lnTo>
                  <a:lnTo>
                    <a:pt x="8216" y="20841"/>
                  </a:lnTo>
                  <a:lnTo>
                    <a:pt x="8855" y="20706"/>
                  </a:lnTo>
                  <a:lnTo>
                    <a:pt x="9529" y="20504"/>
                  </a:lnTo>
                  <a:lnTo>
                    <a:pt x="10808" y="20168"/>
                  </a:lnTo>
                  <a:lnTo>
                    <a:pt x="11145" y="20067"/>
                  </a:lnTo>
                  <a:lnTo>
                    <a:pt x="11482" y="19966"/>
                  </a:lnTo>
                  <a:lnTo>
                    <a:pt x="12054" y="19696"/>
                  </a:lnTo>
                  <a:lnTo>
                    <a:pt x="12626" y="19360"/>
                  </a:lnTo>
                  <a:lnTo>
                    <a:pt x="13199" y="18989"/>
                  </a:lnTo>
                  <a:lnTo>
                    <a:pt x="13704" y="18585"/>
                  </a:lnTo>
                  <a:lnTo>
                    <a:pt x="14209" y="18181"/>
                  </a:lnTo>
                  <a:lnTo>
                    <a:pt x="14680" y="17777"/>
                  </a:lnTo>
                  <a:lnTo>
                    <a:pt x="15118" y="17340"/>
                  </a:lnTo>
                  <a:lnTo>
                    <a:pt x="15522" y="16868"/>
                  </a:lnTo>
                  <a:lnTo>
                    <a:pt x="15892" y="16363"/>
                  </a:lnTo>
                  <a:lnTo>
                    <a:pt x="16229" y="15825"/>
                  </a:lnTo>
                  <a:lnTo>
                    <a:pt x="16532" y="15218"/>
                  </a:lnTo>
                  <a:lnTo>
                    <a:pt x="16767" y="14579"/>
                  </a:lnTo>
                  <a:lnTo>
                    <a:pt x="16969" y="13939"/>
                  </a:lnTo>
                  <a:lnTo>
                    <a:pt x="17070" y="13266"/>
                  </a:lnTo>
                  <a:lnTo>
                    <a:pt x="17171" y="12592"/>
                  </a:lnTo>
                  <a:lnTo>
                    <a:pt x="17205" y="11919"/>
                  </a:lnTo>
                  <a:lnTo>
                    <a:pt x="17205" y="11246"/>
                  </a:lnTo>
                  <a:lnTo>
                    <a:pt x="17171" y="10572"/>
                  </a:lnTo>
                  <a:lnTo>
                    <a:pt x="17104" y="9865"/>
                  </a:lnTo>
                  <a:lnTo>
                    <a:pt x="17037" y="8552"/>
                  </a:lnTo>
                  <a:lnTo>
                    <a:pt x="17003" y="7879"/>
                  </a:lnTo>
                  <a:lnTo>
                    <a:pt x="16936" y="7576"/>
                  </a:lnTo>
                  <a:lnTo>
                    <a:pt x="16868" y="7239"/>
                  </a:lnTo>
                  <a:lnTo>
                    <a:pt x="16767" y="6902"/>
                  </a:lnTo>
                  <a:lnTo>
                    <a:pt x="16633" y="6599"/>
                  </a:lnTo>
                  <a:lnTo>
                    <a:pt x="16363" y="5993"/>
                  </a:lnTo>
                  <a:lnTo>
                    <a:pt x="16027" y="5421"/>
                  </a:lnTo>
                  <a:lnTo>
                    <a:pt x="15623" y="4882"/>
                  </a:lnTo>
                  <a:lnTo>
                    <a:pt x="15219" y="4377"/>
                  </a:lnTo>
                  <a:lnTo>
                    <a:pt x="14781" y="3872"/>
                  </a:lnTo>
                  <a:lnTo>
                    <a:pt x="14343" y="3401"/>
                  </a:lnTo>
                  <a:lnTo>
                    <a:pt x="13872" y="2963"/>
                  </a:lnTo>
                  <a:lnTo>
                    <a:pt x="13367" y="2526"/>
                  </a:lnTo>
                  <a:lnTo>
                    <a:pt x="12862" y="2122"/>
                  </a:lnTo>
                  <a:lnTo>
                    <a:pt x="12323" y="1751"/>
                  </a:lnTo>
                  <a:lnTo>
                    <a:pt x="11785" y="1415"/>
                  </a:lnTo>
                  <a:lnTo>
                    <a:pt x="11212" y="1112"/>
                  </a:lnTo>
                  <a:lnTo>
                    <a:pt x="10640" y="842"/>
                  </a:lnTo>
                  <a:lnTo>
                    <a:pt x="10034" y="607"/>
                  </a:lnTo>
                  <a:lnTo>
                    <a:pt x="9428" y="405"/>
                  </a:lnTo>
                  <a:lnTo>
                    <a:pt x="8788" y="236"/>
                  </a:lnTo>
                  <a:lnTo>
                    <a:pt x="8148" y="102"/>
                  </a:lnTo>
                  <a:lnTo>
                    <a:pt x="7509" y="34"/>
                  </a:lnTo>
                  <a:lnTo>
                    <a:pt x="68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4094475" y="289450"/>
              <a:ext cx="529450" cy="500000"/>
            </a:xfrm>
            <a:custGeom>
              <a:avLst/>
              <a:gdLst/>
              <a:ahLst/>
              <a:cxnLst/>
              <a:rect l="l" t="t" r="r" b="b"/>
              <a:pathLst>
                <a:path w="21178" h="20000" extrusionOk="0">
                  <a:moveTo>
                    <a:pt x="1684" y="203"/>
                  </a:moveTo>
                  <a:lnTo>
                    <a:pt x="1886" y="270"/>
                  </a:lnTo>
                  <a:lnTo>
                    <a:pt x="2122" y="405"/>
                  </a:lnTo>
                  <a:lnTo>
                    <a:pt x="2189" y="405"/>
                  </a:lnTo>
                  <a:lnTo>
                    <a:pt x="2593" y="910"/>
                  </a:lnTo>
                  <a:lnTo>
                    <a:pt x="3031" y="1381"/>
                  </a:lnTo>
                  <a:lnTo>
                    <a:pt x="3469" y="1852"/>
                  </a:lnTo>
                  <a:lnTo>
                    <a:pt x="3974" y="2257"/>
                  </a:lnTo>
                  <a:lnTo>
                    <a:pt x="4950" y="3132"/>
                  </a:lnTo>
                  <a:lnTo>
                    <a:pt x="5926" y="3974"/>
                  </a:lnTo>
                  <a:lnTo>
                    <a:pt x="7071" y="5085"/>
                  </a:lnTo>
                  <a:lnTo>
                    <a:pt x="8216" y="6196"/>
                  </a:lnTo>
                  <a:lnTo>
                    <a:pt x="9394" y="7307"/>
                  </a:lnTo>
                  <a:lnTo>
                    <a:pt x="9967" y="7879"/>
                  </a:lnTo>
                  <a:lnTo>
                    <a:pt x="10573" y="8384"/>
                  </a:lnTo>
                  <a:lnTo>
                    <a:pt x="10606" y="8418"/>
                  </a:lnTo>
                  <a:lnTo>
                    <a:pt x="10640" y="8552"/>
                  </a:lnTo>
                  <a:lnTo>
                    <a:pt x="10606" y="8687"/>
                  </a:lnTo>
                  <a:lnTo>
                    <a:pt x="10573" y="8855"/>
                  </a:lnTo>
                  <a:lnTo>
                    <a:pt x="10472" y="9024"/>
                  </a:lnTo>
                  <a:lnTo>
                    <a:pt x="10270" y="9293"/>
                  </a:lnTo>
                  <a:lnTo>
                    <a:pt x="10068" y="9529"/>
                  </a:lnTo>
                  <a:lnTo>
                    <a:pt x="9832" y="9764"/>
                  </a:lnTo>
                  <a:lnTo>
                    <a:pt x="9630" y="10000"/>
                  </a:lnTo>
                  <a:lnTo>
                    <a:pt x="9495" y="10068"/>
                  </a:lnTo>
                  <a:lnTo>
                    <a:pt x="9361" y="10135"/>
                  </a:lnTo>
                  <a:lnTo>
                    <a:pt x="9226" y="10169"/>
                  </a:lnTo>
                  <a:lnTo>
                    <a:pt x="9058" y="10169"/>
                  </a:lnTo>
                  <a:lnTo>
                    <a:pt x="9058" y="10101"/>
                  </a:lnTo>
                  <a:lnTo>
                    <a:pt x="9024" y="10068"/>
                  </a:lnTo>
                  <a:lnTo>
                    <a:pt x="8687" y="9899"/>
                  </a:lnTo>
                  <a:lnTo>
                    <a:pt x="8384" y="9697"/>
                  </a:lnTo>
                  <a:lnTo>
                    <a:pt x="7812" y="9226"/>
                  </a:lnTo>
                  <a:lnTo>
                    <a:pt x="7273" y="8721"/>
                  </a:lnTo>
                  <a:lnTo>
                    <a:pt x="6734" y="8216"/>
                  </a:lnTo>
                  <a:lnTo>
                    <a:pt x="5657" y="7206"/>
                  </a:lnTo>
                  <a:lnTo>
                    <a:pt x="4647" y="6128"/>
                  </a:lnTo>
                  <a:lnTo>
                    <a:pt x="3570" y="5051"/>
                  </a:lnTo>
                  <a:lnTo>
                    <a:pt x="2492" y="4007"/>
                  </a:lnTo>
                  <a:lnTo>
                    <a:pt x="1381" y="2997"/>
                  </a:lnTo>
                  <a:lnTo>
                    <a:pt x="236" y="2021"/>
                  </a:lnTo>
                  <a:lnTo>
                    <a:pt x="236" y="1953"/>
                  </a:lnTo>
                  <a:lnTo>
                    <a:pt x="203" y="1785"/>
                  </a:lnTo>
                  <a:lnTo>
                    <a:pt x="203" y="1617"/>
                  </a:lnTo>
                  <a:lnTo>
                    <a:pt x="203" y="1448"/>
                  </a:lnTo>
                  <a:lnTo>
                    <a:pt x="236" y="1314"/>
                  </a:lnTo>
                  <a:lnTo>
                    <a:pt x="304" y="1179"/>
                  </a:lnTo>
                  <a:lnTo>
                    <a:pt x="371" y="1044"/>
                  </a:lnTo>
                  <a:lnTo>
                    <a:pt x="607" y="809"/>
                  </a:lnTo>
                  <a:lnTo>
                    <a:pt x="944" y="472"/>
                  </a:lnTo>
                  <a:lnTo>
                    <a:pt x="1112" y="337"/>
                  </a:lnTo>
                  <a:lnTo>
                    <a:pt x="1314" y="236"/>
                  </a:lnTo>
                  <a:lnTo>
                    <a:pt x="1482" y="203"/>
                  </a:lnTo>
                  <a:close/>
                  <a:moveTo>
                    <a:pt x="10775" y="8855"/>
                  </a:moveTo>
                  <a:lnTo>
                    <a:pt x="10943" y="8956"/>
                  </a:lnTo>
                  <a:lnTo>
                    <a:pt x="11111" y="9158"/>
                  </a:lnTo>
                  <a:lnTo>
                    <a:pt x="11381" y="9495"/>
                  </a:lnTo>
                  <a:lnTo>
                    <a:pt x="11583" y="9731"/>
                  </a:lnTo>
                  <a:lnTo>
                    <a:pt x="11785" y="9933"/>
                  </a:lnTo>
                  <a:lnTo>
                    <a:pt x="12256" y="10270"/>
                  </a:lnTo>
                  <a:lnTo>
                    <a:pt x="13030" y="10876"/>
                  </a:lnTo>
                  <a:lnTo>
                    <a:pt x="13805" y="11482"/>
                  </a:lnTo>
                  <a:lnTo>
                    <a:pt x="14545" y="12121"/>
                  </a:lnTo>
                  <a:lnTo>
                    <a:pt x="15286" y="12828"/>
                  </a:lnTo>
                  <a:lnTo>
                    <a:pt x="16498" y="14040"/>
                  </a:lnTo>
                  <a:lnTo>
                    <a:pt x="17744" y="15252"/>
                  </a:lnTo>
                  <a:lnTo>
                    <a:pt x="18922" y="16397"/>
                  </a:lnTo>
                  <a:lnTo>
                    <a:pt x="19528" y="16969"/>
                  </a:lnTo>
                  <a:lnTo>
                    <a:pt x="20168" y="17508"/>
                  </a:lnTo>
                  <a:lnTo>
                    <a:pt x="20067" y="17744"/>
                  </a:lnTo>
                  <a:lnTo>
                    <a:pt x="19899" y="17979"/>
                  </a:lnTo>
                  <a:lnTo>
                    <a:pt x="19562" y="18350"/>
                  </a:lnTo>
                  <a:lnTo>
                    <a:pt x="19225" y="18687"/>
                  </a:lnTo>
                  <a:lnTo>
                    <a:pt x="19023" y="18821"/>
                  </a:lnTo>
                  <a:lnTo>
                    <a:pt x="18821" y="18922"/>
                  </a:lnTo>
                  <a:lnTo>
                    <a:pt x="18821" y="18889"/>
                  </a:lnTo>
                  <a:lnTo>
                    <a:pt x="18754" y="18821"/>
                  </a:lnTo>
                  <a:lnTo>
                    <a:pt x="18417" y="18653"/>
                  </a:lnTo>
                  <a:lnTo>
                    <a:pt x="18081" y="18451"/>
                  </a:lnTo>
                  <a:lnTo>
                    <a:pt x="17778" y="18215"/>
                  </a:lnTo>
                  <a:lnTo>
                    <a:pt x="17508" y="17912"/>
                  </a:lnTo>
                  <a:lnTo>
                    <a:pt x="16969" y="17340"/>
                  </a:lnTo>
                  <a:lnTo>
                    <a:pt x="16464" y="16734"/>
                  </a:lnTo>
                  <a:lnTo>
                    <a:pt x="15858" y="16094"/>
                  </a:lnTo>
                  <a:lnTo>
                    <a:pt x="15219" y="15454"/>
                  </a:lnTo>
                  <a:lnTo>
                    <a:pt x="14545" y="14882"/>
                  </a:lnTo>
                  <a:lnTo>
                    <a:pt x="13838" y="14310"/>
                  </a:lnTo>
                  <a:lnTo>
                    <a:pt x="13603" y="14108"/>
                  </a:lnTo>
                  <a:lnTo>
                    <a:pt x="13401" y="13906"/>
                  </a:lnTo>
                  <a:lnTo>
                    <a:pt x="13199" y="13670"/>
                  </a:lnTo>
                  <a:lnTo>
                    <a:pt x="12963" y="13468"/>
                  </a:lnTo>
                  <a:lnTo>
                    <a:pt x="12593" y="13165"/>
                  </a:lnTo>
                  <a:lnTo>
                    <a:pt x="12256" y="12862"/>
                  </a:lnTo>
                  <a:lnTo>
                    <a:pt x="11549" y="12222"/>
                  </a:lnTo>
                  <a:lnTo>
                    <a:pt x="10876" y="11650"/>
                  </a:lnTo>
                  <a:lnTo>
                    <a:pt x="10573" y="11347"/>
                  </a:lnTo>
                  <a:lnTo>
                    <a:pt x="10270" y="11010"/>
                  </a:lnTo>
                  <a:lnTo>
                    <a:pt x="10101" y="10808"/>
                  </a:lnTo>
                  <a:lnTo>
                    <a:pt x="9933" y="10606"/>
                  </a:lnTo>
                  <a:lnTo>
                    <a:pt x="9731" y="10438"/>
                  </a:lnTo>
                  <a:lnTo>
                    <a:pt x="9495" y="10337"/>
                  </a:lnTo>
                  <a:lnTo>
                    <a:pt x="9731" y="10169"/>
                  </a:lnTo>
                  <a:lnTo>
                    <a:pt x="9933" y="9966"/>
                  </a:lnTo>
                  <a:lnTo>
                    <a:pt x="10236" y="9630"/>
                  </a:lnTo>
                  <a:lnTo>
                    <a:pt x="10539" y="9259"/>
                  </a:lnTo>
                  <a:lnTo>
                    <a:pt x="10674" y="9057"/>
                  </a:lnTo>
                  <a:lnTo>
                    <a:pt x="10775" y="8855"/>
                  </a:lnTo>
                  <a:close/>
                  <a:moveTo>
                    <a:pt x="20235" y="17912"/>
                  </a:moveTo>
                  <a:lnTo>
                    <a:pt x="20606" y="18283"/>
                  </a:lnTo>
                  <a:lnTo>
                    <a:pt x="20740" y="18451"/>
                  </a:lnTo>
                  <a:lnTo>
                    <a:pt x="20942" y="18586"/>
                  </a:lnTo>
                  <a:lnTo>
                    <a:pt x="20774" y="18956"/>
                  </a:lnTo>
                  <a:lnTo>
                    <a:pt x="20572" y="19259"/>
                  </a:lnTo>
                  <a:lnTo>
                    <a:pt x="20437" y="19427"/>
                  </a:lnTo>
                  <a:lnTo>
                    <a:pt x="20303" y="19528"/>
                  </a:lnTo>
                  <a:lnTo>
                    <a:pt x="20134" y="19663"/>
                  </a:lnTo>
                  <a:lnTo>
                    <a:pt x="19966" y="19764"/>
                  </a:lnTo>
                  <a:lnTo>
                    <a:pt x="19697" y="19528"/>
                  </a:lnTo>
                  <a:lnTo>
                    <a:pt x="19461" y="19293"/>
                  </a:lnTo>
                  <a:lnTo>
                    <a:pt x="19192" y="18990"/>
                  </a:lnTo>
                  <a:lnTo>
                    <a:pt x="19461" y="18788"/>
                  </a:lnTo>
                  <a:lnTo>
                    <a:pt x="19663" y="18586"/>
                  </a:lnTo>
                  <a:lnTo>
                    <a:pt x="19966" y="18283"/>
                  </a:lnTo>
                  <a:lnTo>
                    <a:pt x="20101" y="18081"/>
                  </a:lnTo>
                  <a:lnTo>
                    <a:pt x="20235" y="17912"/>
                  </a:lnTo>
                  <a:close/>
                  <a:moveTo>
                    <a:pt x="1449" y="1"/>
                  </a:moveTo>
                  <a:lnTo>
                    <a:pt x="1280" y="68"/>
                  </a:lnTo>
                  <a:lnTo>
                    <a:pt x="1078" y="169"/>
                  </a:lnTo>
                  <a:lnTo>
                    <a:pt x="708" y="405"/>
                  </a:lnTo>
                  <a:lnTo>
                    <a:pt x="539" y="573"/>
                  </a:lnTo>
                  <a:lnTo>
                    <a:pt x="371" y="741"/>
                  </a:lnTo>
                  <a:lnTo>
                    <a:pt x="236" y="910"/>
                  </a:lnTo>
                  <a:lnTo>
                    <a:pt x="135" y="1112"/>
                  </a:lnTo>
                  <a:lnTo>
                    <a:pt x="68" y="1280"/>
                  </a:lnTo>
                  <a:lnTo>
                    <a:pt x="1" y="1516"/>
                  </a:lnTo>
                  <a:lnTo>
                    <a:pt x="1" y="1718"/>
                  </a:lnTo>
                  <a:lnTo>
                    <a:pt x="68" y="1953"/>
                  </a:lnTo>
                  <a:lnTo>
                    <a:pt x="1" y="2021"/>
                  </a:lnTo>
                  <a:lnTo>
                    <a:pt x="34" y="2055"/>
                  </a:lnTo>
                  <a:lnTo>
                    <a:pt x="34" y="2088"/>
                  </a:lnTo>
                  <a:lnTo>
                    <a:pt x="1213" y="3098"/>
                  </a:lnTo>
                  <a:lnTo>
                    <a:pt x="2324" y="4142"/>
                  </a:lnTo>
                  <a:lnTo>
                    <a:pt x="3401" y="5186"/>
                  </a:lnTo>
                  <a:lnTo>
                    <a:pt x="4479" y="6297"/>
                  </a:lnTo>
                  <a:lnTo>
                    <a:pt x="5623" y="7441"/>
                  </a:lnTo>
                  <a:lnTo>
                    <a:pt x="6768" y="8552"/>
                  </a:lnTo>
                  <a:lnTo>
                    <a:pt x="7239" y="8990"/>
                  </a:lnTo>
                  <a:lnTo>
                    <a:pt x="7744" y="9428"/>
                  </a:lnTo>
                  <a:lnTo>
                    <a:pt x="8249" y="9865"/>
                  </a:lnTo>
                  <a:lnTo>
                    <a:pt x="8552" y="10034"/>
                  </a:lnTo>
                  <a:lnTo>
                    <a:pt x="8822" y="10202"/>
                  </a:lnTo>
                  <a:lnTo>
                    <a:pt x="8822" y="10236"/>
                  </a:lnTo>
                  <a:lnTo>
                    <a:pt x="8822" y="10270"/>
                  </a:lnTo>
                  <a:lnTo>
                    <a:pt x="8923" y="10371"/>
                  </a:lnTo>
                  <a:lnTo>
                    <a:pt x="9024" y="10404"/>
                  </a:lnTo>
                  <a:lnTo>
                    <a:pt x="9260" y="10404"/>
                  </a:lnTo>
                  <a:lnTo>
                    <a:pt x="9293" y="10438"/>
                  </a:lnTo>
                  <a:lnTo>
                    <a:pt x="9495" y="10539"/>
                  </a:lnTo>
                  <a:lnTo>
                    <a:pt x="9697" y="10640"/>
                  </a:lnTo>
                  <a:lnTo>
                    <a:pt x="9832" y="10775"/>
                  </a:lnTo>
                  <a:lnTo>
                    <a:pt x="10000" y="10943"/>
                  </a:lnTo>
                  <a:lnTo>
                    <a:pt x="10270" y="11313"/>
                  </a:lnTo>
                  <a:lnTo>
                    <a:pt x="10539" y="11650"/>
                  </a:lnTo>
                  <a:lnTo>
                    <a:pt x="10876" y="11953"/>
                  </a:lnTo>
                  <a:lnTo>
                    <a:pt x="11212" y="12222"/>
                  </a:lnTo>
                  <a:lnTo>
                    <a:pt x="11583" y="12525"/>
                  </a:lnTo>
                  <a:lnTo>
                    <a:pt x="11919" y="12828"/>
                  </a:lnTo>
                  <a:lnTo>
                    <a:pt x="13165" y="13939"/>
                  </a:lnTo>
                  <a:lnTo>
                    <a:pt x="13771" y="14512"/>
                  </a:lnTo>
                  <a:lnTo>
                    <a:pt x="14411" y="15050"/>
                  </a:lnTo>
                  <a:lnTo>
                    <a:pt x="15017" y="15589"/>
                  </a:lnTo>
                  <a:lnTo>
                    <a:pt x="15589" y="16161"/>
                  </a:lnTo>
                  <a:lnTo>
                    <a:pt x="16161" y="16734"/>
                  </a:lnTo>
                  <a:lnTo>
                    <a:pt x="16700" y="17340"/>
                  </a:lnTo>
                  <a:lnTo>
                    <a:pt x="17138" y="17845"/>
                  </a:lnTo>
                  <a:lnTo>
                    <a:pt x="17576" y="18316"/>
                  </a:lnTo>
                  <a:lnTo>
                    <a:pt x="17845" y="18552"/>
                  </a:lnTo>
                  <a:lnTo>
                    <a:pt x="18114" y="18754"/>
                  </a:lnTo>
                  <a:lnTo>
                    <a:pt x="18384" y="18922"/>
                  </a:lnTo>
                  <a:lnTo>
                    <a:pt x="18687" y="19057"/>
                  </a:lnTo>
                  <a:lnTo>
                    <a:pt x="18687" y="19091"/>
                  </a:lnTo>
                  <a:lnTo>
                    <a:pt x="18754" y="19124"/>
                  </a:lnTo>
                  <a:lnTo>
                    <a:pt x="18855" y="19124"/>
                  </a:lnTo>
                  <a:lnTo>
                    <a:pt x="19023" y="19091"/>
                  </a:lnTo>
                  <a:lnTo>
                    <a:pt x="19192" y="19293"/>
                  </a:lnTo>
                  <a:lnTo>
                    <a:pt x="19394" y="19495"/>
                  </a:lnTo>
                  <a:lnTo>
                    <a:pt x="19629" y="19730"/>
                  </a:lnTo>
                  <a:lnTo>
                    <a:pt x="19932" y="19966"/>
                  </a:lnTo>
                  <a:lnTo>
                    <a:pt x="19966" y="20000"/>
                  </a:lnTo>
                  <a:lnTo>
                    <a:pt x="20033" y="19966"/>
                  </a:lnTo>
                  <a:lnTo>
                    <a:pt x="20067" y="19932"/>
                  </a:lnTo>
                  <a:lnTo>
                    <a:pt x="20067" y="19899"/>
                  </a:lnTo>
                  <a:lnTo>
                    <a:pt x="20269" y="19831"/>
                  </a:lnTo>
                  <a:lnTo>
                    <a:pt x="20437" y="19730"/>
                  </a:lnTo>
                  <a:lnTo>
                    <a:pt x="20606" y="19596"/>
                  </a:lnTo>
                  <a:lnTo>
                    <a:pt x="20740" y="19427"/>
                  </a:lnTo>
                  <a:lnTo>
                    <a:pt x="20875" y="19225"/>
                  </a:lnTo>
                  <a:lnTo>
                    <a:pt x="21010" y="19023"/>
                  </a:lnTo>
                  <a:lnTo>
                    <a:pt x="21077" y="18821"/>
                  </a:lnTo>
                  <a:lnTo>
                    <a:pt x="21144" y="18619"/>
                  </a:lnTo>
                  <a:lnTo>
                    <a:pt x="21144" y="18552"/>
                  </a:lnTo>
                  <a:lnTo>
                    <a:pt x="21178" y="18485"/>
                  </a:lnTo>
                  <a:lnTo>
                    <a:pt x="21144" y="18417"/>
                  </a:lnTo>
                  <a:lnTo>
                    <a:pt x="21043" y="18417"/>
                  </a:lnTo>
                  <a:lnTo>
                    <a:pt x="20707" y="18114"/>
                  </a:lnTo>
                  <a:lnTo>
                    <a:pt x="20505" y="17912"/>
                  </a:lnTo>
                  <a:lnTo>
                    <a:pt x="20303" y="17710"/>
                  </a:lnTo>
                  <a:lnTo>
                    <a:pt x="20336" y="17643"/>
                  </a:lnTo>
                  <a:lnTo>
                    <a:pt x="20437" y="17643"/>
                  </a:lnTo>
                  <a:lnTo>
                    <a:pt x="20471" y="17609"/>
                  </a:lnTo>
                  <a:lnTo>
                    <a:pt x="20505" y="17508"/>
                  </a:lnTo>
                  <a:lnTo>
                    <a:pt x="20437" y="17441"/>
                  </a:lnTo>
                  <a:lnTo>
                    <a:pt x="19697" y="16801"/>
                  </a:lnTo>
                  <a:lnTo>
                    <a:pt x="18956" y="16161"/>
                  </a:lnTo>
                  <a:lnTo>
                    <a:pt x="17576" y="14781"/>
                  </a:lnTo>
                  <a:lnTo>
                    <a:pt x="16229" y="13468"/>
                  </a:lnTo>
                  <a:lnTo>
                    <a:pt x="14916" y="12189"/>
                  </a:lnTo>
                  <a:lnTo>
                    <a:pt x="14579" y="11852"/>
                  </a:lnTo>
                  <a:lnTo>
                    <a:pt x="14209" y="11549"/>
                  </a:lnTo>
                  <a:lnTo>
                    <a:pt x="13468" y="10977"/>
                  </a:lnTo>
                  <a:lnTo>
                    <a:pt x="11987" y="9865"/>
                  </a:lnTo>
                  <a:lnTo>
                    <a:pt x="11852" y="9731"/>
                  </a:lnTo>
                  <a:lnTo>
                    <a:pt x="11717" y="9562"/>
                  </a:lnTo>
                  <a:lnTo>
                    <a:pt x="11414" y="9226"/>
                  </a:lnTo>
                  <a:lnTo>
                    <a:pt x="11111" y="8889"/>
                  </a:lnTo>
                  <a:lnTo>
                    <a:pt x="10977" y="8754"/>
                  </a:lnTo>
                  <a:lnTo>
                    <a:pt x="10808" y="8687"/>
                  </a:lnTo>
                  <a:lnTo>
                    <a:pt x="10808" y="8519"/>
                  </a:lnTo>
                  <a:lnTo>
                    <a:pt x="10775" y="8350"/>
                  </a:lnTo>
                  <a:lnTo>
                    <a:pt x="10775" y="8283"/>
                  </a:lnTo>
                  <a:lnTo>
                    <a:pt x="10741" y="8249"/>
                  </a:lnTo>
                  <a:lnTo>
                    <a:pt x="10169" y="7711"/>
                  </a:lnTo>
                  <a:lnTo>
                    <a:pt x="9563" y="7206"/>
                  </a:lnTo>
                  <a:lnTo>
                    <a:pt x="8451" y="6128"/>
                  </a:lnTo>
                  <a:lnTo>
                    <a:pt x="7340" y="5051"/>
                  </a:lnTo>
                  <a:lnTo>
                    <a:pt x="6229" y="3974"/>
                  </a:lnTo>
                  <a:lnTo>
                    <a:pt x="5219" y="3065"/>
                  </a:lnTo>
                  <a:lnTo>
                    <a:pt x="4209" y="2156"/>
                  </a:lnTo>
                  <a:lnTo>
                    <a:pt x="3233" y="1246"/>
                  </a:lnTo>
                  <a:lnTo>
                    <a:pt x="2728" y="775"/>
                  </a:lnTo>
                  <a:lnTo>
                    <a:pt x="2290" y="270"/>
                  </a:lnTo>
                  <a:lnTo>
                    <a:pt x="2257" y="236"/>
                  </a:lnTo>
                  <a:lnTo>
                    <a:pt x="2223" y="236"/>
                  </a:lnTo>
                  <a:lnTo>
                    <a:pt x="2021" y="102"/>
                  </a:lnTo>
                  <a:lnTo>
                    <a:pt x="1819" y="34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3843650" y="1458575"/>
              <a:ext cx="404900" cy="344275"/>
            </a:xfrm>
            <a:custGeom>
              <a:avLst/>
              <a:gdLst/>
              <a:ahLst/>
              <a:cxnLst/>
              <a:rect l="l" t="t" r="r" b="b"/>
              <a:pathLst>
                <a:path w="16196" h="13771" extrusionOk="0">
                  <a:moveTo>
                    <a:pt x="15185" y="6095"/>
                  </a:moveTo>
                  <a:lnTo>
                    <a:pt x="15454" y="6162"/>
                  </a:lnTo>
                  <a:lnTo>
                    <a:pt x="15555" y="6196"/>
                  </a:lnTo>
                  <a:lnTo>
                    <a:pt x="15656" y="6263"/>
                  </a:lnTo>
                  <a:lnTo>
                    <a:pt x="15757" y="6364"/>
                  </a:lnTo>
                  <a:lnTo>
                    <a:pt x="15858" y="6465"/>
                  </a:lnTo>
                  <a:lnTo>
                    <a:pt x="15926" y="6600"/>
                  </a:lnTo>
                  <a:lnTo>
                    <a:pt x="15959" y="6768"/>
                  </a:lnTo>
                  <a:lnTo>
                    <a:pt x="15993" y="6903"/>
                  </a:lnTo>
                  <a:lnTo>
                    <a:pt x="15993" y="7071"/>
                  </a:lnTo>
                  <a:lnTo>
                    <a:pt x="15926" y="7206"/>
                  </a:lnTo>
                  <a:lnTo>
                    <a:pt x="15892" y="7340"/>
                  </a:lnTo>
                  <a:lnTo>
                    <a:pt x="15791" y="7475"/>
                  </a:lnTo>
                  <a:lnTo>
                    <a:pt x="15690" y="7576"/>
                  </a:lnTo>
                  <a:lnTo>
                    <a:pt x="15421" y="7711"/>
                  </a:lnTo>
                  <a:lnTo>
                    <a:pt x="15118" y="7812"/>
                  </a:lnTo>
                  <a:lnTo>
                    <a:pt x="14781" y="7845"/>
                  </a:lnTo>
                  <a:lnTo>
                    <a:pt x="14411" y="7845"/>
                  </a:lnTo>
                  <a:lnTo>
                    <a:pt x="13704" y="7812"/>
                  </a:lnTo>
                  <a:lnTo>
                    <a:pt x="13064" y="7778"/>
                  </a:lnTo>
                  <a:lnTo>
                    <a:pt x="13064" y="7542"/>
                  </a:lnTo>
                  <a:lnTo>
                    <a:pt x="13064" y="7307"/>
                  </a:lnTo>
                  <a:lnTo>
                    <a:pt x="13098" y="6734"/>
                  </a:lnTo>
                  <a:lnTo>
                    <a:pt x="13098" y="6196"/>
                  </a:lnTo>
                  <a:lnTo>
                    <a:pt x="13535" y="6128"/>
                  </a:lnTo>
                  <a:lnTo>
                    <a:pt x="14007" y="6095"/>
                  </a:lnTo>
                  <a:close/>
                  <a:moveTo>
                    <a:pt x="6027" y="1"/>
                  </a:moveTo>
                  <a:lnTo>
                    <a:pt x="5354" y="68"/>
                  </a:lnTo>
                  <a:lnTo>
                    <a:pt x="4681" y="203"/>
                  </a:lnTo>
                  <a:lnTo>
                    <a:pt x="4041" y="405"/>
                  </a:lnTo>
                  <a:lnTo>
                    <a:pt x="3401" y="640"/>
                  </a:lnTo>
                  <a:lnTo>
                    <a:pt x="2829" y="943"/>
                  </a:lnTo>
                  <a:lnTo>
                    <a:pt x="2425" y="1213"/>
                  </a:lnTo>
                  <a:lnTo>
                    <a:pt x="2021" y="1482"/>
                  </a:lnTo>
                  <a:lnTo>
                    <a:pt x="1617" y="1819"/>
                  </a:lnTo>
                  <a:lnTo>
                    <a:pt x="1246" y="2189"/>
                  </a:lnTo>
                  <a:lnTo>
                    <a:pt x="876" y="2593"/>
                  </a:lnTo>
                  <a:lnTo>
                    <a:pt x="539" y="2997"/>
                  </a:lnTo>
                  <a:lnTo>
                    <a:pt x="236" y="3468"/>
                  </a:lnTo>
                  <a:lnTo>
                    <a:pt x="1" y="3906"/>
                  </a:lnTo>
                  <a:lnTo>
                    <a:pt x="1" y="4512"/>
                  </a:lnTo>
                  <a:lnTo>
                    <a:pt x="68" y="4243"/>
                  </a:lnTo>
                  <a:lnTo>
                    <a:pt x="203" y="4007"/>
                  </a:lnTo>
                  <a:lnTo>
                    <a:pt x="337" y="3738"/>
                  </a:lnTo>
                  <a:lnTo>
                    <a:pt x="472" y="3468"/>
                  </a:lnTo>
                  <a:lnTo>
                    <a:pt x="842" y="2963"/>
                  </a:lnTo>
                  <a:lnTo>
                    <a:pt x="1246" y="2492"/>
                  </a:lnTo>
                  <a:lnTo>
                    <a:pt x="1718" y="2054"/>
                  </a:lnTo>
                  <a:lnTo>
                    <a:pt x="2189" y="1684"/>
                  </a:lnTo>
                  <a:lnTo>
                    <a:pt x="2661" y="1314"/>
                  </a:lnTo>
                  <a:lnTo>
                    <a:pt x="3132" y="1044"/>
                  </a:lnTo>
                  <a:lnTo>
                    <a:pt x="3704" y="741"/>
                  </a:lnTo>
                  <a:lnTo>
                    <a:pt x="4310" y="539"/>
                  </a:lnTo>
                  <a:lnTo>
                    <a:pt x="4916" y="371"/>
                  </a:lnTo>
                  <a:lnTo>
                    <a:pt x="5556" y="270"/>
                  </a:lnTo>
                  <a:lnTo>
                    <a:pt x="6229" y="236"/>
                  </a:lnTo>
                  <a:lnTo>
                    <a:pt x="6869" y="236"/>
                  </a:lnTo>
                  <a:lnTo>
                    <a:pt x="7509" y="304"/>
                  </a:lnTo>
                  <a:lnTo>
                    <a:pt x="8148" y="438"/>
                  </a:lnTo>
                  <a:lnTo>
                    <a:pt x="8687" y="607"/>
                  </a:lnTo>
                  <a:lnTo>
                    <a:pt x="9192" y="809"/>
                  </a:lnTo>
                  <a:lnTo>
                    <a:pt x="9697" y="1078"/>
                  </a:lnTo>
                  <a:lnTo>
                    <a:pt x="10168" y="1381"/>
                  </a:lnTo>
                  <a:lnTo>
                    <a:pt x="10606" y="1751"/>
                  </a:lnTo>
                  <a:lnTo>
                    <a:pt x="11010" y="2122"/>
                  </a:lnTo>
                  <a:lnTo>
                    <a:pt x="11381" y="2559"/>
                  </a:lnTo>
                  <a:lnTo>
                    <a:pt x="11751" y="2997"/>
                  </a:lnTo>
                  <a:lnTo>
                    <a:pt x="12054" y="3536"/>
                  </a:lnTo>
                  <a:lnTo>
                    <a:pt x="12323" y="4075"/>
                  </a:lnTo>
                  <a:lnTo>
                    <a:pt x="12525" y="4647"/>
                  </a:lnTo>
                  <a:lnTo>
                    <a:pt x="12694" y="5219"/>
                  </a:lnTo>
                  <a:lnTo>
                    <a:pt x="12761" y="5792"/>
                  </a:lnTo>
                  <a:lnTo>
                    <a:pt x="12828" y="6398"/>
                  </a:lnTo>
                  <a:lnTo>
                    <a:pt x="12828" y="7004"/>
                  </a:lnTo>
                  <a:lnTo>
                    <a:pt x="12795" y="7610"/>
                  </a:lnTo>
                  <a:lnTo>
                    <a:pt x="12795" y="7677"/>
                  </a:lnTo>
                  <a:lnTo>
                    <a:pt x="12862" y="7711"/>
                  </a:lnTo>
                  <a:lnTo>
                    <a:pt x="12862" y="7778"/>
                  </a:lnTo>
                  <a:lnTo>
                    <a:pt x="12828" y="7845"/>
                  </a:lnTo>
                  <a:lnTo>
                    <a:pt x="12828" y="7913"/>
                  </a:lnTo>
                  <a:lnTo>
                    <a:pt x="12761" y="8384"/>
                  </a:lnTo>
                  <a:lnTo>
                    <a:pt x="12626" y="8822"/>
                  </a:lnTo>
                  <a:lnTo>
                    <a:pt x="12357" y="9663"/>
                  </a:lnTo>
                  <a:lnTo>
                    <a:pt x="12256" y="9966"/>
                  </a:lnTo>
                  <a:lnTo>
                    <a:pt x="12088" y="10269"/>
                  </a:lnTo>
                  <a:lnTo>
                    <a:pt x="11953" y="10572"/>
                  </a:lnTo>
                  <a:lnTo>
                    <a:pt x="11751" y="10842"/>
                  </a:lnTo>
                  <a:lnTo>
                    <a:pt x="11313" y="11380"/>
                  </a:lnTo>
                  <a:lnTo>
                    <a:pt x="10842" y="11852"/>
                  </a:lnTo>
                  <a:lnTo>
                    <a:pt x="10572" y="12088"/>
                  </a:lnTo>
                  <a:lnTo>
                    <a:pt x="10269" y="12323"/>
                  </a:lnTo>
                  <a:lnTo>
                    <a:pt x="10000" y="12525"/>
                  </a:lnTo>
                  <a:lnTo>
                    <a:pt x="9697" y="12694"/>
                  </a:lnTo>
                  <a:lnTo>
                    <a:pt x="9091" y="12963"/>
                  </a:lnTo>
                  <a:lnTo>
                    <a:pt x="8519" y="13165"/>
                  </a:lnTo>
                  <a:lnTo>
                    <a:pt x="7946" y="13300"/>
                  </a:lnTo>
                  <a:lnTo>
                    <a:pt x="7408" y="13401"/>
                  </a:lnTo>
                  <a:lnTo>
                    <a:pt x="6465" y="13535"/>
                  </a:lnTo>
                  <a:lnTo>
                    <a:pt x="5320" y="13535"/>
                  </a:lnTo>
                  <a:lnTo>
                    <a:pt x="4748" y="13434"/>
                  </a:lnTo>
                  <a:lnTo>
                    <a:pt x="4209" y="13333"/>
                  </a:lnTo>
                  <a:lnTo>
                    <a:pt x="3704" y="13131"/>
                  </a:lnTo>
                  <a:lnTo>
                    <a:pt x="3166" y="12929"/>
                  </a:lnTo>
                  <a:lnTo>
                    <a:pt x="2661" y="12660"/>
                  </a:lnTo>
                  <a:lnTo>
                    <a:pt x="2189" y="12357"/>
                  </a:lnTo>
                  <a:lnTo>
                    <a:pt x="1617" y="11953"/>
                  </a:lnTo>
                  <a:lnTo>
                    <a:pt x="977" y="11481"/>
                  </a:lnTo>
                  <a:lnTo>
                    <a:pt x="674" y="11212"/>
                  </a:lnTo>
                  <a:lnTo>
                    <a:pt x="371" y="10909"/>
                  </a:lnTo>
                  <a:lnTo>
                    <a:pt x="169" y="10606"/>
                  </a:lnTo>
                  <a:lnTo>
                    <a:pt x="1" y="10303"/>
                  </a:lnTo>
                  <a:lnTo>
                    <a:pt x="1" y="10774"/>
                  </a:lnTo>
                  <a:lnTo>
                    <a:pt x="169" y="11010"/>
                  </a:lnTo>
                  <a:lnTo>
                    <a:pt x="371" y="11212"/>
                  </a:lnTo>
                  <a:lnTo>
                    <a:pt x="809" y="11616"/>
                  </a:lnTo>
                  <a:lnTo>
                    <a:pt x="1280" y="11987"/>
                  </a:lnTo>
                  <a:lnTo>
                    <a:pt x="1684" y="12290"/>
                  </a:lnTo>
                  <a:lnTo>
                    <a:pt x="2256" y="12660"/>
                  </a:lnTo>
                  <a:lnTo>
                    <a:pt x="2795" y="12963"/>
                  </a:lnTo>
                  <a:lnTo>
                    <a:pt x="3368" y="13232"/>
                  </a:lnTo>
                  <a:lnTo>
                    <a:pt x="3940" y="13468"/>
                  </a:lnTo>
                  <a:lnTo>
                    <a:pt x="4546" y="13636"/>
                  </a:lnTo>
                  <a:lnTo>
                    <a:pt x="5152" y="13737"/>
                  </a:lnTo>
                  <a:lnTo>
                    <a:pt x="5792" y="13771"/>
                  </a:lnTo>
                  <a:lnTo>
                    <a:pt x="6465" y="13737"/>
                  </a:lnTo>
                  <a:lnTo>
                    <a:pt x="6970" y="13704"/>
                  </a:lnTo>
                  <a:lnTo>
                    <a:pt x="7542" y="13636"/>
                  </a:lnTo>
                  <a:lnTo>
                    <a:pt x="8115" y="13502"/>
                  </a:lnTo>
                  <a:lnTo>
                    <a:pt x="8687" y="13333"/>
                  </a:lnTo>
                  <a:lnTo>
                    <a:pt x="9293" y="13098"/>
                  </a:lnTo>
                  <a:lnTo>
                    <a:pt x="9933" y="12795"/>
                  </a:lnTo>
                  <a:lnTo>
                    <a:pt x="10236" y="12626"/>
                  </a:lnTo>
                  <a:lnTo>
                    <a:pt x="10539" y="12391"/>
                  </a:lnTo>
                  <a:lnTo>
                    <a:pt x="10842" y="12155"/>
                  </a:lnTo>
                  <a:lnTo>
                    <a:pt x="11145" y="11886"/>
                  </a:lnTo>
                  <a:lnTo>
                    <a:pt x="11583" y="11414"/>
                  </a:lnTo>
                  <a:lnTo>
                    <a:pt x="11987" y="10875"/>
                  </a:lnTo>
                  <a:lnTo>
                    <a:pt x="12323" y="10303"/>
                  </a:lnTo>
                  <a:lnTo>
                    <a:pt x="12458" y="10000"/>
                  </a:lnTo>
                  <a:lnTo>
                    <a:pt x="12559" y="9697"/>
                  </a:lnTo>
                  <a:lnTo>
                    <a:pt x="12660" y="9360"/>
                  </a:lnTo>
                  <a:lnTo>
                    <a:pt x="12761" y="9024"/>
                  </a:lnTo>
                  <a:lnTo>
                    <a:pt x="12929" y="8317"/>
                  </a:lnTo>
                  <a:lnTo>
                    <a:pt x="13030" y="7980"/>
                  </a:lnTo>
                  <a:lnTo>
                    <a:pt x="13872" y="8047"/>
                  </a:lnTo>
                  <a:lnTo>
                    <a:pt x="14815" y="8047"/>
                  </a:lnTo>
                  <a:lnTo>
                    <a:pt x="15252" y="7980"/>
                  </a:lnTo>
                  <a:lnTo>
                    <a:pt x="15454" y="7913"/>
                  </a:lnTo>
                  <a:lnTo>
                    <a:pt x="15656" y="7845"/>
                  </a:lnTo>
                  <a:lnTo>
                    <a:pt x="15825" y="7711"/>
                  </a:lnTo>
                  <a:lnTo>
                    <a:pt x="15959" y="7576"/>
                  </a:lnTo>
                  <a:lnTo>
                    <a:pt x="16060" y="7408"/>
                  </a:lnTo>
                  <a:lnTo>
                    <a:pt x="16161" y="7239"/>
                  </a:lnTo>
                  <a:lnTo>
                    <a:pt x="16195" y="7004"/>
                  </a:lnTo>
                  <a:lnTo>
                    <a:pt x="16195" y="6768"/>
                  </a:lnTo>
                  <a:lnTo>
                    <a:pt x="16161" y="6566"/>
                  </a:lnTo>
                  <a:lnTo>
                    <a:pt x="16060" y="6398"/>
                  </a:lnTo>
                  <a:lnTo>
                    <a:pt x="15926" y="6229"/>
                  </a:lnTo>
                  <a:lnTo>
                    <a:pt x="15757" y="6061"/>
                  </a:lnTo>
                  <a:lnTo>
                    <a:pt x="15589" y="5960"/>
                  </a:lnTo>
                  <a:lnTo>
                    <a:pt x="15353" y="5893"/>
                  </a:lnTo>
                  <a:lnTo>
                    <a:pt x="15084" y="5859"/>
                  </a:lnTo>
                  <a:lnTo>
                    <a:pt x="14781" y="5859"/>
                  </a:lnTo>
                  <a:lnTo>
                    <a:pt x="14175" y="5926"/>
                  </a:lnTo>
                  <a:lnTo>
                    <a:pt x="13367" y="5926"/>
                  </a:lnTo>
                  <a:lnTo>
                    <a:pt x="13098" y="5994"/>
                  </a:lnTo>
                  <a:lnTo>
                    <a:pt x="13030" y="5489"/>
                  </a:lnTo>
                  <a:lnTo>
                    <a:pt x="12929" y="4984"/>
                  </a:lnTo>
                  <a:lnTo>
                    <a:pt x="12761" y="4512"/>
                  </a:lnTo>
                  <a:lnTo>
                    <a:pt x="12593" y="4041"/>
                  </a:lnTo>
                  <a:lnTo>
                    <a:pt x="12357" y="3570"/>
                  </a:lnTo>
                  <a:lnTo>
                    <a:pt x="12088" y="3132"/>
                  </a:lnTo>
                  <a:lnTo>
                    <a:pt x="11818" y="2694"/>
                  </a:lnTo>
                  <a:lnTo>
                    <a:pt x="11482" y="2324"/>
                  </a:lnTo>
                  <a:lnTo>
                    <a:pt x="11145" y="1920"/>
                  </a:lnTo>
                  <a:lnTo>
                    <a:pt x="10741" y="1583"/>
                  </a:lnTo>
                  <a:lnTo>
                    <a:pt x="10337" y="1280"/>
                  </a:lnTo>
                  <a:lnTo>
                    <a:pt x="9933" y="977"/>
                  </a:lnTo>
                  <a:lnTo>
                    <a:pt x="9461" y="708"/>
                  </a:lnTo>
                  <a:lnTo>
                    <a:pt x="8990" y="506"/>
                  </a:lnTo>
                  <a:lnTo>
                    <a:pt x="8519" y="304"/>
                  </a:lnTo>
                  <a:lnTo>
                    <a:pt x="8014" y="169"/>
                  </a:lnTo>
                  <a:lnTo>
                    <a:pt x="7374" y="68"/>
                  </a:lnTo>
                  <a:lnTo>
                    <a:pt x="67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6068275" y="525975"/>
              <a:ext cx="5925" cy="14325"/>
            </a:xfrm>
            <a:custGeom>
              <a:avLst/>
              <a:gdLst/>
              <a:ahLst/>
              <a:cxnLst/>
              <a:rect l="l" t="t" r="r" b="b"/>
              <a:pathLst>
                <a:path w="237" h="573" extrusionOk="0">
                  <a:moveTo>
                    <a:pt x="68" y="0"/>
                  </a:moveTo>
                  <a:lnTo>
                    <a:pt x="34" y="68"/>
                  </a:lnTo>
                  <a:lnTo>
                    <a:pt x="0" y="169"/>
                  </a:lnTo>
                  <a:lnTo>
                    <a:pt x="0" y="270"/>
                  </a:lnTo>
                  <a:lnTo>
                    <a:pt x="0" y="404"/>
                  </a:lnTo>
                  <a:lnTo>
                    <a:pt x="34" y="505"/>
                  </a:lnTo>
                  <a:lnTo>
                    <a:pt x="68" y="573"/>
                  </a:lnTo>
                  <a:lnTo>
                    <a:pt x="169" y="573"/>
                  </a:lnTo>
                  <a:lnTo>
                    <a:pt x="202" y="505"/>
                  </a:lnTo>
                  <a:lnTo>
                    <a:pt x="236" y="404"/>
                  </a:lnTo>
                  <a:lnTo>
                    <a:pt x="236" y="270"/>
                  </a:lnTo>
                  <a:lnTo>
                    <a:pt x="236" y="169"/>
                  </a:lnTo>
                  <a:lnTo>
                    <a:pt x="202" y="68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6084275" y="465375"/>
              <a:ext cx="6750" cy="15175"/>
            </a:xfrm>
            <a:custGeom>
              <a:avLst/>
              <a:gdLst/>
              <a:ahLst/>
              <a:cxnLst/>
              <a:rect l="l" t="t" r="r" b="b"/>
              <a:pathLst>
                <a:path w="270" h="607" extrusionOk="0">
                  <a:moveTo>
                    <a:pt x="168" y="0"/>
                  </a:moveTo>
                  <a:lnTo>
                    <a:pt x="135" y="34"/>
                  </a:lnTo>
                  <a:lnTo>
                    <a:pt x="67" y="135"/>
                  </a:lnTo>
                  <a:lnTo>
                    <a:pt x="34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606"/>
                  </a:lnTo>
                  <a:lnTo>
                    <a:pt x="135" y="573"/>
                  </a:lnTo>
                  <a:lnTo>
                    <a:pt x="168" y="539"/>
                  </a:lnTo>
                  <a:lnTo>
                    <a:pt x="202" y="505"/>
                  </a:lnTo>
                  <a:lnTo>
                    <a:pt x="202" y="404"/>
                  </a:lnTo>
                  <a:lnTo>
                    <a:pt x="202" y="303"/>
                  </a:lnTo>
                  <a:lnTo>
                    <a:pt x="269" y="101"/>
                  </a:lnTo>
                  <a:lnTo>
                    <a:pt x="269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6091850" y="445175"/>
              <a:ext cx="8425" cy="11800"/>
            </a:xfrm>
            <a:custGeom>
              <a:avLst/>
              <a:gdLst/>
              <a:ahLst/>
              <a:cxnLst/>
              <a:rect l="l" t="t" r="r" b="b"/>
              <a:pathLst>
                <a:path w="337" h="472" extrusionOk="0">
                  <a:moveTo>
                    <a:pt x="236" y="0"/>
                  </a:moveTo>
                  <a:lnTo>
                    <a:pt x="168" y="34"/>
                  </a:lnTo>
                  <a:lnTo>
                    <a:pt x="135" y="68"/>
                  </a:lnTo>
                  <a:lnTo>
                    <a:pt x="34" y="169"/>
                  </a:lnTo>
                  <a:lnTo>
                    <a:pt x="0" y="303"/>
                  </a:lnTo>
                  <a:lnTo>
                    <a:pt x="0" y="371"/>
                  </a:lnTo>
                  <a:lnTo>
                    <a:pt x="0" y="438"/>
                  </a:lnTo>
                  <a:lnTo>
                    <a:pt x="34" y="438"/>
                  </a:lnTo>
                  <a:lnTo>
                    <a:pt x="67" y="472"/>
                  </a:lnTo>
                  <a:lnTo>
                    <a:pt x="135" y="438"/>
                  </a:lnTo>
                  <a:lnTo>
                    <a:pt x="202" y="270"/>
                  </a:lnTo>
                  <a:lnTo>
                    <a:pt x="303" y="135"/>
                  </a:lnTo>
                  <a:lnTo>
                    <a:pt x="337" y="68"/>
                  </a:lnTo>
                  <a:lnTo>
                    <a:pt x="303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6069125" y="483900"/>
              <a:ext cx="16850" cy="5075"/>
            </a:xfrm>
            <a:custGeom>
              <a:avLst/>
              <a:gdLst/>
              <a:ahLst/>
              <a:cxnLst/>
              <a:rect l="l" t="t" r="r" b="b"/>
              <a:pathLst>
                <a:path w="674" h="203" extrusionOk="0">
                  <a:moveTo>
                    <a:pt x="101" y="0"/>
                  </a:moveTo>
                  <a:lnTo>
                    <a:pt x="34" y="34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101" y="168"/>
                  </a:lnTo>
                  <a:lnTo>
                    <a:pt x="572" y="202"/>
                  </a:lnTo>
                  <a:lnTo>
                    <a:pt x="640" y="202"/>
                  </a:lnTo>
                  <a:lnTo>
                    <a:pt x="673" y="135"/>
                  </a:lnTo>
                  <a:lnTo>
                    <a:pt x="640" y="101"/>
                  </a:lnTo>
                  <a:lnTo>
                    <a:pt x="606" y="67"/>
                  </a:lnTo>
                  <a:lnTo>
                    <a:pt x="4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6028700" y="468750"/>
              <a:ext cx="11825" cy="6750"/>
            </a:xfrm>
            <a:custGeom>
              <a:avLst/>
              <a:gdLst/>
              <a:ahLst/>
              <a:cxnLst/>
              <a:rect l="l" t="t" r="r" b="b"/>
              <a:pathLst>
                <a:path w="473" h="270" extrusionOk="0">
                  <a:moveTo>
                    <a:pt x="68" y="0"/>
                  </a:moveTo>
                  <a:lnTo>
                    <a:pt x="35" y="34"/>
                  </a:lnTo>
                  <a:lnTo>
                    <a:pt x="1" y="101"/>
                  </a:lnTo>
                  <a:lnTo>
                    <a:pt x="35" y="135"/>
                  </a:lnTo>
                  <a:lnTo>
                    <a:pt x="237" y="236"/>
                  </a:lnTo>
                  <a:lnTo>
                    <a:pt x="304" y="269"/>
                  </a:lnTo>
                  <a:lnTo>
                    <a:pt x="472" y="269"/>
                  </a:lnTo>
                  <a:lnTo>
                    <a:pt x="472" y="236"/>
                  </a:lnTo>
                  <a:lnTo>
                    <a:pt x="472" y="168"/>
                  </a:lnTo>
                  <a:lnTo>
                    <a:pt x="439" y="135"/>
                  </a:lnTo>
                  <a:lnTo>
                    <a:pt x="270" y="67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6047225" y="475475"/>
              <a:ext cx="15175" cy="5075"/>
            </a:xfrm>
            <a:custGeom>
              <a:avLst/>
              <a:gdLst/>
              <a:ahLst/>
              <a:cxnLst/>
              <a:rect l="l" t="t" r="r" b="b"/>
              <a:pathLst>
                <a:path w="607" h="203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135" y="169"/>
                  </a:lnTo>
                  <a:lnTo>
                    <a:pt x="236" y="202"/>
                  </a:lnTo>
                  <a:lnTo>
                    <a:pt x="539" y="202"/>
                  </a:lnTo>
                  <a:lnTo>
                    <a:pt x="573" y="169"/>
                  </a:lnTo>
                  <a:lnTo>
                    <a:pt x="607" y="101"/>
                  </a:lnTo>
                  <a:lnTo>
                    <a:pt x="573" y="68"/>
                  </a:lnTo>
                  <a:lnTo>
                    <a:pt x="539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6100250" y="405600"/>
              <a:ext cx="6775" cy="12650"/>
            </a:xfrm>
            <a:custGeom>
              <a:avLst/>
              <a:gdLst/>
              <a:ahLst/>
              <a:cxnLst/>
              <a:rect l="l" t="t" r="r" b="b"/>
              <a:pathLst>
                <a:path w="271" h="506" extrusionOk="0">
                  <a:moveTo>
                    <a:pt x="203" y="1"/>
                  </a:moveTo>
                  <a:lnTo>
                    <a:pt x="135" y="35"/>
                  </a:lnTo>
                  <a:lnTo>
                    <a:pt x="68" y="136"/>
                  </a:lnTo>
                  <a:lnTo>
                    <a:pt x="1" y="237"/>
                  </a:lnTo>
                  <a:lnTo>
                    <a:pt x="1" y="371"/>
                  </a:lnTo>
                  <a:lnTo>
                    <a:pt x="1" y="439"/>
                  </a:lnTo>
                  <a:lnTo>
                    <a:pt x="34" y="472"/>
                  </a:lnTo>
                  <a:lnTo>
                    <a:pt x="68" y="506"/>
                  </a:lnTo>
                  <a:lnTo>
                    <a:pt x="169" y="506"/>
                  </a:lnTo>
                  <a:lnTo>
                    <a:pt x="203" y="439"/>
                  </a:lnTo>
                  <a:lnTo>
                    <a:pt x="169" y="270"/>
                  </a:lnTo>
                  <a:lnTo>
                    <a:pt x="236" y="136"/>
                  </a:lnTo>
                  <a:lnTo>
                    <a:pt x="270" y="68"/>
                  </a:lnTo>
                  <a:lnTo>
                    <a:pt x="236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6024500" y="2348250"/>
              <a:ext cx="68200" cy="42125"/>
            </a:xfrm>
            <a:custGeom>
              <a:avLst/>
              <a:gdLst/>
              <a:ahLst/>
              <a:cxnLst/>
              <a:rect l="l" t="t" r="r" b="b"/>
              <a:pathLst>
                <a:path w="2728" h="1685" extrusionOk="0">
                  <a:moveTo>
                    <a:pt x="68" y="1"/>
                  </a:moveTo>
                  <a:lnTo>
                    <a:pt x="68" y="68"/>
                  </a:lnTo>
                  <a:lnTo>
                    <a:pt x="34" y="439"/>
                  </a:lnTo>
                  <a:lnTo>
                    <a:pt x="1" y="809"/>
                  </a:lnTo>
                  <a:lnTo>
                    <a:pt x="1" y="1550"/>
                  </a:lnTo>
                  <a:lnTo>
                    <a:pt x="1" y="1617"/>
                  </a:lnTo>
                  <a:lnTo>
                    <a:pt x="68" y="1651"/>
                  </a:lnTo>
                  <a:lnTo>
                    <a:pt x="135" y="1617"/>
                  </a:lnTo>
                  <a:lnTo>
                    <a:pt x="169" y="1550"/>
                  </a:lnTo>
                  <a:lnTo>
                    <a:pt x="203" y="843"/>
                  </a:lnTo>
                  <a:lnTo>
                    <a:pt x="203" y="169"/>
                  </a:lnTo>
                  <a:lnTo>
                    <a:pt x="842" y="203"/>
                  </a:lnTo>
                  <a:lnTo>
                    <a:pt x="1482" y="203"/>
                  </a:lnTo>
                  <a:lnTo>
                    <a:pt x="2054" y="237"/>
                  </a:lnTo>
                  <a:lnTo>
                    <a:pt x="2324" y="237"/>
                  </a:lnTo>
                  <a:lnTo>
                    <a:pt x="2593" y="169"/>
                  </a:lnTo>
                  <a:lnTo>
                    <a:pt x="2593" y="169"/>
                  </a:lnTo>
                  <a:lnTo>
                    <a:pt x="2526" y="472"/>
                  </a:lnTo>
                  <a:lnTo>
                    <a:pt x="2526" y="809"/>
                  </a:lnTo>
                  <a:lnTo>
                    <a:pt x="2526" y="1415"/>
                  </a:lnTo>
                  <a:lnTo>
                    <a:pt x="876" y="1415"/>
                  </a:lnTo>
                  <a:lnTo>
                    <a:pt x="607" y="1449"/>
                  </a:lnTo>
                  <a:lnTo>
                    <a:pt x="337" y="1516"/>
                  </a:lnTo>
                  <a:lnTo>
                    <a:pt x="607" y="1583"/>
                  </a:lnTo>
                  <a:lnTo>
                    <a:pt x="842" y="1617"/>
                  </a:lnTo>
                  <a:lnTo>
                    <a:pt x="1953" y="1617"/>
                  </a:lnTo>
                  <a:lnTo>
                    <a:pt x="2458" y="1583"/>
                  </a:lnTo>
                  <a:lnTo>
                    <a:pt x="2458" y="1617"/>
                  </a:lnTo>
                  <a:lnTo>
                    <a:pt x="2492" y="1651"/>
                  </a:lnTo>
                  <a:lnTo>
                    <a:pt x="2559" y="1684"/>
                  </a:lnTo>
                  <a:lnTo>
                    <a:pt x="2627" y="1651"/>
                  </a:lnTo>
                  <a:lnTo>
                    <a:pt x="2660" y="1617"/>
                  </a:lnTo>
                  <a:lnTo>
                    <a:pt x="2660" y="1550"/>
                  </a:lnTo>
                  <a:lnTo>
                    <a:pt x="2694" y="1482"/>
                  </a:lnTo>
                  <a:lnTo>
                    <a:pt x="2728" y="775"/>
                  </a:lnTo>
                  <a:lnTo>
                    <a:pt x="2728" y="405"/>
                  </a:lnTo>
                  <a:lnTo>
                    <a:pt x="2660" y="68"/>
                  </a:lnTo>
                  <a:lnTo>
                    <a:pt x="2627" y="68"/>
                  </a:lnTo>
                  <a:lnTo>
                    <a:pt x="2593" y="102"/>
                  </a:lnTo>
                  <a:lnTo>
                    <a:pt x="2357" y="34"/>
                  </a:lnTo>
                  <a:lnTo>
                    <a:pt x="2054" y="1"/>
                  </a:lnTo>
                  <a:lnTo>
                    <a:pt x="506" y="1"/>
                  </a:lnTo>
                  <a:lnTo>
                    <a:pt x="2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6060700" y="547850"/>
              <a:ext cx="7600" cy="14350"/>
            </a:xfrm>
            <a:custGeom>
              <a:avLst/>
              <a:gdLst/>
              <a:ahLst/>
              <a:cxnLst/>
              <a:rect l="l" t="t" r="r" b="b"/>
              <a:pathLst>
                <a:path w="304" h="574" extrusionOk="0">
                  <a:moveTo>
                    <a:pt x="202" y="1"/>
                  </a:moveTo>
                  <a:lnTo>
                    <a:pt x="135" y="35"/>
                  </a:lnTo>
                  <a:lnTo>
                    <a:pt x="68" y="102"/>
                  </a:lnTo>
                  <a:lnTo>
                    <a:pt x="34" y="203"/>
                  </a:lnTo>
                  <a:lnTo>
                    <a:pt x="0" y="439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101" y="573"/>
                  </a:lnTo>
                  <a:lnTo>
                    <a:pt x="202" y="540"/>
                  </a:lnTo>
                  <a:lnTo>
                    <a:pt x="236" y="506"/>
                  </a:lnTo>
                  <a:lnTo>
                    <a:pt x="236" y="439"/>
                  </a:lnTo>
                  <a:lnTo>
                    <a:pt x="236" y="304"/>
                  </a:lnTo>
                  <a:lnTo>
                    <a:pt x="236" y="203"/>
                  </a:lnTo>
                  <a:lnTo>
                    <a:pt x="270" y="136"/>
                  </a:lnTo>
                  <a:lnTo>
                    <a:pt x="303" y="68"/>
                  </a:lnTo>
                  <a:lnTo>
                    <a:pt x="270" y="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6003450" y="462000"/>
              <a:ext cx="16025" cy="5075"/>
            </a:xfrm>
            <a:custGeom>
              <a:avLst/>
              <a:gdLst/>
              <a:ahLst/>
              <a:cxnLst/>
              <a:rect l="l" t="t" r="r" b="b"/>
              <a:pathLst>
                <a:path w="641" h="203" extrusionOk="0">
                  <a:moveTo>
                    <a:pt x="1" y="1"/>
                  </a:moveTo>
                  <a:lnTo>
                    <a:pt x="1" y="68"/>
                  </a:lnTo>
                  <a:lnTo>
                    <a:pt x="1" y="135"/>
                  </a:lnTo>
                  <a:lnTo>
                    <a:pt x="68" y="135"/>
                  </a:lnTo>
                  <a:lnTo>
                    <a:pt x="304" y="169"/>
                  </a:lnTo>
                  <a:lnTo>
                    <a:pt x="540" y="203"/>
                  </a:lnTo>
                  <a:lnTo>
                    <a:pt x="607" y="203"/>
                  </a:lnTo>
                  <a:lnTo>
                    <a:pt x="641" y="135"/>
                  </a:lnTo>
                  <a:lnTo>
                    <a:pt x="641" y="68"/>
                  </a:lnTo>
                  <a:lnTo>
                    <a:pt x="573" y="34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6096050" y="422450"/>
              <a:ext cx="8450" cy="15175"/>
            </a:xfrm>
            <a:custGeom>
              <a:avLst/>
              <a:gdLst/>
              <a:ahLst/>
              <a:cxnLst/>
              <a:rect l="l" t="t" r="r" b="b"/>
              <a:pathLst>
                <a:path w="338" h="607" extrusionOk="0">
                  <a:moveTo>
                    <a:pt x="236" y="0"/>
                  </a:moveTo>
                  <a:lnTo>
                    <a:pt x="202" y="34"/>
                  </a:lnTo>
                  <a:lnTo>
                    <a:pt x="135" y="169"/>
                  </a:lnTo>
                  <a:lnTo>
                    <a:pt x="101" y="270"/>
                  </a:lnTo>
                  <a:lnTo>
                    <a:pt x="34" y="404"/>
                  </a:lnTo>
                  <a:lnTo>
                    <a:pt x="0" y="539"/>
                  </a:lnTo>
                  <a:lnTo>
                    <a:pt x="34" y="573"/>
                  </a:lnTo>
                  <a:lnTo>
                    <a:pt x="68" y="606"/>
                  </a:lnTo>
                  <a:lnTo>
                    <a:pt x="101" y="606"/>
                  </a:lnTo>
                  <a:lnTo>
                    <a:pt x="135" y="573"/>
                  </a:lnTo>
                  <a:lnTo>
                    <a:pt x="202" y="472"/>
                  </a:lnTo>
                  <a:lnTo>
                    <a:pt x="270" y="337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5834275" y="413175"/>
              <a:ext cx="14325" cy="5075"/>
            </a:xfrm>
            <a:custGeom>
              <a:avLst/>
              <a:gdLst/>
              <a:ahLst/>
              <a:cxnLst/>
              <a:rect l="l" t="t" r="r" b="b"/>
              <a:pathLst>
                <a:path w="573" h="203" extrusionOk="0">
                  <a:moveTo>
                    <a:pt x="68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1" y="136"/>
                  </a:lnTo>
                  <a:lnTo>
                    <a:pt x="68" y="169"/>
                  </a:lnTo>
                  <a:lnTo>
                    <a:pt x="270" y="169"/>
                  </a:lnTo>
                  <a:lnTo>
                    <a:pt x="506" y="203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39" y="68"/>
                  </a:lnTo>
                  <a:lnTo>
                    <a:pt x="438" y="35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5728225" y="359325"/>
              <a:ext cx="4225" cy="14325"/>
            </a:xfrm>
            <a:custGeom>
              <a:avLst/>
              <a:gdLst/>
              <a:ahLst/>
              <a:cxnLst/>
              <a:rect l="l" t="t" r="r" b="b"/>
              <a:pathLst>
                <a:path w="169" h="573" extrusionOk="0">
                  <a:moveTo>
                    <a:pt x="68" y="0"/>
                  </a:moveTo>
                  <a:lnTo>
                    <a:pt x="34" y="34"/>
                  </a:lnTo>
                  <a:lnTo>
                    <a:pt x="0" y="101"/>
                  </a:lnTo>
                  <a:lnTo>
                    <a:pt x="0" y="505"/>
                  </a:lnTo>
                  <a:lnTo>
                    <a:pt x="0" y="573"/>
                  </a:lnTo>
                  <a:lnTo>
                    <a:pt x="135" y="573"/>
                  </a:lnTo>
                  <a:lnTo>
                    <a:pt x="169" y="505"/>
                  </a:lnTo>
                  <a:lnTo>
                    <a:pt x="169" y="101"/>
                  </a:lnTo>
                  <a:lnTo>
                    <a:pt x="135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5811550" y="405600"/>
              <a:ext cx="16025" cy="9300"/>
            </a:xfrm>
            <a:custGeom>
              <a:avLst/>
              <a:gdLst/>
              <a:ahLst/>
              <a:cxnLst/>
              <a:rect l="l" t="t" r="r" b="b"/>
              <a:pathLst>
                <a:path w="641" h="372" extrusionOk="0">
                  <a:moveTo>
                    <a:pt x="68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02" y="237"/>
                  </a:lnTo>
                  <a:lnTo>
                    <a:pt x="236" y="304"/>
                  </a:lnTo>
                  <a:lnTo>
                    <a:pt x="405" y="338"/>
                  </a:lnTo>
                  <a:lnTo>
                    <a:pt x="506" y="371"/>
                  </a:lnTo>
                  <a:lnTo>
                    <a:pt x="573" y="338"/>
                  </a:lnTo>
                  <a:lnTo>
                    <a:pt x="607" y="304"/>
                  </a:lnTo>
                  <a:lnTo>
                    <a:pt x="640" y="270"/>
                  </a:lnTo>
                  <a:lnTo>
                    <a:pt x="640" y="237"/>
                  </a:lnTo>
                  <a:lnTo>
                    <a:pt x="607" y="169"/>
                  </a:lnTo>
                  <a:lnTo>
                    <a:pt x="472" y="169"/>
                  </a:lnTo>
                  <a:lnTo>
                    <a:pt x="371" y="136"/>
                  </a:lnTo>
                  <a:lnTo>
                    <a:pt x="236" y="102"/>
                  </a:lnTo>
                  <a:lnTo>
                    <a:pt x="135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5731600" y="330700"/>
              <a:ext cx="8425" cy="22750"/>
            </a:xfrm>
            <a:custGeom>
              <a:avLst/>
              <a:gdLst/>
              <a:ahLst/>
              <a:cxnLst/>
              <a:rect l="l" t="t" r="r" b="b"/>
              <a:pathLst>
                <a:path w="337" h="910" extrusionOk="0">
                  <a:moveTo>
                    <a:pt x="236" y="0"/>
                  </a:moveTo>
                  <a:lnTo>
                    <a:pt x="202" y="34"/>
                  </a:lnTo>
                  <a:lnTo>
                    <a:pt x="101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775"/>
                  </a:lnTo>
                  <a:lnTo>
                    <a:pt x="67" y="876"/>
                  </a:lnTo>
                  <a:lnTo>
                    <a:pt x="101" y="910"/>
                  </a:lnTo>
                  <a:lnTo>
                    <a:pt x="135" y="910"/>
                  </a:lnTo>
                  <a:lnTo>
                    <a:pt x="168" y="876"/>
                  </a:lnTo>
                  <a:lnTo>
                    <a:pt x="202" y="842"/>
                  </a:lnTo>
                  <a:lnTo>
                    <a:pt x="202" y="640"/>
                  </a:lnTo>
                  <a:lnTo>
                    <a:pt x="236" y="438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5855325" y="419075"/>
              <a:ext cx="15175" cy="4225"/>
            </a:xfrm>
            <a:custGeom>
              <a:avLst/>
              <a:gdLst/>
              <a:ahLst/>
              <a:cxnLst/>
              <a:rect l="l" t="t" r="r" b="b"/>
              <a:pathLst>
                <a:path w="607" h="169" extrusionOk="0">
                  <a:moveTo>
                    <a:pt x="68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68" y="169"/>
                  </a:lnTo>
                  <a:lnTo>
                    <a:pt x="505" y="169"/>
                  </a:lnTo>
                  <a:lnTo>
                    <a:pt x="573" y="135"/>
                  </a:lnTo>
                  <a:lnTo>
                    <a:pt x="606" y="68"/>
                  </a:lnTo>
                  <a:lnTo>
                    <a:pt x="573" y="34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5740000" y="301250"/>
              <a:ext cx="10125" cy="17700"/>
            </a:xfrm>
            <a:custGeom>
              <a:avLst/>
              <a:gdLst/>
              <a:ahLst/>
              <a:cxnLst/>
              <a:rect l="l" t="t" r="r" b="b"/>
              <a:pathLst>
                <a:path w="405" h="708" extrusionOk="0">
                  <a:moveTo>
                    <a:pt x="304" y="0"/>
                  </a:moveTo>
                  <a:lnTo>
                    <a:pt x="236" y="67"/>
                  </a:lnTo>
                  <a:lnTo>
                    <a:pt x="135" y="303"/>
                  </a:lnTo>
                  <a:lnTo>
                    <a:pt x="1" y="572"/>
                  </a:lnTo>
                  <a:lnTo>
                    <a:pt x="1" y="640"/>
                  </a:lnTo>
                  <a:lnTo>
                    <a:pt x="34" y="707"/>
                  </a:lnTo>
                  <a:lnTo>
                    <a:pt x="135" y="707"/>
                  </a:lnTo>
                  <a:lnTo>
                    <a:pt x="203" y="673"/>
                  </a:lnTo>
                  <a:lnTo>
                    <a:pt x="337" y="404"/>
                  </a:lnTo>
                  <a:lnTo>
                    <a:pt x="405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877200" y="424975"/>
              <a:ext cx="21075" cy="8425"/>
            </a:xfrm>
            <a:custGeom>
              <a:avLst/>
              <a:gdLst/>
              <a:ahLst/>
              <a:cxnLst/>
              <a:rect l="l" t="t" r="r" b="b"/>
              <a:pathLst>
                <a:path w="843" h="337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03" y="236"/>
                  </a:lnTo>
                  <a:lnTo>
                    <a:pt x="405" y="303"/>
                  </a:lnTo>
                  <a:lnTo>
                    <a:pt x="573" y="337"/>
                  </a:lnTo>
                  <a:lnTo>
                    <a:pt x="775" y="337"/>
                  </a:lnTo>
                  <a:lnTo>
                    <a:pt x="809" y="303"/>
                  </a:lnTo>
                  <a:lnTo>
                    <a:pt x="842" y="236"/>
                  </a:lnTo>
                  <a:lnTo>
                    <a:pt x="842" y="202"/>
                  </a:lnTo>
                  <a:lnTo>
                    <a:pt x="775" y="169"/>
                  </a:lnTo>
                  <a:lnTo>
                    <a:pt x="438" y="101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5951275" y="446025"/>
              <a:ext cx="15175" cy="6750"/>
            </a:xfrm>
            <a:custGeom>
              <a:avLst/>
              <a:gdLst/>
              <a:ahLst/>
              <a:cxnLst/>
              <a:rect l="l" t="t" r="r" b="b"/>
              <a:pathLst>
                <a:path w="607" h="270" extrusionOk="0">
                  <a:moveTo>
                    <a:pt x="68" y="0"/>
                  </a:moveTo>
                  <a:lnTo>
                    <a:pt x="0" y="67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304" y="236"/>
                  </a:lnTo>
                  <a:lnTo>
                    <a:pt x="438" y="269"/>
                  </a:lnTo>
                  <a:lnTo>
                    <a:pt x="573" y="236"/>
                  </a:lnTo>
                  <a:lnTo>
                    <a:pt x="607" y="202"/>
                  </a:lnTo>
                  <a:lnTo>
                    <a:pt x="607" y="168"/>
                  </a:lnTo>
                  <a:lnTo>
                    <a:pt x="607" y="135"/>
                  </a:lnTo>
                  <a:lnTo>
                    <a:pt x="573" y="101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5971475" y="452750"/>
              <a:ext cx="21900" cy="6750"/>
            </a:xfrm>
            <a:custGeom>
              <a:avLst/>
              <a:gdLst/>
              <a:ahLst/>
              <a:cxnLst/>
              <a:rect l="l" t="t" r="r" b="b"/>
              <a:pathLst>
                <a:path w="876" h="270" extrusionOk="0">
                  <a:moveTo>
                    <a:pt x="34" y="0"/>
                  </a:moveTo>
                  <a:lnTo>
                    <a:pt x="1" y="68"/>
                  </a:lnTo>
                  <a:lnTo>
                    <a:pt x="34" y="135"/>
                  </a:lnTo>
                  <a:lnTo>
                    <a:pt x="68" y="169"/>
                  </a:lnTo>
                  <a:lnTo>
                    <a:pt x="236" y="202"/>
                  </a:lnTo>
                  <a:lnTo>
                    <a:pt x="438" y="236"/>
                  </a:lnTo>
                  <a:lnTo>
                    <a:pt x="640" y="270"/>
                  </a:lnTo>
                  <a:lnTo>
                    <a:pt x="842" y="236"/>
                  </a:lnTo>
                  <a:lnTo>
                    <a:pt x="876" y="202"/>
                  </a:lnTo>
                  <a:lnTo>
                    <a:pt x="876" y="169"/>
                  </a:lnTo>
                  <a:lnTo>
                    <a:pt x="876" y="135"/>
                  </a:lnTo>
                  <a:lnTo>
                    <a:pt x="842" y="101"/>
                  </a:lnTo>
                  <a:lnTo>
                    <a:pt x="438" y="34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5927700" y="438425"/>
              <a:ext cx="17700" cy="6775"/>
            </a:xfrm>
            <a:custGeom>
              <a:avLst/>
              <a:gdLst/>
              <a:ahLst/>
              <a:cxnLst/>
              <a:rect l="l" t="t" r="r" b="b"/>
              <a:pathLst>
                <a:path w="708" h="271" extrusionOk="0">
                  <a:moveTo>
                    <a:pt x="34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68" y="136"/>
                  </a:lnTo>
                  <a:lnTo>
                    <a:pt x="371" y="237"/>
                  </a:lnTo>
                  <a:lnTo>
                    <a:pt x="506" y="270"/>
                  </a:lnTo>
                  <a:lnTo>
                    <a:pt x="640" y="237"/>
                  </a:lnTo>
                  <a:lnTo>
                    <a:pt x="708" y="203"/>
                  </a:lnTo>
                  <a:lnTo>
                    <a:pt x="708" y="169"/>
                  </a:lnTo>
                  <a:lnTo>
                    <a:pt x="708" y="102"/>
                  </a:lnTo>
                  <a:lnTo>
                    <a:pt x="640" y="68"/>
                  </a:lnTo>
                  <a:lnTo>
                    <a:pt x="405" y="35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5904150" y="430850"/>
              <a:ext cx="18525" cy="6775"/>
            </a:xfrm>
            <a:custGeom>
              <a:avLst/>
              <a:gdLst/>
              <a:ahLst/>
              <a:cxnLst/>
              <a:rect l="l" t="t" r="r" b="b"/>
              <a:pathLst>
                <a:path w="741" h="271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01" y="203"/>
                  </a:lnTo>
                  <a:lnTo>
                    <a:pt x="370" y="237"/>
                  </a:lnTo>
                  <a:lnTo>
                    <a:pt x="539" y="270"/>
                  </a:lnTo>
                  <a:lnTo>
                    <a:pt x="741" y="270"/>
                  </a:lnTo>
                  <a:lnTo>
                    <a:pt x="741" y="203"/>
                  </a:lnTo>
                  <a:lnTo>
                    <a:pt x="741" y="169"/>
                  </a:lnTo>
                  <a:lnTo>
                    <a:pt x="707" y="136"/>
                  </a:lnTo>
                  <a:lnTo>
                    <a:pt x="572" y="68"/>
                  </a:lnTo>
                  <a:lnTo>
                    <a:pt x="438" y="35"/>
                  </a:lnTo>
                  <a:lnTo>
                    <a:pt x="269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5057400" y="2393700"/>
              <a:ext cx="63150" cy="68225"/>
            </a:xfrm>
            <a:custGeom>
              <a:avLst/>
              <a:gdLst/>
              <a:ahLst/>
              <a:cxnLst/>
              <a:rect l="l" t="t" r="r" b="b"/>
              <a:pathLst>
                <a:path w="2526" h="2729" extrusionOk="0">
                  <a:moveTo>
                    <a:pt x="202" y="169"/>
                  </a:moveTo>
                  <a:lnTo>
                    <a:pt x="741" y="237"/>
                  </a:lnTo>
                  <a:lnTo>
                    <a:pt x="1279" y="270"/>
                  </a:lnTo>
                  <a:lnTo>
                    <a:pt x="2357" y="237"/>
                  </a:lnTo>
                  <a:lnTo>
                    <a:pt x="2357" y="237"/>
                  </a:lnTo>
                  <a:lnTo>
                    <a:pt x="2289" y="775"/>
                  </a:lnTo>
                  <a:lnTo>
                    <a:pt x="2256" y="1348"/>
                  </a:lnTo>
                  <a:lnTo>
                    <a:pt x="2256" y="1886"/>
                  </a:lnTo>
                  <a:lnTo>
                    <a:pt x="2289" y="2425"/>
                  </a:lnTo>
                  <a:lnTo>
                    <a:pt x="2289" y="2459"/>
                  </a:lnTo>
                  <a:lnTo>
                    <a:pt x="2256" y="2459"/>
                  </a:lnTo>
                  <a:lnTo>
                    <a:pt x="2020" y="2425"/>
                  </a:lnTo>
                  <a:lnTo>
                    <a:pt x="808" y="2425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1"/>
                  </a:moveTo>
                  <a:lnTo>
                    <a:pt x="168" y="35"/>
                  </a:lnTo>
                  <a:lnTo>
                    <a:pt x="135" y="35"/>
                  </a:lnTo>
                  <a:lnTo>
                    <a:pt x="101" y="102"/>
                  </a:lnTo>
                  <a:lnTo>
                    <a:pt x="67" y="102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5"/>
                  </a:lnTo>
                  <a:lnTo>
                    <a:pt x="34" y="2021"/>
                  </a:lnTo>
                  <a:lnTo>
                    <a:pt x="101" y="2661"/>
                  </a:lnTo>
                  <a:lnTo>
                    <a:pt x="135" y="2694"/>
                  </a:lnTo>
                  <a:lnTo>
                    <a:pt x="168" y="2728"/>
                  </a:lnTo>
                  <a:lnTo>
                    <a:pt x="236" y="2728"/>
                  </a:lnTo>
                  <a:lnTo>
                    <a:pt x="303" y="2694"/>
                  </a:lnTo>
                  <a:lnTo>
                    <a:pt x="337" y="2661"/>
                  </a:lnTo>
                  <a:lnTo>
                    <a:pt x="337" y="2627"/>
                  </a:lnTo>
                  <a:lnTo>
                    <a:pt x="337" y="2560"/>
                  </a:lnTo>
                  <a:lnTo>
                    <a:pt x="808" y="2661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1"/>
                  </a:lnTo>
                  <a:lnTo>
                    <a:pt x="2256" y="2627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6"/>
                  </a:lnTo>
                  <a:lnTo>
                    <a:pt x="2390" y="2526"/>
                  </a:lnTo>
                  <a:lnTo>
                    <a:pt x="2458" y="2492"/>
                  </a:lnTo>
                  <a:lnTo>
                    <a:pt x="2458" y="2425"/>
                  </a:lnTo>
                  <a:lnTo>
                    <a:pt x="2491" y="1886"/>
                  </a:lnTo>
                  <a:lnTo>
                    <a:pt x="2525" y="1314"/>
                  </a:lnTo>
                  <a:lnTo>
                    <a:pt x="2491" y="775"/>
                  </a:lnTo>
                  <a:lnTo>
                    <a:pt x="2458" y="203"/>
                  </a:lnTo>
                  <a:lnTo>
                    <a:pt x="2491" y="169"/>
                  </a:lnTo>
                  <a:lnTo>
                    <a:pt x="2491" y="102"/>
                  </a:lnTo>
                  <a:lnTo>
                    <a:pt x="2458" y="35"/>
                  </a:lnTo>
                  <a:lnTo>
                    <a:pt x="1852" y="35"/>
                  </a:lnTo>
                  <a:lnTo>
                    <a:pt x="1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5921825" y="2394550"/>
              <a:ext cx="64825" cy="62300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7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4" y="2189"/>
                  </a:lnTo>
                  <a:lnTo>
                    <a:pt x="505" y="2223"/>
                  </a:lnTo>
                  <a:lnTo>
                    <a:pt x="269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69" y="674"/>
                  </a:lnTo>
                  <a:lnTo>
                    <a:pt x="269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7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69" y="2458"/>
                  </a:lnTo>
                  <a:lnTo>
                    <a:pt x="269" y="2425"/>
                  </a:lnTo>
                  <a:lnTo>
                    <a:pt x="269" y="2391"/>
                  </a:lnTo>
                  <a:lnTo>
                    <a:pt x="539" y="2458"/>
                  </a:lnTo>
                  <a:lnTo>
                    <a:pt x="774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5876375" y="2346575"/>
              <a:ext cx="63975" cy="44625"/>
            </a:xfrm>
            <a:custGeom>
              <a:avLst/>
              <a:gdLst/>
              <a:ahLst/>
              <a:cxnLst/>
              <a:rect l="l" t="t" r="r" b="b"/>
              <a:pathLst>
                <a:path w="2559" h="1785" extrusionOk="0">
                  <a:moveTo>
                    <a:pt x="168" y="203"/>
                  </a:moveTo>
                  <a:lnTo>
                    <a:pt x="404" y="236"/>
                  </a:lnTo>
                  <a:lnTo>
                    <a:pt x="673" y="270"/>
                  </a:lnTo>
                  <a:lnTo>
                    <a:pt x="1178" y="270"/>
                  </a:lnTo>
                  <a:lnTo>
                    <a:pt x="2323" y="371"/>
                  </a:lnTo>
                  <a:lnTo>
                    <a:pt x="2289" y="607"/>
                  </a:lnTo>
                  <a:lnTo>
                    <a:pt x="2289" y="842"/>
                  </a:lnTo>
                  <a:lnTo>
                    <a:pt x="2323" y="1448"/>
                  </a:lnTo>
                  <a:lnTo>
                    <a:pt x="1246" y="1516"/>
                  </a:lnTo>
                  <a:lnTo>
                    <a:pt x="741" y="1516"/>
                  </a:lnTo>
                  <a:lnTo>
                    <a:pt x="505" y="1549"/>
                  </a:lnTo>
                  <a:lnTo>
                    <a:pt x="236" y="1583"/>
                  </a:lnTo>
                  <a:lnTo>
                    <a:pt x="202" y="876"/>
                  </a:lnTo>
                  <a:lnTo>
                    <a:pt x="168" y="203"/>
                  </a:lnTo>
                  <a:close/>
                  <a:moveTo>
                    <a:pt x="673" y="0"/>
                  </a:moveTo>
                  <a:lnTo>
                    <a:pt x="404" y="34"/>
                  </a:lnTo>
                  <a:lnTo>
                    <a:pt x="135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246"/>
                  </a:lnTo>
                  <a:lnTo>
                    <a:pt x="67" y="1583"/>
                  </a:lnTo>
                  <a:lnTo>
                    <a:pt x="101" y="1650"/>
                  </a:lnTo>
                  <a:lnTo>
                    <a:pt x="202" y="1650"/>
                  </a:lnTo>
                  <a:lnTo>
                    <a:pt x="236" y="1617"/>
                  </a:lnTo>
                  <a:lnTo>
                    <a:pt x="471" y="1718"/>
                  </a:lnTo>
                  <a:lnTo>
                    <a:pt x="741" y="1751"/>
                  </a:lnTo>
                  <a:lnTo>
                    <a:pt x="1010" y="1785"/>
                  </a:lnTo>
                  <a:lnTo>
                    <a:pt x="1279" y="1785"/>
                  </a:lnTo>
                  <a:lnTo>
                    <a:pt x="1818" y="1751"/>
                  </a:lnTo>
                  <a:lnTo>
                    <a:pt x="2357" y="1650"/>
                  </a:lnTo>
                  <a:lnTo>
                    <a:pt x="2357" y="1718"/>
                  </a:lnTo>
                  <a:lnTo>
                    <a:pt x="2390" y="1751"/>
                  </a:lnTo>
                  <a:lnTo>
                    <a:pt x="2458" y="1785"/>
                  </a:lnTo>
                  <a:lnTo>
                    <a:pt x="2525" y="1751"/>
                  </a:lnTo>
                  <a:lnTo>
                    <a:pt x="2559" y="1718"/>
                  </a:lnTo>
                  <a:lnTo>
                    <a:pt x="2559" y="1650"/>
                  </a:lnTo>
                  <a:lnTo>
                    <a:pt x="2491" y="1011"/>
                  </a:lnTo>
                  <a:lnTo>
                    <a:pt x="2458" y="371"/>
                  </a:lnTo>
                  <a:lnTo>
                    <a:pt x="2491" y="304"/>
                  </a:lnTo>
                  <a:lnTo>
                    <a:pt x="2491" y="236"/>
                  </a:lnTo>
                  <a:lnTo>
                    <a:pt x="2458" y="203"/>
                  </a:lnTo>
                  <a:lnTo>
                    <a:pt x="2390" y="169"/>
                  </a:lnTo>
                  <a:lnTo>
                    <a:pt x="1852" y="101"/>
                  </a:lnTo>
                  <a:lnTo>
                    <a:pt x="1246" y="34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5960525" y="2466100"/>
              <a:ext cx="64000" cy="61475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5974850" y="2536800"/>
              <a:ext cx="63150" cy="61475"/>
            </a:xfrm>
            <a:custGeom>
              <a:avLst/>
              <a:gdLst/>
              <a:ahLst/>
              <a:cxnLst/>
              <a:rect l="l" t="t" r="r" b="b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5803125" y="2348250"/>
              <a:ext cx="66525" cy="40425"/>
            </a:xfrm>
            <a:custGeom>
              <a:avLst/>
              <a:gdLst/>
              <a:ahLst/>
              <a:cxnLst/>
              <a:rect l="l" t="t" r="r" b="b"/>
              <a:pathLst>
                <a:path w="2661" h="1617" extrusionOk="0">
                  <a:moveTo>
                    <a:pt x="2189" y="203"/>
                  </a:moveTo>
                  <a:lnTo>
                    <a:pt x="2358" y="237"/>
                  </a:lnTo>
                  <a:lnTo>
                    <a:pt x="2391" y="270"/>
                  </a:lnTo>
                  <a:lnTo>
                    <a:pt x="2459" y="237"/>
                  </a:lnTo>
                  <a:lnTo>
                    <a:pt x="2459" y="371"/>
                  </a:lnTo>
                  <a:lnTo>
                    <a:pt x="2425" y="506"/>
                  </a:lnTo>
                  <a:lnTo>
                    <a:pt x="2425" y="775"/>
                  </a:lnTo>
                  <a:lnTo>
                    <a:pt x="2425" y="1078"/>
                  </a:lnTo>
                  <a:lnTo>
                    <a:pt x="2459" y="1381"/>
                  </a:lnTo>
                  <a:lnTo>
                    <a:pt x="1280" y="1381"/>
                  </a:lnTo>
                  <a:lnTo>
                    <a:pt x="708" y="1415"/>
                  </a:lnTo>
                  <a:lnTo>
                    <a:pt x="136" y="1482"/>
                  </a:lnTo>
                  <a:lnTo>
                    <a:pt x="169" y="1280"/>
                  </a:lnTo>
                  <a:lnTo>
                    <a:pt x="203" y="1078"/>
                  </a:lnTo>
                  <a:lnTo>
                    <a:pt x="203" y="708"/>
                  </a:lnTo>
                  <a:lnTo>
                    <a:pt x="203" y="439"/>
                  </a:lnTo>
                  <a:lnTo>
                    <a:pt x="203" y="304"/>
                  </a:lnTo>
                  <a:lnTo>
                    <a:pt x="203" y="203"/>
                  </a:lnTo>
                  <a:lnTo>
                    <a:pt x="371" y="237"/>
                  </a:lnTo>
                  <a:lnTo>
                    <a:pt x="1651" y="237"/>
                  </a:lnTo>
                  <a:lnTo>
                    <a:pt x="1987" y="203"/>
                  </a:lnTo>
                  <a:close/>
                  <a:moveTo>
                    <a:pt x="708" y="1"/>
                  </a:moveTo>
                  <a:lnTo>
                    <a:pt x="439" y="34"/>
                  </a:lnTo>
                  <a:lnTo>
                    <a:pt x="136" y="68"/>
                  </a:lnTo>
                  <a:lnTo>
                    <a:pt x="136" y="102"/>
                  </a:lnTo>
                  <a:lnTo>
                    <a:pt x="35" y="102"/>
                  </a:lnTo>
                  <a:lnTo>
                    <a:pt x="35" y="136"/>
                  </a:lnTo>
                  <a:lnTo>
                    <a:pt x="68" y="136"/>
                  </a:lnTo>
                  <a:lnTo>
                    <a:pt x="35" y="270"/>
                  </a:lnTo>
                  <a:lnTo>
                    <a:pt x="35" y="439"/>
                  </a:lnTo>
                  <a:lnTo>
                    <a:pt x="35" y="708"/>
                  </a:lnTo>
                  <a:lnTo>
                    <a:pt x="1" y="1078"/>
                  </a:lnTo>
                  <a:lnTo>
                    <a:pt x="1" y="1280"/>
                  </a:lnTo>
                  <a:lnTo>
                    <a:pt x="35" y="1482"/>
                  </a:lnTo>
                  <a:lnTo>
                    <a:pt x="68" y="1516"/>
                  </a:lnTo>
                  <a:lnTo>
                    <a:pt x="68" y="1550"/>
                  </a:lnTo>
                  <a:lnTo>
                    <a:pt x="102" y="1583"/>
                  </a:lnTo>
                  <a:lnTo>
                    <a:pt x="708" y="1617"/>
                  </a:lnTo>
                  <a:lnTo>
                    <a:pt x="1314" y="1617"/>
                  </a:lnTo>
                  <a:lnTo>
                    <a:pt x="2492" y="1583"/>
                  </a:lnTo>
                  <a:lnTo>
                    <a:pt x="2593" y="1583"/>
                  </a:lnTo>
                  <a:lnTo>
                    <a:pt x="2627" y="1550"/>
                  </a:lnTo>
                  <a:lnTo>
                    <a:pt x="2661" y="1482"/>
                  </a:lnTo>
                  <a:lnTo>
                    <a:pt x="2661" y="1449"/>
                  </a:lnTo>
                  <a:lnTo>
                    <a:pt x="2627" y="1381"/>
                  </a:lnTo>
                  <a:lnTo>
                    <a:pt x="2627" y="1078"/>
                  </a:lnTo>
                  <a:lnTo>
                    <a:pt x="2593" y="775"/>
                  </a:lnTo>
                  <a:lnTo>
                    <a:pt x="2627" y="439"/>
                  </a:lnTo>
                  <a:lnTo>
                    <a:pt x="2593" y="270"/>
                  </a:lnTo>
                  <a:lnTo>
                    <a:pt x="2560" y="136"/>
                  </a:lnTo>
                  <a:lnTo>
                    <a:pt x="2526" y="136"/>
                  </a:lnTo>
                  <a:lnTo>
                    <a:pt x="2492" y="102"/>
                  </a:lnTo>
                  <a:lnTo>
                    <a:pt x="2459" y="68"/>
                  </a:lnTo>
                  <a:lnTo>
                    <a:pt x="2324" y="34"/>
                  </a:lnTo>
                  <a:lnTo>
                    <a:pt x="2189" y="1"/>
                  </a:lnTo>
                  <a:lnTo>
                    <a:pt x="1886" y="1"/>
                  </a:lnTo>
                  <a:lnTo>
                    <a:pt x="1280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5201325" y="2394550"/>
              <a:ext cx="64825" cy="62300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5355350" y="2348250"/>
              <a:ext cx="69050" cy="40425"/>
            </a:xfrm>
            <a:custGeom>
              <a:avLst/>
              <a:gdLst/>
              <a:ahLst/>
              <a:cxnLst/>
              <a:rect l="l" t="t" r="r" b="b"/>
              <a:pathLst>
                <a:path w="2762" h="1617" extrusionOk="0">
                  <a:moveTo>
                    <a:pt x="135" y="136"/>
                  </a:moveTo>
                  <a:lnTo>
                    <a:pt x="438" y="203"/>
                  </a:lnTo>
                  <a:lnTo>
                    <a:pt x="741" y="237"/>
                  </a:lnTo>
                  <a:lnTo>
                    <a:pt x="1347" y="237"/>
                  </a:lnTo>
                  <a:lnTo>
                    <a:pt x="2593" y="203"/>
                  </a:lnTo>
                  <a:lnTo>
                    <a:pt x="2593" y="203"/>
                  </a:lnTo>
                  <a:lnTo>
                    <a:pt x="2559" y="506"/>
                  </a:lnTo>
                  <a:lnTo>
                    <a:pt x="2526" y="775"/>
                  </a:lnTo>
                  <a:lnTo>
                    <a:pt x="2559" y="1381"/>
                  </a:lnTo>
                  <a:lnTo>
                    <a:pt x="2223" y="1415"/>
                  </a:lnTo>
                  <a:lnTo>
                    <a:pt x="1886" y="1415"/>
                  </a:lnTo>
                  <a:lnTo>
                    <a:pt x="1246" y="1381"/>
                  </a:lnTo>
                  <a:lnTo>
                    <a:pt x="708" y="1348"/>
                  </a:lnTo>
                  <a:lnTo>
                    <a:pt x="438" y="1381"/>
                  </a:lnTo>
                  <a:lnTo>
                    <a:pt x="203" y="1449"/>
                  </a:lnTo>
                  <a:lnTo>
                    <a:pt x="169" y="775"/>
                  </a:lnTo>
                  <a:lnTo>
                    <a:pt x="169" y="439"/>
                  </a:lnTo>
                  <a:lnTo>
                    <a:pt x="135" y="136"/>
                  </a:lnTo>
                  <a:close/>
                  <a:moveTo>
                    <a:pt x="708" y="1"/>
                  </a:moveTo>
                  <a:lnTo>
                    <a:pt x="102" y="68"/>
                  </a:lnTo>
                  <a:lnTo>
                    <a:pt x="68" y="102"/>
                  </a:lnTo>
                  <a:lnTo>
                    <a:pt x="102" y="136"/>
                  </a:lnTo>
                  <a:lnTo>
                    <a:pt x="1" y="439"/>
                  </a:lnTo>
                  <a:lnTo>
                    <a:pt x="1" y="809"/>
                  </a:lnTo>
                  <a:lnTo>
                    <a:pt x="34" y="1516"/>
                  </a:lnTo>
                  <a:lnTo>
                    <a:pt x="68" y="1550"/>
                  </a:lnTo>
                  <a:lnTo>
                    <a:pt x="135" y="1583"/>
                  </a:lnTo>
                  <a:lnTo>
                    <a:pt x="169" y="1583"/>
                  </a:lnTo>
                  <a:lnTo>
                    <a:pt x="203" y="1516"/>
                  </a:lnTo>
                  <a:lnTo>
                    <a:pt x="506" y="1550"/>
                  </a:lnTo>
                  <a:lnTo>
                    <a:pt x="809" y="1550"/>
                  </a:lnTo>
                  <a:lnTo>
                    <a:pt x="1415" y="1583"/>
                  </a:lnTo>
                  <a:lnTo>
                    <a:pt x="2021" y="1617"/>
                  </a:lnTo>
                  <a:lnTo>
                    <a:pt x="2593" y="1583"/>
                  </a:lnTo>
                  <a:lnTo>
                    <a:pt x="2660" y="1583"/>
                  </a:lnTo>
                  <a:lnTo>
                    <a:pt x="2728" y="1550"/>
                  </a:lnTo>
                  <a:lnTo>
                    <a:pt x="2761" y="1550"/>
                  </a:lnTo>
                  <a:lnTo>
                    <a:pt x="2761" y="1482"/>
                  </a:lnTo>
                  <a:lnTo>
                    <a:pt x="2761" y="1415"/>
                  </a:lnTo>
                  <a:lnTo>
                    <a:pt x="2761" y="775"/>
                  </a:lnTo>
                  <a:lnTo>
                    <a:pt x="2761" y="439"/>
                  </a:lnTo>
                  <a:lnTo>
                    <a:pt x="2694" y="102"/>
                  </a:lnTo>
                  <a:lnTo>
                    <a:pt x="2694" y="68"/>
                  </a:lnTo>
                  <a:lnTo>
                    <a:pt x="2660" y="34"/>
                  </a:lnTo>
                  <a:lnTo>
                    <a:pt x="1347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5901625" y="25359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885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8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7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7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79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7" y="2223"/>
                  </a:lnTo>
                  <a:lnTo>
                    <a:pt x="1818" y="2189"/>
                  </a:lnTo>
                  <a:lnTo>
                    <a:pt x="1279" y="2189"/>
                  </a:lnTo>
                  <a:lnTo>
                    <a:pt x="202" y="2223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5658375" y="2346575"/>
              <a:ext cx="63975" cy="44625"/>
            </a:xfrm>
            <a:custGeom>
              <a:avLst/>
              <a:gdLst/>
              <a:ahLst/>
              <a:cxnLst/>
              <a:rect l="l" t="t" r="r" b="b"/>
              <a:pathLst>
                <a:path w="2559" h="1785" extrusionOk="0">
                  <a:moveTo>
                    <a:pt x="2390" y="203"/>
                  </a:moveTo>
                  <a:lnTo>
                    <a:pt x="2357" y="876"/>
                  </a:lnTo>
                  <a:lnTo>
                    <a:pt x="2323" y="1583"/>
                  </a:lnTo>
                  <a:lnTo>
                    <a:pt x="2087" y="1549"/>
                  </a:lnTo>
                  <a:lnTo>
                    <a:pt x="1852" y="1516"/>
                  </a:lnTo>
                  <a:lnTo>
                    <a:pt x="1347" y="1516"/>
                  </a:lnTo>
                  <a:lnTo>
                    <a:pt x="236" y="1448"/>
                  </a:lnTo>
                  <a:lnTo>
                    <a:pt x="269" y="842"/>
                  </a:lnTo>
                  <a:lnTo>
                    <a:pt x="269" y="607"/>
                  </a:lnTo>
                  <a:lnTo>
                    <a:pt x="236" y="371"/>
                  </a:lnTo>
                  <a:lnTo>
                    <a:pt x="1380" y="270"/>
                  </a:lnTo>
                  <a:lnTo>
                    <a:pt x="1885" y="270"/>
                  </a:lnTo>
                  <a:lnTo>
                    <a:pt x="2155" y="236"/>
                  </a:lnTo>
                  <a:lnTo>
                    <a:pt x="2390" y="203"/>
                  </a:lnTo>
                  <a:close/>
                  <a:moveTo>
                    <a:pt x="1616" y="0"/>
                  </a:moveTo>
                  <a:lnTo>
                    <a:pt x="1313" y="34"/>
                  </a:lnTo>
                  <a:lnTo>
                    <a:pt x="741" y="101"/>
                  </a:lnTo>
                  <a:lnTo>
                    <a:pt x="168" y="169"/>
                  </a:lnTo>
                  <a:lnTo>
                    <a:pt x="101" y="203"/>
                  </a:lnTo>
                  <a:lnTo>
                    <a:pt x="67" y="236"/>
                  </a:lnTo>
                  <a:lnTo>
                    <a:pt x="67" y="304"/>
                  </a:lnTo>
                  <a:lnTo>
                    <a:pt x="101" y="371"/>
                  </a:lnTo>
                  <a:lnTo>
                    <a:pt x="67" y="1011"/>
                  </a:lnTo>
                  <a:lnTo>
                    <a:pt x="0" y="1650"/>
                  </a:lnTo>
                  <a:lnTo>
                    <a:pt x="0" y="1718"/>
                  </a:lnTo>
                  <a:lnTo>
                    <a:pt x="34" y="1751"/>
                  </a:lnTo>
                  <a:lnTo>
                    <a:pt x="101" y="1785"/>
                  </a:lnTo>
                  <a:lnTo>
                    <a:pt x="202" y="1751"/>
                  </a:lnTo>
                  <a:lnTo>
                    <a:pt x="202" y="1718"/>
                  </a:lnTo>
                  <a:lnTo>
                    <a:pt x="236" y="1650"/>
                  </a:lnTo>
                  <a:lnTo>
                    <a:pt x="741" y="1751"/>
                  </a:lnTo>
                  <a:lnTo>
                    <a:pt x="1313" y="1785"/>
                  </a:lnTo>
                  <a:lnTo>
                    <a:pt x="1582" y="1785"/>
                  </a:lnTo>
                  <a:lnTo>
                    <a:pt x="1852" y="1751"/>
                  </a:lnTo>
                  <a:lnTo>
                    <a:pt x="2121" y="1718"/>
                  </a:lnTo>
                  <a:lnTo>
                    <a:pt x="2357" y="1617"/>
                  </a:lnTo>
                  <a:lnTo>
                    <a:pt x="2390" y="1650"/>
                  </a:lnTo>
                  <a:lnTo>
                    <a:pt x="2491" y="1650"/>
                  </a:lnTo>
                  <a:lnTo>
                    <a:pt x="2491" y="1583"/>
                  </a:lnTo>
                  <a:lnTo>
                    <a:pt x="2525" y="1246"/>
                  </a:lnTo>
                  <a:lnTo>
                    <a:pt x="2559" y="876"/>
                  </a:lnTo>
                  <a:lnTo>
                    <a:pt x="2559" y="506"/>
                  </a:lnTo>
                  <a:lnTo>
                    <a:pt x="2491" y="135"/>
                  </a:lnTo>
                  <a:lnTo>
                    <a:pt x="2491" y="101"/>
                  </a:lnTo>
                  <a:lnTo>
                    <a:pt x="2458" y="101"/>
                  </a:lnTo>
                  <a:lnTo>
                    <a:pt x="2188" y="34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5430250" y="2348250"/>
              <a:ext cx="69050" cy="40425"/>
            </a:xfrm>
            <a:custGeom>
              <a:avLst/>
              <a:gdLst/>
              <a:ahLst/>
              <a:cxnLst/>
              <a:rect l="l" t="t" r="r" b="b"/>
              <a:pathLst>
                <a:path w="2762" h="1617" extrusionOk="0">
                  <a:moveTo>
                    <a:pt x="2661" y="136"/>
                  </a:moveTo>
                  <a:lnTo>
                    <a:pt x="2593" y="439"/>
                  </a:lnTo>
                  <a:lnTo>
                    <a:pt x="2593" y="775"/>
                  </a:lnTo>
                  <a:lnTo>
                    <a:pt x="2560" y="1449"/>
                  </a:lnTo>
                  <a:lnTo>
                    <a:pt x="2324" y="1381"/>
                  </a:lnTo>
                  <a:lnTo>
                    <a:pt x="2055" y="1348"/>
                  </a:lnTo>
                  <a:lnTo>
                    <a:pt x="1516" y="1381"/>
                  </a:lnTo>
                  <a:lnTo>
                    <a:pt x="876" y="1415"/>
                  </a:lnTo>
                  <a:lnTo>
                    <a:pt x="540" y="1415"/>
                  </a:lnTo>
                  <a:lnTo>
                    <a:pt x="237" y="1381"/>
                  </a:lnTo>
                  <a:lnTo>
                    <a:pt x="237" y="775"/>
                  </a:lnTo>
                  <a:lnTo>
                    <a:pt x="237" y="506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1415" y="237"/>
                  </a:lnTo>
                  <a:lnTo>
                    <a:pt x="2055" y="237"/>
                  </a:lnTo>
                  <a:lnTo>
                    <a:pt x="2358" y="203"/>
                  </a:lnTo>
                  <a:lnTo>
                    <a:pt x="2661" y="136"/>
                  </a:lnTo>
                  <a:close/>
                  <a:moveTo>
                    <a:pt x="2055" y="1"/>
                  </a:moveTo>
                  <a:lnTo>
                    <a:pt x="1415" y="34"/>
                  </a:lnTo>
                  <a:lnTo>
                    <a:pt x="136" y="34"/>
                  </a:lnTo>
                  <a:lnTo>
                    <a:pt x="102" y="68"/>
                  </a:lnTo>
                  <a:lnTo>
                    <a:pt x="68" y="102"/>
                  </a:lnTo>
                  <a:lnTo>
                    <a:pt x="35" y="439"/>
                  </a:lnTo>
                  <a:lnTo>
                    <a:pt x="1" y="775"/>
                  </a:lnTo>
                  <a:lnTo>
                    <a:pt x="35" y="1415"/>
                  </a:lnTo>
                  <a:lnTo>
                    <a:pt x="1" y="1482"/>
                  </a:lnTo>
                  <a:lnTo>
                    <a:pt x="1" y="1550"/>
                  </a:lnTo>
                  <a:lnTo>
                    <a:pt x="68" y="1550"/>
                  </a:lnTo>
                  <a:lnTo>
                    <a:pt x="102" y="1583"/>
                  </a:lnTo>
                  <a:lnTo>
                    <a:pt x="169" y="1583"/>
                  </a:lnTo>
                  <a:lnTo>
                    <a:pt x="775" y="1617"/>
                  </a:lnTo>
                  <a:lnTo>
                    <a:pt x="1348" y="1583"/>
                  </a:lnTo>
                  <a:lnTo>
                    <a:pt x="1954" y="1550"/>
                  </a:lnTo>
                  <a:lnTo>
                    <a:pt x="2257" y="1550"/>
                  </a:lnTo>
                  <a:lnTo>
                    <a:pt x="2560" y="1516"/>
                  </a:lnTo>
                  <a:lnTo>
                    <a:pt x="2593" y="1583"/>
                  </a:lnTo>
                  <a:lnTo>
                    <a:pt x="2661" y="1583"/>
                  </a:lnTo>
                  <a:lnTo>
                    <a:pt x="2694" y="1550"/>
                  </a:lnTo>
                  <a:lnTo>
                    <a:pt x="2728" y="1516"/>
                  </a:lnTo>
                  <a:lnTo>
                    <a:pt x="2762" y="809"/>
                  </a:lnTo>
                  <a:lnTo>
                    <a:pt x="2762" y="439"/>
                  </a:lnTo>
                  <a:lnTo>
                    <a:pt x="2694" y="136"/>
                  </a:lnTo>
                  <a:lnTo>
                    <a:pt x="2694" y="102"/>
                  </a:lnTo>
                  <a:lnTo>
                    <a:pt x="2694" y="68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5132300" y="2346575"/>
              <a:ext cx="64000" cy="44625"/>
            </a:xfrm>
            <a:custGeom>
              <a:avLst/>
              <a:gdLst/>
              <a:ahLst/>
              <a:cxnLst/>
              <a:rect l="l" t="t" r="r" b="b"/>
              <a:pathLst>
                <a:path w="2560" h="1785" extrusionOk="0">
                  <a:moveTo>
                    <a:pt x="169" y="203"/>
                  </a:moveTo>
                  <a:lnTo>
                    <a:pt x="405" y="236"/>
                  </a:lnTo>
                  <a:lnTo>
                    <a:pt x="674" y="270"/>
                  </a:lnTo>
                  <a:lnTo>
                    <a:pt x="1179" y="270"/>
                  </a:lnTo>
                  <a:lnTo>
                    <a:pt x="2324" y="371"/>
                  </a:lnTo>
                  <a:lnTo>
                    <a:pt x="2290" y="607"/>
                  </a:lnTo>
                  <a:lnTo>
                    <a:pt x="2290" y="842"/>
                  </a:lnTo>
                  <a:lnTo>
                    <a:pt x="2324" y="1448"/>
                  </a:lnTo>
                  <a:lnTo>
                    <a:pt x="1246" y="1516"/>
                  </a:lnTo>
                  <a:lnTo>
                    <a:pt x="741" y="1516"/>
                  </a:lnTo>
                  <a:lnTo>
                    <a:pt x="506" y="1549"/>
                  </a:lnTo>
                  <a:lnTo>
                    <a:pt x="236" y="1583"/>
                  </a:lnTo>
                  <a:lnTo>
                    <a:pt x="203" y="876"/>
                  </a:lnTo>
                  <a:lnTo>
                    <a:pt x="169" y="203"/>
                  </a:lnTo>
                  <a:close/>
                  <a:moveTo>
                    <a:pt x="674" y="0"/>
                  </a:moveTo>
                  <a:lnTo>
                    <a:pt x="405" y="34"/>
                  </a:lnTo>
                  <a:lnTo>
                    <a:pt x="135" y="101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246"/>
                  </a:lnTo>
                  <a:lnTo>
                    <a:pt x="68" y="1583"/>
                  </a:lnTo>
                  <a:lnTo>
                    <a:pt x="101" y="1650"/>
                  </a:lnTo>
                  <a:lnTo>
                    <a:pt x="203" y="1650"/>
                  </a:lnTo>
                  <a:lnTo>
                    <a:pt x="236" y="1617"/>
                  </a:lnTo>
                  <a:lnTo>
                    <a:pt x="472" y="1718"/>
                  </a:lnTo>
                  <a:lnTo>
                    <a:pt x="741" y="1751"/>
                  </a:lnTo>
                  <a:lnTo>
                    <a:pt x="1011" y="1785"/>
                  </a:lnTo>
                  <a:lnTo>
                    <a:pt x="1280" y="1785"/>
                  </a:lnTo>
                  <a:lnTo>
                    <a:pt x="1819" y="1751"/>
                  </a:lnTo>
                  <a:lnTo>
                    <a:pt x="2357" y="1650"/>
                  </a:lnTo>
                  <a:lnTo>
                    <a:pt x="2357" y="1718"/>
                  </a:lnTo>
                  <a:lnTo>
                    <a:pt x="2391" y="1751"/>
                  </a:lnTo>
                  <a:lnTo>
                    <a:pt x="2458" y="1785"/>
                  </a:lnTo>
                  <a:lnTo>
                    <a:pt x="2526" y="1751"/>
                  </a:lnTo>
                  <a:lnTo>
                    <a:pt x="2559" y="1718"/>
                  </a:lnTo>
                  <a:lnTo>
                    <a:pt x="2559" y="1650"/>
                  </a:lnTo>
                  <a:lnTo>
                    <a:pt x="2492" y="1011"/>
                  </a:lnTo>
                  <a:lnTo>
                    <a:pt x="2458" y="371"/>
                  </a:lnTo>
                  <a:lnTo>
                    <a:pt x="2492" y="304"/>
                  </a:lnTo>
                  <a:lnTo>
                    <a:pt x="2492" y="236"/>
                  </a:lnTo>
                  <a:lnTo>
                    <a:pt x="2458" y="203"/>
                  </a:lnTo>
                  <a:lnTo>
                    <a:pt x="2391" y="169"/>
                  </a:lnTo>
                  <a:lnTo>
                    <a:pt x="1852" y="101"/>
                  </a:lnTo>
                  <a:lnTo>
                    <a:pt x="1246" y="34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5729075" y="2348250"/>
              <a:ext cx="67350" cy="40425"/>
            </a:xfrm>
            <a:custGeom>
              <a:avLst/>
              <a:gdLst/>
              <a:ahLst/>
              <a:cxnLst/>
              <a:rect l="l" t="t" r="r" b="b"/>
              <a:pathLst>
                <a:path w="2694" h="1617" extrusionOk="0">
                  <a:moveTo>
                    <a:pt x="2492" y="203"/>
                  </a:moveTo>
                  <a:lnTo>
                    <a:pt x="2458" y="304"/>
                  </a:lnTo>
                  <a:lnTo>
                    <a:pt x="2458" y="439"/>
                  </a:lnTo>
                  <a:lnTo>
                    <a:pt x="2492" y="708"/>
                  </a:lnTo>
                  <a:lnTo>
                    <a:pt x="2492" y="1078"/>
                  </a:lnTo>
                  <a:lnTo>
                    <a:pt x="2492" y="1280"/>
                  </a:lnTo>
                  <a:lnTo>
                    <a:pt x="2525" y="1482"/>
                  </a:lnTo>
                  <a:lnTo>
                    <a:pt x="1987" y="1415"/>
                  </a:lnTo>
                  <a:lnTo>
                    <a:pt x="1381" y="1381"/>
                  </a:lnTo>
                  <a:lnTo>
                    <a:pt x="236" y="1381"/>
                  </a:lnTo>
                  <a:lnTo>
                    <a:pt x="236" y="1078"/>
                  </a:lnTo>
                  <a:lnTo>
                    <a:pt x="236" y="775"/>
                  </a:lnTo>
                  <a:lnTo>
                    <a:pt x="236" y="506"/>
                  </a:lnTo>
                  <a:lnTo>
                    <a:pt x="236" y="371"/>
                  </a:lnTo>
                  <a:lnTo>
                    <a:pt x="202" y="237"/>
                  </a:lnTo>
                  <a:lnTo>
                    <a:pt x="202" y="237"/>
                  </a:lnTo>
                  <a:lnTo>
                    <a:pt x="269" y="270"/>
                  </a:lnTo>
                  <a:lnTo>
                    <a:pt x="337" y="237"/>
                  </a:lnTo>
                  <a:lnTo>
                    <a:pt x="505" y="203"/>
                  </a:lnTo>
                  <a:lnTo>
                    <a:pt x="673" y="203"/>
                  </a:lnTo>
                  <a:lnTo>
                    <a:pt x="1010" y="237"/>
                  </a:lnTo>
                  <a:lnTo>
                    <a:pt x="2290" y="237"/>
                  </a:lnTo>
                  <a:lnTo>
                    <a:pt x="2492" y="203"/>
                  </a:lnTo>
                  <a:close/>
                  <a:moveTo>
                    <a:pt x="471" y="1"/>
                  </a:moveTo>
                  <a:lnTo>
                    <a:pt x="337" y="34"/>
                  </a:lnTo>
                  <a:lnTo>
                    <a:pt x="202" y="68"/>
                  </a:lnTo>
                  <a:lnTo>
                    <a:pt x="168" y="102"/>
                  </a:lnTo>
                  <a:lnTo>
                    <a:pt x="135" y="136"/>
                  </a:lnTo>
                  <a:lnTo>
                    <a:pt x="67" y="270"/>
                  </a:lnTo>
                  <a:lnTo>
                    <a:pt x="67" y="439"/>
                  </a:lnTo>
                  <a:lnTo>
                    <a:pt x="67" y="775"/>
                  </a:lnTo>
                  <a:lnTo>
                    <a:pt x="67" y="1078"/>
                  </a:lnTo>
                  <a:lnTo>
                    <a:pt x="67" y="1381"/>
                  </a:lnTo>
                  <a:lnTo>
                    <a:pt x="0" y="1449"/>
                  </a:lnTo>
                  <a:lnTo>
                    <a:pt x="0" y="1482"/>
                  </a:lnTo>
                  <a:lnTo>
                    <a:pt x="34" y="1550"/>
                  </a:lnTo>
                  <a:lnTo>
                    <a:pt x="101" y="1583"/>
                  </a:lnTo>
                  <a:lnTo>
                    <a:pt x="168" y="1583"/>
                  </a:lnTo>
                  <a:lnTo>
                    <a:pt x="1381" y="1617"/>
                  </a:lnTo>
                  <a:lnTo>
                    <a:pt x="1987" y="1617"/>
                  </a:lnTo>
                  <a:lnTo>
                    <a:pt x="2559" y="1583"/>
                  </a:lnTo>
                  <a:lnTo>
                    <a:pt x="2593" y="1550"/>
                  </a:lnTo>
                  <a:lnTo>
                    <a:pt x="2593" y="1516"/>
                  </a:lnTo>
                  <a:lnTo>
                    <a:pt x="2626" y="1482"/>
                  </a:lnTo>
                  <a:lnTo>
                    <a:pt x="2694" y="1280"/>
                  </a:lnTo>
                  <a:lnTo>
                    <a:pt x="2694" y="1078"/>
                  </a:lnTo>
                  <a:lnTo>
                    <a:pt x="2660" y="708"/>
                  </a:lnTo>
                  <a:lnTo>
                    <a:pt x="2660" y="439"/>
                  </a:lnTo>
                  <a:lnTo>
                    <a:pt x="2626" y="270"/>
                  </a:lnTo>
                  <a:lnTo>
                    <a:pt x="2593" y="136"/>
                  </a:lnTo>
                  <a:lnTo>
                    <a:pt x="2626" y="136"/>
                  </a:lnTo>
                  <a:lnTo>
                    <a:pt x="2626" y="102"/>
                  </a:lnTo>
                  <a:lnTo>
                    <a:pt x="2559" y="102"/>
                  </a:lnTo>
                  <a:lnTo>
                    <a:pt x="2559" y="68"/>
                  </a:lnTo>
                  <a:lnTo>
                    <a:pt x="2525" y="68"/>
                  </a:lnTo>
                  <a:lnTo>
                    <a:pt x="2256" y="34"/>
                  </a:lnTo>
                  <a:lnTo>
                    <a:pt x="1953" y="1"/>
                  </a:lnTo>
                  <a:lnTo>
                    <a:pt x="1381" y="34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5750100" y="2466100"/>
              <a:ext cx="57275" cy="62300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7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7"/>
                  </a:lnTo>
                  <a:lnTo>
                    <a:pt x="2055" y="1145"/>
                  </a:lnTo>
                  <a:lnTo>
                    <a:pt x="2055" y="1717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6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5766100" y="2489675"/>
              <a:ext cx="19375" cy="20225"/>
            </a:xfrm>
            <a:custGeom>
              <a:avLst/>
              <a:gdLst/>
              <a:ahLst/>
              <a:cxnLst/>
              <a:rect l="l" t="t" r="r" b="b"/>
              <a:pathLst>
                <a:path w="775" h="809" extrusionOk="0">
                  <a:moveTo>
                    <a:pt x="337" y="202"/>
                  </a:moveTo>
                  <a:lnTo>
                    <a:pt x="337" y="236"/>
                  </a:lnTo>
                  <a:lnTo>
                    <a:pt x="405" y="269"/>
                  </a:lnTo>
                  <a:lnTo>
                    <a:pt x="539" y="269"/>
                  </a:lnTo>
                  <a:lnTo>
                    <a:pt x="573" y="438"/>
                  </a:lnTo>
                  <a:lnTo>
                    <a:pt x="539" y="505"/>
                  </a:lnTo>
                  <a:lnTo>
                    <a:pt x="506" y="572"/>
                  </a:lnTo>
                  <a:lnTo>
                    <a:pt x="438" y="606"/>
                  </a:lnTo>
                  <a:lnTo>
                    <a:pt x="371" y="640"/>
                  </a:lnTo>
                  <a:lnTo>
                    <a:pt x="304" y="606"/>
                  </a:lnTo>
                  <a:lnTo>
                    <a:pt x="236" y="572"/>
                  </a:lnTo>
                  <a:lnTo>
                    <a:pt x="203" y="505"/>
                  </a:lnTo>
                  <a:lnTo>
                    <a:pt x="203" y="438"/>
                  </a:lnTo>
                  <a:lnTo>
                    <a:pt x="236" y="269"/>
                  </a:lnTo>
                  <a:lnTo>
                    <a:pt x="337" y="202"/>
                  </a:lnTo>
                  <a:close/>
                  <a:moveTo>
                    <a:pt x="337" y="0"/>
                  </a:moveTo>
                  <a:lnTo>
                    <a:pt x="203" y="67"/>
                  </a:lnTo>
                  <a:lnTo>
                    <a:pt x="102" y="168"/>
                  </a:lnTo>
                  <a:lnTo>
                    <a:pt x="34" y="303"/>
                  </a:lnTo>
                  <a:lnTo>
                    <a:pt x="1" y="438"/>
                  </a:lnTo>
                  <a:lnTo>
                    <a:pt x="34" y="606"/>
                  </a:lnTo>
                  <a:lnTo>
                    <a:pt x="135" y="741"/>
                  </a:lnTo>
                  <a:lnTo>
                    <a:pt x="236" y="808"/>
                  </a:lnTo>
                  <a:lnTo>
                    <a:pt x="506" y="808"/>
                  </a:lnTo>
                  <a:lnTo>
                    <a:pt x="607" y="741"/>
                  </a:lnTo>
                  <a:lnTo>
                    <a:pt x="708" y="606"/>
                  </a:lnTo>
                  <a:lnTo>
                    <a:pt x="775" y="438"/>
                  </a:lnTo>
                  <a:lnTo>
                    <a:pt x="741" y="269"/>
                  </a:lnTo>
                  <a:lnTo>
                    <a:pt x="708" y="135"/>
                  </a:lnTo>
                  <a:lnTo>
                    <a:pt x="640" y="67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5729900" y="2607500"/>
              <a:ext cx="57275" cy="62325"/>
            </a:xfrm>
            <a:custGeom>
              <a:avLst/>
              <a:gdLst/>
              <a:ahLst/>
              <a:cxnLst/>
              <a:rect l="l" t="t" r="r" b="b"/>
              <a:pathLst>
                <a:path w="2291" h="2493" extrusionOk="0">
                  <a:moveTo>
                    <a:pt x="236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8"/>
                  </a:lnTo>
                  <a:lnTo>
                    <a:pt x="2055" y="1145"/>
                  </a:lnTo>
                  <a:lnTo>
                    <a:pt x="2055" y="1718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3"/>
                  </a:lnTo>
                  <a:lnTo>
                    <a:pt x="506" y="2189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135" y="2324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5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1"/>
                  </a:lnTo>
                  <a:lnTo>
                    <a:pt x="2290" y="1718"/>
                  </a:lnTo>
                  <a:lnTo>
                    <a:pt x="2290" y="1145"/>
                  </a:lnTo>
                  <a:lnTo>
                    <a:pt x="2290" y="708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3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5784625" y="2559525"/>
              <a:ext cx="18525" cy="21900"/>
            </a:xfrm>
            <a:custGeom>
              <a:avLst/>
              <a:gdLst/>
              <a:ahLst/>
              <a:cxnLst/>
              <a:rect l="l" t="t" r="r" b="b"/>
              <a:pathLst>
                <a:path w="741" h="876" extrusionOk="0">
                  <a:moveTo>
                    <a:pt x="236" y="1"/>
                  </a:moveTo>
                  <a:lnTo>
                    <a:pt x="169" y="68"/>
                  </a:lnTo>
                  <a:lnTo>
                    <a:pt x="101" y="135"/>
                  </a:lnTo>
                  <a:lnTo>
                    <a:pt x="34" y="337"/>
                  </a:lnTo>
                  <a:lnTo>
                    <a:pt x="0" y="573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438" y="876"/>
                  </a:lnTo>
                  <a:lnTo>
                    <a:pt x="573" y="842"/>
                  </a:lnTo>
                  <a:lnTo>
                    <a:pt x="707" y="775"/>
                  </a:lnTo>
                  <a:lnTo>
                    <a:pt x="741" y="741"/>
                  </a:lnTo>
                  <a:lnTo>
                    <a:pt x="741" y="708"/>
                  </a:lnTo>
                  <a:lnTo>
                    <a:pt x="707" y="640"/>
                  </a:lnTo>
                  <a:lnTo>
                    <a:pt x="606" y="607"/>
                  </a:lnTo>
                  <a:lnTo>
                    <a:pt x="472" y="607"/>
                  </a:lnTo>
                  <a:lnTo>
                    <a:pt x="236" y="640"/>
                  </a:lnTo>
                  <a:lnTo>
                    <a:pt x="270" y="304"/>
                  </a:lnTo>
                  <a:lnTo>
                    <a:pt x="303" y="169"/>
                  </a:lnTo>
                  <a:lnTo>
                    <a:pt x="303" y="102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5745050" y="24677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5757675" y="2535950"/>
              <a:ext cx="64850" cy="62325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2391" y="1"/>
                  </a:moveTo>
                  <a:lnTo>
                    <a:pt x="2391" y="34"/>
                  </a:lnTo>
                  <a:lnTo>
                    <a:pt x="2391" y="102"/>
                  </a:lnTo>
                  <a:lnTo>
                    <a:pt x="2021" y="68"/>
                  </a:lnTo>
                  <a:lnTo>
                    <a:pt x="1651" y="68"/>
                  </a:lnTo>
                  <a:lnTo>
                    <a:pt x="910" y="102"/>
                  </a:lnTo>
                  <a:lnTo>
                    <a:pt x="506" y="68"/>
                  </a:lnTo>
                  <a:lnTo>
                    <a:pt x="304" y="68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35" y="405"/>
                  </a:lnTo>
                  <a:lnTo>
                    <a:pt x="1" y="640"/>
                  </a:lnTo>
                  <a:lnTo>
                    <a:pt x="35" y="1179"/>
                  </a:lnTo>
                  <a:lnTo>
                    <a:pt x="35" y="2391"/>
                  </a:lnTo>
                  <a:lnTo>
                    <a:pt x="68" y="2459"/>
                  </a:lnTo>
                  <a:lnTo>
                    <a:pt x="136" y="2492"/>
                  </a:lnTo>
                  <a:lnTo>
                    <a:pt x="203" y="2492"/>
                  </a:lnTo>
                  <a:lnTo>
                    <a:pt x="237" y="2459"/>
                  </a:lnTo>
                  <a:lnTo>
                    <a:pt x="506" y="2492"/>
                  </a:lnTo>
                  <a:lnTo>
                    <a:pt x="2122" y="2492"/>
                  </a:lnTo>
                  <a:lnTo>
                    <a:pt x="2257" y="2425"/>
                  </a:lnTo>
                  <a:lnTo>
                    <a:pt x="2324" y="2358"/>
                  </a:lnTo>
                  <a:lnTo>
                    <a:pt x="2223" y="2257"/>
                  </a:lnTo>
                  <a:lnTo>
                    <a:pt x="2088" y="2223"/>
                  </a:lnTo>
                  <a:lnTo>
                    <a:pt x="1954" y="2189"/>
                  </a:lnTo>
                  <a:lnTo>
                    <a:pt x="1819" y="2189"/>
                  </a:lnTo>
                  <a:lnTo>
                    <a:pt x="1213" y="2223"/>
                  </a:lnTo>
                  <a:lnTo>
                    <a:pt x="742" y="2189"/>
                  </a:lnTo>
                  <a:lnTo>
                    <a:pt x="472" y="2189"/>
                  </a:lnTo>
                  <a:lnTo>
                    <a:pt x="270" y="2223"/>
                  </a:lnTo>
                  <a:lnTo>
                    <a:pt x="237" y="1011"/>
                  </a:lnTo>
                  <a:lnTo>
                    <a:pt x="237" y="674"/>
                  </a:lnTo>
                  <a:lnTo>
                    <a:pt x="203" y="506"/>
                  </a:lnTo>
                  <a:lnTo>
                    <a:pt x="169" y="337"/>
                  </a:lnTo>
                  <a:lnTo>
                    <a:pt x="237" y="337"/>
                  </a:lnTo>
                  <a:lnTo>
                    <a:pt x="270" y="304"/>
                  </a:lnTo>
                  <a:lnTo>
                    <a:pt x="304" y="270"/>
                  </a:lnTo>
                  <a:lnTo>
                    <a:pt x="2122" y="270"/>
                  </a:lnTo>
                  <a:lnTo>
                    <a:pt x="2358" y="236"/>
                  </a:lnTo>
                  <a:lnTo>
                    <a:pt x="2358" y="674"/>
                  </a:lnTo>
                  <a:lnTo>
                    <a:pt x="2358" y="1112"/>
                  </a:lnTo>
                  <a:lnTo>
                    <a:pt x="2324" y="1718"/>
                  </a:lnTo>
                  <a:lnTo>
                    <a:pt x="2324" y="2055"/>
                  </a:lnTo>
                  <a:lnTo>
                    <a:pt x="2324" y="2358"/>
                  </a:lnTo>
                  <a:lnTo>
                    <a:pt x="2358" y="2425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60" y="2055"/>
                  </a:lnTo>
                  <a:lnTo>
                    <a:pt x="2593" y="1752"/>
                  </a:lnTo>
                  <a:lnTo>
                    <a:pt x="2593" y="1112"/>
                  </a:lnTo>
                  <a:lnTo>
                    <a:pt x="2593" y="573"/>
                  </a:lnTo>
                  <a:lnTo>
                    <a:pt x="2560" y="304"/>
                  </a:lnTo>
                  <a:lnTo>
                    <a:pt x="2492" y="34"/>
                  </a:lnTo>
                  <a:lnTo>
                    <a:pt x="24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5889000" y="24644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79" y="269"/>
                  </a:lnTo>
                  <a:lnTo>
                    <a:pt x="2357" y="236"/>
                  </a:lnTo>
                  <a:lnTo>
                    <a:pt x="2289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89" y="2424"/>
                  </a:lnTo>
                  <a:lnTo>
                    <a:pt x="2289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0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1" y="1885"/>
                  </a:lnTo>
                  <a:lnTo>
                    <a:pt x="2525" y="1313"/>
                  </a:lnTo>
                  <a:lnTo>
                    <a:pt x="2491" y="774"/>
                  </a:lnTo>
                  <a:lnTo>
                    <a:pt x="2458" y="202"/>
                  </a:lnTo>
                  <a:lnTo>
                    <a:pt x="2491" y="168"/>
                  </a:lnTo>
                  <a:lnTo>
                    <a:pt x="2491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5830900" y="2536800"/>
              <a:ext cx="58125" cy="62300"/>
            </a:xfrm>
            <a:custGeom>
              <a:avLst/>
              <a:gdLst/>
              <a:ahLst/>
              <a:cxnLst/>
              <a:rect l="l" t="t" r="r" b="b"/>
              <a:pathLst>
                <a:path w="2325" h="2492" extrusionOk="0">
                  <a:moveTo>
                    <a:pt x="1853" y="0"/>
                  </a:moveTo>
                  <a:lnTo>
                    <a:pt x="1381" y="34"/>
                  </a:lnTo>
                  <a:lnTo>
                    <a:pt x="136" y="34"/>
                  </a:lnTo>
                  <a:lnTo>
                    <a:pt x="68" y="68"/>
                  </a:lnTo>
                  <a:lnTo>
                    <a:pt x="35" y="135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35" y="472"/>
                  </a:lnTo>
                  <a:lnTo>
                    <a:pt x="35" y="708"/>
                  </a:lnTo>
                  <a:lnTo>
                    <a:pt x="35" y="1145"/>
                  </a:lnTo>
                  <a:lnTo>
                    <a:pt x="1" y="1718"/>
                  </a:lnTo>
                  <a:lnTo>
                    <a:pt x="35" y="2021"/>
                  </a:lnTo>
                  <a:lnTo>
                    <a:pt x="35" y="2290"/>
                  </a:lnTo>
                  <a:lnTo>
                    <a:pt x="35" y="2357"/>
                  </a:lnTo>
                  <a:lnTo>
                    <a:pt x="35" y="2425"/>
                  </a:lnTo>
                  <a:lnTo>
                    <a:pt x="68" y="2492"/>
                  </a:lnTo>
                  <a:lnTo>
                    <a:pt x="1819" y="2492"/>
                  </a:lnTo>
                  <a:lnTo>
                    <a:pt x="2021" y="2458"/>
                  </a:lnTo>
                  <a:lnTo>
                    <a:pt x="2122" y="2391"/>
                  </a:lnTo>
                  <a:lnTo>
                    <a:pt x="2189" y="2324"/>
                  </a:lnTo>
                  <a:lnTo>
                    <a:pt x="2122" y="2256"/>
                  </a:lnTo>
                  <a:lnTo>
                    <a:pt x="2021" y="2223"/>
                  </a:lnTo>
                  <a:lnTo>
                    <a:pt x="1819" y="2189"/>
                  </a:lnTo>
                  <a:lnTo>
                    <a:pt x="1415" y="2223"/>
                  </a:lnTo>
                  <a:lnTo>
                    <a:pt x="237" y="2256"/>
                  </a:lnTo>
                  <a:lnTo>
                    <a:pt x="270" y="1987"/>
                  </a:lnTo>
                  <a:lnTo>
                    <a:pt x="270" y="1718"/>
                  </a:lnTo>
                  <a:lnTo>
                    <a:pt x="270" y="1145"/>
                  </a:lnTo>
                  <a:lnTo>
                    <a:pt x="270" y="708"/>
                  </a:lnTo>
                  <a:lnTo>
                    <a:pt x="270" y="472"/>
                  </a:lnTo>
                  <a:lnTo>
                    <a:pt x="237" y="270"/>
                  </a:lnTo>
                  <a:lnTo>
                    <a:pt x="1954" y="270"/>
                  </a:lnTo>
                  <a:lnTo>
                    <a:pt x="2156" y="202"/>
                  </a:lnTo>
                  <a:lnTo>
                    <a:pt x="2223" y="169"/>
                  </a:lnTo>
                  <a:lnTo>
                    <a:pt x="2324" y="101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5835950" y="2487975"/>
              <a:ext cx="22750" cy="18550"/>
            </a:xfrm>
            <a:custGeom>
              <a:avLst/>
              <a:gdLst/>
              <a:ahLst/>
              <a:cxnLst/>
              <a:rect l="l" t="t" r="r" b="b"/>
              <a:pathLst>
                <a:path w="910" h="742" extrusionOk="0">
                  <a:moveTo>
                    <a:pt x="506" y="169"/>
                  </a:moveTo>
                  <a:lnTo>
                    <a:pt x="641" y="203"/>
                  </a:lnTo>
                  <a:lnTo>
                    <a:pt x="742" y="236"/>
                  </a:lnTo>
                  <a:lnTo>
                    <a:pt x="674" y="337"/>
                  </a:lnTo>
                  <a:lnTo>
                    <a:pt x="540" y="405"/>
                  </a:lnTo>
                  <a:lnTo>
                    <a:pt x="270" y="405"/>
                  </a:lnTo>
                  <a:lnTo>
                    <a:pt x="270" y="203"/>
                  </a:lnTo>
                  <a:lnTo>
                    <a:pt x="371" y="203"/>
                  </a:lnTo>
                  <a:lnTo>
                    <a:pt x="506" y="169"/>
                  </a:lnTo>
                  <a:close/>
                  <a:moveTo>
                    <a:pt x="506" y="1"/>
                  </a:moveTo>
                  <a:lnTo>
                    <a:pt x="371" y="34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36"/>
                  </a:lnTo>
                  <a:lnTo>
                    <a:pt x="102" y="371"/>
                  </a:lnTo>
                  <a:lnTo>
                    <a:pt x="35" y="405"/>
                  </a:lnTo>
                  <a:lnTo>
                    <a:pt x="1" y="438"/>
                  </a:lnTo>
                  <a:lnTo>
                    <a:pt x="1" y="506"/>
                  </a:lnTo>
                  <a:lnTo>
                    <a:pt x="68" y="539"/>
                  </a:lnTo>
                  <a:lnTo>
                    <a:pt x="68" y="573"/>
                  </a:lnTo>
                  <a:lnTo>
                    <a:pt x="102" y="640"/>
                  </a:lnTo>
                  <a:lnTo>
                    <a:pt x="102" y="708"/>
                  </a:lnTo>
                  <a:lnTo>
                    <a:pt x="169" y="741"/>
                  </a:lnTo>
                  <a:lnTo>
                    <a:pt x="203" y="741"/>
                  </a:lnTo>
                  <a:lnTo>
                    <a:pt x="237" y="708"/>
                  </a:lnTo>
                  <a:lnTo>
                    <a:pt x="270" y="674"/>
                  </a:lnTo>
                  <a:lnTo>
                    <a:pt x="270" y="640"/>
                  </a:lnTo>
                  <a:lnTo>
                    <a:pt x="270" y="573"/>
                  </a:lnTo>
                  <a:lnTo>
                    <a:pt x="506" y="573"/>
                  </a:lnTo>
                  <a:lnTo>
                    <a:pt x="674" y="539"/>
                  </a:lnTo>
                  <a:lnTo>
                    <a:pt x="775" y="472"/>
                  </a:lnTo>
                  <a:lnTo>
                    <a:pt x="843" y="405"/>
                  </a:lnTo>
                  <a:lnTo>
                    <a:pt x="910" y="304"/>
                  </a:lnTo>
                  <a:lnTo>
                    <a:pt x="910" y="203"/>
                  </a:lnTo>
                  <a:lnTo>
                    <a:pt x="910" y="169"/>
                  </a:lnTo>
                  <a:lnTo>
                    <a:pt x="876" y="135"/>
                  </a:lnTo>
                  <a:lnTo>
                    <a:pt x="708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5816600" y="2465250"/>
              <a:ext cx="64850" cy="62325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5979900" y="2689150"/>
              <a:ext cx="22750" cy="15175"/>
            </a:xfrm>
            <a:custGeom>
              <a:avLst/>
              <a:gdLst/>
              <a:ahLst/>
              <a:cxnLst/>
              <a:rect l="l" t="t" r="r" b="b"/>
              <a:pathLst>
                <a:path w="910" h="607" extrusionOk="0">
                  <a:moveTo>
                    <a:pt x="438" y="0"/>
                  </a:moveTo>
                  <a:lnTo>
                    <a:pt x="303" y="68"/>
                  </a:lnTo>
                  <a:lnTo>
                    <a:pt x="202" y="202"/>
                  </a:lnTo>
                  <a:lnTo>
                    <a:pt x="101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472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72" y="236"/>
                  </a:lnTo>
                  <a:lnTo>
                    <a:pt x="606" y="404"/>
                  </a:lnTo>
                  <a:lnTo>
                    <a:pt x="775" y="573"/>
                  </a:lnTo>
                  <a:lnTo>
                    <a:pt x="808" y="606"/>
                  </a:lnTo>
                  <a:lnTo>
                    <a:pt x="876" y="573"/>
                  </a:lnTo>
                  <a:lnTo>
                    <a:pt x="909" y="539"/>
                  </a:lnTo>
                  <a:lnTo>
                    <a:pt x="876" y="472"/>
                  </a:lnTo>
                  <a:lnTo>
                    <a:pt x="741" y="303"/>
                  </a:lnTo>
                  <a:lnTo>
                    <a:pt x="573" y="135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6049750" y="2427375"/>
              <a:ext cx="28650" cy="20225"/>
            </a:xfrm>
            <a:custGeom>
              <a:avLst/>
              <a:gdLst/>
              <a:ahLst/>
              <a:cxnLst/>
              <a:rect l="l" t="t" r="r" b="b"/>
              <a:pathLst>
                <a:path w="1146" h="809" extrusionOk="0">
                  <a:moveTo>
                    <a:pt x="304" y="1"/>
                  </a:moveTo>
                  <a:lnTo>
                    <a:pt x="203" y="68"/>
                  </a:lnTo>
                  <a:lnTo>
                    <a:pt x="135" y="169"/>
                  </a:lnTo>
                  <a:lnTo>
                    <a:pt x="68" y="270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371" y="775"/>
                  </a:lnTo>
                  <a:lnTo>
                    <a:pt x="438" y="809"/>
                  </a:lnTo>
                  <a:lnTo>
                    <a:pt x="506" y="775"/>
                  </a:lnTo>
                  <a:lnTo>
                    <a:pt x="539" y="708"/>
                  </a:lnTo>
                  <a:lnTo>
                    <a:pt x="539" y="674"/>
                  </a:lnTo>
                  <a:lnTo>
                    <a:pt x="506" y="640"/>
                  </a:lnTo>
                  <a:lnTo>
                    <a:pt x="304" y="472"/>
                  </a:lnTo>
                  <a:lnTo>
                    <a:pt x="674" y="438"/>
                  </a:lnTo>
                  <a:lnTo>
                    <a:pt x="1044" y="405"/>
                  </a:lnTo>
                  <a:lnTo>
                    <a:pt x="1112" y="371"/>
                  </a:lnTo>
                  <a:lnTo>
                    <a:pt x="1145" y="304"/>
                  </a:lnTo>
                  <a:lnTo>
                    <a:pt x="1112" y="236"/>
                  </a:lnTo>
                  <a:lnTo>
                    <a:pt x="1044" y="203"/>
                  </a:lnTo>
                  <a:lnTo>
                    <a:pt x="674" y="236"/>
                  </a:lnTo>
                  <a:lnTo>
                    <a:pt x="304" y="304"/>
                  </a:lnTo>
                  <a:lnTo>
                    <a:pt x="438" y="135"/>
                  </a:lnTo>
                  <a:lnTo>
                    <a:pt x="438" y="102"/>
                  </a:lnTo>
                  <a:lnTo>
                    <a:pt x="438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5938650" y="2604125"/>
              <a:ext cx="155750" cy="69900"/>
            </a:xfrm>
            <a:custGeom>
              <a:avLst/>
              <a:gdLst/>
              <a:ahLst/>
              <a:cxnLst/>
              <a:rect l="l" t="t" r="r" b="b"/>
              <a:pathLst>
                <a:path w="6230" h="2796" extrusionOk="0">
                  <a:moveTo>
                    <a:pt x="3839" y="1"/>
                  </a:moveTo>
                  <a:lnTo>
                    <a:pt x="1953" y="35"/>
                  </a:lnTo>
                  <a:lnTo>
                    <a:pt x="1011" y="35"/>
                  </a:lnTo>
                  <a:lnTo>
                    <a:pt x="539" y="102"/>
                  </a:lnTo>
                  <a:lnTo>
                    <a:pt x="101" y="203"/>
                  </a:lnTo>
                  <a:lnTo>
                    <a:pt x="68" y="237"/>
                  </a:lnTo>
                  <a:lnTo>
                    <a:pt x="101" y="270"/>
                  </a:lnTo>
                  <a:lnTo>
                    <a:pt x="135" y="270"/>
                  </a:lnTo>
                  <a:lnTo>
                    <a:pt x="34" y="506"/>
                  </a:lnTo>
                  <a:lnTo>
                    <a:pt x="0" y="775"/>
                  </a:lnTo>
                  <a:lnTo>
                    <a:pt x="0" y="1314"/>
                  </a:lnTo>
                  <a:lnTo>
                    <a:pt x="34" y="1954"/>
                  </a:lnTo>
                  <a:lnTo>
                    <a:pt x="135" y="2593"/>
                  </a:lnTo>
                  <a:lnTo>
                    <a:pt x="169" y="2627"/>
                  </a:lnTo>
                  <a:lnTo>
                    <a:pt x="202" y="2661"/>
                  </a:lnTo>
                  <a:lnTo>
                    <a:pt x="303" y="2661"/>
                  </a:lnTo>
                  <a:lnTo>
                    <a:pt x="977" y="2762"/>
                  </a:lnTo>
                  <a:lnTo>
                    <a:pt x="1684" y="2795"/>
                  </a:lnTo>
                  <a:lnTo>
                    <a:pt x="2391" y="2762"/>
                  </a:lnTo>
                  <a:lnTo>
                    <a:pt x="3098" y="2728"/>
                  </a:lnTo>
                  <a:lnTo>
                    <a:pt x="4478" y="2661"/>
                  </a:lnTo>
                  <a:lnTo>
                    <a:pt x="5185" y="2627"/>
                  </a:lnTo>
                  <a:lnTo>
                    <a:pt x="5892" y="2661"/>
                  </a:lnTo>
                  <a:lnTo>
                    <a:pt x="5926" y="2728"/>
                  </a:lnTo>
                  <a:lnTo>
                    <a:pt x="6027" y="2728"/>
                  </a:lnTo>
                  <a:lnTo>
                    <a:pt x="6094" y="2694"/>
                  </a:lnTo>
                  <a:lnTo>
                    <a:pt x="6128" y="2627"/>
                  </a:lnTo>
                  <a:lnTo>
                    <a:pt x="6195" y="1348"/>
                  </a:lnTo>
                  <a:lnTo>
                    <a:pt x="6229" y="708"/>
                  </a:lnTo>
                  <a:lnTo>
                    <a:pt x="6229" y="405"/>
                  </a:lnTo>
                  <a:lnTo>
                    <a:pt x="6195" y="102"/>
                  </a:lnTo>
                  <a:lnTo>
                    <a:pt x="6162" y="68"/>
                  </a:lnTo>
                  <a:lnTo>
                    <a:pt x="6128" y="35"/>
                  </a:lnTo>
                  <a:lnTo>
                    <a:pt x="6094" y="68"/>
                  </a:lnTo>
                  <a:lnTo>
                    <a:pt x="6061" y="102"/>
                  </a:lnTo>
                  <a:lnTo>
                    <a:pt x="5960" y="641"/>
                  </a:lnTo>
                  <a:lnTo>
                    <a:pt x="5926" y="1247"/>
                  </a:lnTo>
                  <a:lnTo>
                    <a:pt x="5892" y="2425"/>
                  </a:lnTo>
                  <a:lnTo>
                    <a:pt x="5185" y="2391"/>
                  </a:lnTo>
                  <a:lnTo>
                    <a:pt x="4512" y="2391"/>
                  </a:lnTo>
                  <a:lnTo>
                    <a:pt x="3132" y="2459"/>
                  </a:lnTo>
                  <a:lnTo>
                    <a:pt x="1751" y="2526"/>
                  </a:lnTo>
                  <a:lnTo>
                    <a:pt x="1044" y="2560"/>
                  </a:lnTo>
                  <a:lnTo>
                    <a:pt x="371" y="2526"/>
                  </a:lnTo>
                  <a:lnTo>
                    <a:pt x="270" y="1920"/>
                  </a:lnTo>
                  <a:lnTo>
                    <a:pt x="236" y="1314"/>
                  </a:lnTo>
                  <a:lnTo>
                    <a:pt x="236" y="775"/>
                  </a:lnTo>
                  <a:lnTo>
                    <a:pt x="236" y="506"/>
                  </a:lnTo>
                  <a:lnTo>
                    <a:pt x="169" y="270"/>
                  </a:lnTo>
                  <a:lnTo>
                    <a:pt x="505" y="304"/>
                  </a:lnTo>
                  <a:lnTo>
                    <a:pt x="1482" y="304"/>
                  </a:lnTo>
                  <a:lnTo>
                    <a:pt x="2122" y="270"/>
                  </a:lnTo>
                  <a:lnTo>
                    <a:pt x="2761" y="237"/>
                  </a:lnTo>
                  <a:lnTo>
                    <a:pt x="4108" y="203"/>
                  </a:lnTo>
                  <a:lnTo>
                    <a:pt x="5354" y="203"/>
                  </a:lnTo>
                  <a:lnTo>
                    <a:pt x="5623" y="237"/>
                  </a:lnTo>
                  <a:lnTo>
                    <a:pt x="5724" y="237"/>
                  </a:lnTo>
                  <a:lnTo>
                    <a:pt x="5791" y="270"/>
                  </a:lnTo>
                  <a:lnTo>
                    <a:pt x="5859" y="304"/>
                  </a:lnTo>
                  <a:lnTo>
                    <a:pt x="5892" y="304"/>
                  </a:lnTo>
                  <a:lnTo>
                    <a:pt x="5960" y="270"/>
                  </a:lnTo>
                  <a:lnTo>
                    <a:pt x="5960" y="203"/>
                  </a:lnTo>
                  <a:lnTo>
                    <a:pt x="5926" y="102"/>
                  </a:lnTo>
                  <a:lnTo>
                    <a:pt x="5859" y="68"/>
                  </a:lnTo>
                  <a:lnTo>
                    <a:pt x="5791" y="35"/>
                  </a:lnTo>
                  <a:lnTo>
                    <a:pt x="56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5744225" y="2620125"/>
              <a:ext cx="22750" cy="13500"/>
            </a:xfrm>
            <a:custGeom>
              <a:avLst/>
              <a:gdLst/>
              <a:ahLst/>
              <a:cxnLst/>
              <a:rect l="l" t="t" r="r" b="b"/>
              <a:pathLst>
                <a:path w="910" h="540" extrusionOk="0">
                  <a:moveTo>
                    <a:pt x="741" y="1"/>
                  </a:moveTo>
                  <a:lnTo>
                    <a:pt x="573" y="34"/>
                  </a:lnTo>
                  <a:lnTo>
                    <a:pt x="404" y="102"/>
                  </a:lnTo>
                  <a:lnTo>
                    <a:pt x="67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405"/>
                  </a:lnTo>
                  <a:lnTo>
                    <a:pt x="67" y="438"/>
                  </a:lnTo>
                  <a:lnTo>
                    <a:pt x="775" y="539"/>
                  </a:lnTo>
                  <a:lnTo>
                    <a:pt x="842" y="539"/>
                  </a:lnTo>
                  <a:lnTo>
                    <a:pt x="876" y="506"/>
                  </a:lnTo>
                  <a:lnTo>
                    <a:pt x="909" y="472"/>
                  </a:lnTo>
                  <a:lnTo>
                    <a:pt x="909" y="438"/>
                  </a:lnTo>
                  <a:lnTo>
                    <a:pt x="876" y="371"/>
                  </a:lnTo>
                  <a:lnTo>
                    <a:pt x="842" y="337"/>
                  </a:lnTo>
                  <a:lnTo>
                    <a:pt x="505" y="270"/>
                  </a:lnTo>
                  <a:lnTo>
                    <a:pt x="674" y="203"/>
                  </a:lnTo>
                  <a:lnTo>
                    <a:pt x="775" y="102"/>
                  </a:lnTo>
                  <a:lnTo>
                    <a:pt x="808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6030400" y="2712725"/>
              <a:ext cx="64000" cy="41250"/>
            </a:xfrm>
            <a:custGeom>
              <a:avLst/>
              <a:gdLst/>
              <a:ahLst/>
              <a:cxnLst/>
              <a:rect l="l" t="t" r="r" b="b"/>
              <a:pathLst>
                <a:path w="2560" h="1650" extrusionOk="0">
                  <a:moveTo>
                    <a:pt x="371" y="0"/>
                  </a:moveTo>
                  <a:lnTo>
                    <a:pt x="34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68" y="202"/>
                  </a:lnTo>
                  <a:lnTo>
                    <a:pt x="707" y="236"/>
                  </a:lnTo>
                  <a:lnTo>
                    <a:pt x="1347" y="236"/>
                  </a:lnTo>
                  <a:lnTo>
                    <a:pt x="1818" y="269"/>
                  </a:lnTo>
                  <a:lnTo>
                    <a:pt x="2323" y="269"/>
                  </a:lnTo>
                  <a:lnTo>
                    <a:pt x="2391" y="539"/>
                  </a:lnTo>
                  <a:lnTo>
                    <a:pt x="2391" y="842"/>
                  </a:lnTo>
                  <a:lnTo>
                    <a:pt x="2357" y="1414"/>
                  </a:lnTo>
                  <a:lnTo>
                    <a:pt x="404" y="1414"/>
                  </a:lnTo>
                  <a:lnTo>
                    <a:pt x="169" y="1481"/>
                  </a:lnTo>
                  <a:lnTo>
                    <a:pt x="135" y="1515"/>
                  </a:lnTo>
                  <a:lnTo>
                    <a:pt x="169" y="1549"/>
                  </a:lnTo>
                  <a:lnTo>
                    <a:pt x="404" y="1616"/>
                  </a:lnTo>
                  <a:lnTo>
                    <a:pt x="1212" y="1616"/>
                  </a:lnTo>
                  <a:lnTo>
                    <a:pt x="2458" y="1650"/>
                  </a:lnTo>
                  <a:lnTo>
                    <a:pt x="2525" y="1616"/>
                  </a:lnTo>
                  <a:lnTo>
                    <a:pt x="2559" y="1549"/>
                  </a:lnTo>
                  <a:lnTo>
                    <a:pt x="2559" y="1212"/>
                  </a:lnTo>
                  <a:lnTo>
                    <a:pt x="2525" y="875"/>
                  </a:lnTo>
                  <a:lnTo>
                    <a:pt x="2391" y="236"/>
                  </a:lnTo>
                  <a:lnTo>
                    <a:pt x="2458" y="236"/>
                  </a:lnTo>
                  <a:lnTo>
                    <a:pt x="2492" y="168"/>
                  </a:lnTo>
                  <a:lnTo>
                    <a:pt x="2458" y="135"/>
                  </a:lnTo>
                  <a:lnTo>
                    <a:pt x="2424" y="101"/>
                  </a:lnTo>
                  <a:lnTo>
                    <a:pt x="2357" y="101"/>
                  </a:lnTo>
                  <a:lnTo>
                    <a:pt x="2357" y="34"/>
                  </a:lnTo>
                  <a:lnTo>
                    <a:pt x="2323" y="0"/>
                  </a:lnTo>
                  <a:lnTo>
                    <a:pt x="2290" y="0"/>
                  </a:lnTo>
                  <a:lnTo>
                    <a:pt x="2290" y="34"/>
                  </a:lnTo>
                  <a:lnTo>
                    <a:pt x="2290" y="67"/>
                  </a:lnTo>
                  <a:lnTo>
                    <a:pt x="2054" y="34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5958000" y="2678200"/>
              <a:ext cx="62325" cy="74950"/>
            </a:xfrm>
            <a:custGeom>
              <a:avLst/>
              <a:gdLst/>
              <a:ahLst/>
              <a:cxnLst/>
              <a:rect l="l" t="t" r="r" b="b"/>
              <a:pathLst>
                <a:path w="2493" h="2998" extrusionOk="0">
                  <a:moveTo>
                    <a:pt x="270" y="1482"/>
                  </a:moveTo>
                  <a:lnTo>
                    <a:pt x="506" y="1549"/>
                  </a:lnTo>
                  <a:lnTo>
                    <a:pt x="708" y="1583"/>
                  </a:lnTo>
                  <a:lnTo>
                    <a:pt x="1179" y="1617"/>
                  </a:lnTo>
                  <a:lnTo>
                    <a:pt x="1718" y="1650"/>
                  </a:lnTo>
                  <a:lnTo>
                    <a:pt x="1987" y="1650"/>
                  </a:lnTo>
                  <a:lnTo>
                    <a:pt x="2257" y="1617"/>
                  </a:lnTo>
                  <a:lnTo>
                    <a:pt x="2257" y="2155"/>
                  </a:lnTo>
                  <a:lnTo>
                    <a:pt x="2257" y="2391"/>
                  </a:lnTo>
                  <a:lnTo>
                    <a:pt x="2257" y="2660"/>
                  </a:lnTo>
                  <a:lnTo>
                    <a:pt x="1785" y="2660"/>
                  </a:lnTo>
                  <a:lnTo>
                    <a:pt x="1348" y="2694"/>
                  </a:lnTo>
                  <a:lnTo>
                    <a:pt x="809" y="2728"/>
                  </a:lnTo>
                  <a:lnTo>
                    <a:pt x="540" y="2761"/>
                  </a:lnTo>
                  <a:lnTo>
                    <a:pt x="304" y="2795"/>
                  </a:lnTo>
                  <a:lnTo>
                    <a:pt x="278" y="2821"/>
                  </a:lnTo>
                  <a:lnTo>
                    <a:pt x="278" y="2821"/>
                  </a:lnTo>
                  <a:lnTo>
                    <a:pt x="304" y="2559"/>
                  </a:lnTo>
                  <a:lnTo>
                    <a:pt x="304" y="2189"/>
                  </a:lnTo>
                  <a:lnTo>
                    <a:pt x="270" y="1482"/>
                  </a:lnTo>
                  <a:close/>
                  <a:moveTo>
                    <a:pt x="1718" y="1"/>
                  </a:moveTo>
                  <a:lnTo>
                    <a:pt x="1146" y="34"/>
                  </a:lnTo>
                  <a:lnTo>
                    <a:pt x="674" y="68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36" y="68"/>
                  </a:lnTo>
                  <a:lnTo>
                    <a:pt x="35" y="405"/>
                  </a:lnTo>
                  <a:lnTo>
                    <a:pt x="35" y="708"/>
                  </a:lnTo>
                  <a:lnTo>
                    <a:pt x="35" y="1381"/>
                  </a:lnTo>
                  <a:lnTo>
                    <a:pt x="1" y="2155"/>
                  </a:lnTo>
                  <a:lnTo>
                    <a:pt x="35" y="2526"/>
                  </a:lnTo>
                  <a:lnTo>
                    <a:pt x="68" y="2930"/>
                  </a:lnTo>
                  <a:lnTo>
                    <a:pt x="136" y="2963"/>
                  </a:lnTo>
                  <a:lnTo>
                    <a:pt x="169" y="2997"/>
                  </a:lnTo>
                  <a:lnTo>
                    <a:pt x="237" y="2963"/>
                  </a:lnTo>
                  <a:lnTo>
                    <a:pt x="270" y="2896"/>
                  </a:lnTo>
                  <a:lnTo>
                    <a:pt x="276" y="2835"/>
                  </a:lnTo>
                  <a:lnTo>
                    <a:pt x="304" y="2862"/>
                  </a:lnTo>
                  <a:lnTo>
                    <a:pt x="540" y="2896"/>
                  </a:lnTo>
                  <a:lnTo>
                    <a:pt x="1348" y="2896"/>
                  </a:lnTo>
                  <a:lnTo>
                    <a:pt x="1819" y="2862"/>
                  </a:lnTo>
                  <a:lnTo>
                    <a:pt x="2290" y="2829"/>
                  </a:lnTo>
                  <a:lnTo>
                    <a:pt x="2324" y="2896"/>
                  </a:lnTo>
                  <a:lnTo>
                    <a:pt x="2358" y="2930"/>
                  </a:lnTo>
                  <a:lnTo>
                    <a:pt x="2391" y="2896"/>
                  </a:lnTo>
                  <a:lnTo>
                    <a:pt x="2425" y="2829"/>
                  </a:lnTo>
                  <a:lnTo>
                    <a:pt x="2459" y="2761"/>
                  </a:lnTo>
                  <a:lnTo>
                    <a:pt x="2425" y="2694"/>
                  </a:lnTo>
                  <a:lnTo>
                    <a:pt x="2459" y="2425"/>
                  </a:lnTo>
                  <a:lnTo>
                    <a:pt x="2492" y="2155"/>
                  </a:lnTo>
                  <a:lnTo>
                    <a:pt x="2492" y="1617"/>
                  </a:lnTo>
                  <a:lnTo>
                    <a:pt x="2492" y="876"/>
                  </a:lnTo>
                  <a:lnTo>
                    <a:pt x="2492" y="506"/>
                  </a:lnTo>
                  <a:lnTo>
                    <a:pt x="2425" y="135"/>
                  </a:lnTo>
                  <a:lnTo>
                    <a:pt x="2391" y="135"/>
                  </a:lnTo>
                  <a:lnTo>
                    <a:pt x="2324" y="438"/>
                  </a:lnTo>
                  <a:lnTo>
                    <a:pt x="2290" y="775"/>
                  </a:lnTo>
                  <a:lnTo>
                    <a:pt x="2290" y="1415"/>
                  </a:lnTo>
                  <a:lnTo>
                    <a:pt x="2290" y="1448"/>
                  </a:lnTo>
                  <a:lnTo>
                    <a:pt x="2021" y="1415"/>
                  </a:lnTo>
                  <a:lnTo>
                    <a:pt x="1718" y="1381"/>
                  </a:lnTo>
                  <a:lnTo>
                    <a:pt x="1179" y="1381"/>
                  </a:lnTo>
                  <a:lnTo>
                    <a:pt x="708" y="1347"/>
                  </a:lnTo>
                  <a:lnTo>
                    <a:pt x="472" y="1347"/>
                  </a:lnTo>
                  <a:lnTo>
                    <a:pt x="270" y="1381"/>
                  </a:lnTo>
                  <a:lnTo>
                    <a:pt x="270" y="842"/>
                  </a:lnTo>
                  <a:lnTo>
                    <a:pt x="270" y="573"/>
                  </a:lnTo>
                  <a:lnTo>
                    <a:pt x="237" y="304"/>
                  </a:lnTo>
                  <a:lnTo>
                    <a:pt x="775" y="270"/>
                  </a:lnTo>
                  <a:lnTo>
                    <a:pt x="1280" y="236"/>
                  </a:lnTo>
                  <a:lnTo>
                    <a:pt x="1785" y="203"/>
                  </a:lnTo>
                  <a:lnTo>
                    <a:pt x="2290" y="169"/>
                  </a:lnTo>
                  <a:lnTo>
                    <a:pt x="2358" y="135"/>
                  </a:lnTo>
                  <a:lnTo>
                    <a:pt x="2358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6028700" y="2718600"/>
              <a:ext cx="4250" cy="35375"/>
            </a:xfrm>
            <a:custGeom>
              <a:avLst/>
              <a:gdLst/>
              <a:ahLst/>
              <a:cxnLst/>
              <a:rect l="l" t="t" r="r" b="b"/>
              <a:pathLst>
                <a:path w="170" h="1415" extrusionOk="0">
                  <a:moveTo>
                    <a:pt x="102" y="1"/>
                  </a:moveTo>
                  <a:lnTo>
                    <a:pt x="35" y="102"/>
                  </a:lnTo>
                  <a:lnTo>
                    <a:pt x="1" y="236"/>
                  </a:lnTo>
                  <a:lnTo>
                    <a:pt x="1" y="506"/>
                  </a:lnTo>
                  <a:lnTo>
                    <a:pt x="1" y="1314"/>
                  </a:lnTo>
                  <a:lnTo>
                    <a:pt x="1" y="1381"/>
                  </a:lnTo>
                  <a:lnTo>
                    <a:pt x="68" y="1415"/>
                  </a:lnTo>
                  <a:lnTo>
                    <a:pt x="136" y="1381"/>
                  </a:lnTo>
                  <a:lnTo>
                    <a:pt x="169" y="1314"/>
                  </a:lnTo>
                  <a:lnTo>
                    <a:pt x="169" y="506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6053950" y="2723650"/>
              <a:ext cx="14350" cy="19400"/>
            </a:xfrm>
            <a:custGeom>
              <a:avLst/>
              <a:gdLst/>
              <a:ahLst/>
              <a:cxnLst/>
              <a:rect l="l" t="t" r="r" b="b"/>
              <a:pathLst>
                <a:path w="574" h="776" extrusionOk="0">
                  <a:moveTo>
                    <a:pt x="169" y="1"/>
                  </a:moveTo>
                  <a:lnTo>
                    <a:pt x="136" y="68"/>
                  </a:lnTo>
                  <a:lnTo>
                    <a:pt x="136" y="135"/>
                  </a:lnTo>
                  <a:lnTo>
                    <a:pt x="169" y="203"/>
                  </a:lnTo>
                  <a:lnTo>
                    <a:pt x="237" y="270"/>
                  </a:lnTo>
                  <a:lnTo>
                    <a:pt x="304" y="337"/>
                  </a:lnTo>
                  <a:lnTo>
                    <a:pt x="270" y="371"/>
                  </a:lnTo>
                  <a:lnTo>
                    <a:pt x="35" y="573"/>
                  </a:lnTo>
                  <a:lnTo>
                    <a:pt x="35" y="607"/>
                  </a:lnTo>
                  <a:lnTo>
                    <a:pt x="1" y="674"/>
                  </a:lnTo>
                  <a:lnTo>
                    <a:pt x="68" y="741"/>
                  </a:lnTo>
                  <a:lnTo>
                    <a:pt x="136" y="775"/>
                  </a:lnTo>
                  <a:lnTo>
                    <a:pt x="169" y="775"/>
                  </a:lnTo>
                  <a:lnTo>
                    <a:pt x="203" y="741"/>
                  </a:lnTo>
                  <a:lnTo>
                    <a:pt x="405" y="539"/>
                  </a:lnTo>
                  <a:lnTo>
                    <a:pt x="506" y="438"/>
                  </a:lnTo>
                  <a:lnTo>
                    <a:pt x="540" y="405"/>
                  </a:lnTo>
                  <a:lnTo>
                    <a:pt x="573" y="337"/>
                  </a:lnTo>
                  <a:lnTo>
                    <a:pt x="573" y="304"/>
                  </a:lnTo>
                  <a:lnTo>
                    <a:pt x="540" y="236"/>
                  </a:lnTo>
                  <a:lnTo>
                    <a:pt x="439" y="135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6056475" y="2501450"/>
              <a:ext cx="27825" cy="22750"/>
            </a:xfrm>
            <a:custGeom>
              <a:avLst/>
              <a:gdLst/>
              <a:ahLst/>
              <a:cxnLst/>
              <a:rect l="l" t="t" r="r" b="b"/>
              <a:pathLst>
                <a:path w="1113" h="910" extrusionOk="0">
                  <a:moveTo>
                    <a:pt x="944" y="0"/>
                  </a:moveTo>
                  <a:lnTo>
                    <a:pt x="876" y="34"/>
                  </a:lnTo>
                  <a:lnTo>
                    <a:pt x="876" y="101"/>
                  </a:lnTo>
                  <a:lnTo>
                    <a:pt x="876" y="236"/>
                  </a:lnTo>
                  <a:lnTo>
                    <a:pt x="843" y="337"/>
                  </a:lnTo>
                  <a:lnTo>
                    <a:pt x="775" y="438"/>
                  </a:lnTo>
                  <a:lnTo>
                    <a:pt x="641" y="472"/>
                  </a:lnTo>
                  <a:lnTo>
                    <a:pt x="405" y="472"/>
                  </a:lnTo>
                  <a:lnTo>
                    <a:pt x="405" y="404"/>
                  </a:lnTo>
                  <a:lnTo>
                    <a:pt x="405" y="337"/>
                  </a:lnTo>
                  <a:lnTo>
                    <a:pt x="439" y="236"/>
                  </a:lnTo>
                  <a:lnTo>
                    <a:pt x="439" y="202"/>
                  </a:lnTo>
                  <a:lnTo>
                    <a:pt x="371" y="202"/>
                  </a:lnTo>
                  <a:lnTo>
                    <a:pt x="237" y="303"/>
                  </a:lnTo>
                  <a:lnTo>
                    <a:pt x="68" y="337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909"/>
                  </a:lnTo>
                  <a:lnTo>
                    <a:pt x="371" y="909"/>
                  </a:lnTo>
                  <a:lnTo>
                    <a:pt x="405" y="876"/>
                  </a:lnTo>
                  <a:lnTo>
                    <a:pt x="405" y="808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809" y="640"/>
                  </a:lnTo>
                  <a:lnTo>
                    <a:pt x="944" y="539"/>
                  </a:lnTo>
                  <a:lnTo>
                    <a:pt x="1045" y="371"/>
                  </a:lnTo>
                  <a:lnTo>
                    <a:pt x="1112" y="236"/>
                  </a:lnTo>
                  <a:lnTo>
                    <a:pt x="1078" y="68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5990825" y="2395400"/>
              <a:ext cx="101875" cy="63150"/>
            </a:xfrm>
            <a:custGeom>
              <a:avLst/>
              <a:gdLst/>
              <a:ahLst/>
              <a:cxnLst/>
              <a:rect l="l" t="t" r="r" b="b"/>
              <a:pathLst>
                <a:path w="4075" h="2526" extrusionOk="0">
                  <a:moveTo>
                    <a:pt x="2930" y="236"/>
                  </a:moveTo>
                  <a:lnTo>
                    <a:pt x="3839" y="270"/>
                  </a:lnTo>
                  <a:lnTo>
                    <a:pt x="3839" y="1280"/>
                  </a:lnTo>
                  <a:lnTo>
                    <a:pt x="3873" y="2256"/>
                  </a:lnTo>
                  <a:lnTo>
                    <a:pt x="2055" y="2189"/>
                  </a:lnTo>
                  <a:lnTo>
                    <a:pt x="1112" y="2189"/>
                  </a:lnTo>
                  <a:lnTo>
                    <a:pt x="237" y="2222"/>
                  </a:lnTo>
                  <a:lnTo>
                    <a:pt x="203" y="2222"/>
                  </a:lnTo>
                  <a:lnTo>
                    <a:pt x="237" y="2189"/>
                  </a:lnTo>
                  <a:lnTo>
                    <a:pt x="237" y="1953"/>
                  </a:lnTo>
                  <a:lnTo>
                    <a:pt x="237" y="1717"/>
                  </a:lnTo>
                  <a:lnTo>
                    <a:pt x="203" y="1246"/>
                  </a:lnTo>
                  <a:lnTo>
                    <a:pt x="203" y="741"/>
                  </a:lnTo>
                  <a:lnTo>
                    <a:pt x="237" y="236"/>
                  </a:lnTo>
                  <a:close/>
                  <a:moveTo>
                    <a:pt x="1112" y="0"/>
                  </a:moveTo>
                  <a:lnTo>
                    <a:pt x="237" y="68"/>
                  </a:lnTo>
                  <a:lnTo>
                    <a:pt x="203" y="101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35" y="674"/>
                  </a:lnTo>
                  <a:lnTo>
                    <a:pt x="1" y="1246"/>
                  </a:lnTo>
                  <a:lnTo>
                    <a:pt x="1" y="1751"/>
                  </a:lnTo>
                  <a:lnTo>
                    <a:pt x="35" y="1987"/>
                  </a:lnTo>
                  <a:lnTo>
                    <a:pt x="136" y="2189"/>
                  </a:lnTo>
                  <a:lnTo>
                    <a:pt x="169" y="2222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641" y="2391"/>
                  </a:lnTo>
                  <a:lnTo>
                    <a:pt x="1112" y="2458"/>
                  </a:lnTo>
                  <a:lnTo>
                    <a:pt x="2021" y="2525"/>
                  </a:lnTo>
                  <a:lnTo>
                    <a:pt x="2964" y="2525"/>
                  </a:lnTo>
                  <a:lnTo>
                    <a:pt x="3873" y="2458"/>
                  </a:lnTo>
                  <a:lnTo>
                    <a:pt x="3906" y="2525"/>
                  </a:lnTo>
                  <a:lnTo>
                    <a:pt x="3974" y="2525"/>
                  </a:lnTo>
                  <a:lnTo>
                    <a:pt x="4041" y="2492"/>
                  </a:lnTo>
                  <a:lnTo>
                    <a:pt x="4075" y="2424"/>
                  </a:lnTo>
                  <a:lnTo>
                    <a:pt x="4075" y="1280"/>
                  </a:lnTo>
                  <a:lnTo>
                    <a:pt x="4041" y="707"/>
                  </a:lnTo>
                  <a:lnTo>
                    <a:pt x="4007" y="169"/>
                  </a:lnTo>
                  <a:lnTo>
                    <a:pt x="4007" y="101"/>
                  </a:lnTo>
                  <a:lnTo>
                    <a:pt x="3974" y="68"/>
                  </a:lnTo>
                  <a:lnTo>
                    <a:pt x="3873" y="68"/>
                  </a:lnTo>
                  <a:lnTo>
                    <a:pt x="29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6030400" y="2466100"/>
              <a:ext cx="66525" cy="132175"/>
            </a:xfrm>
            <a:custGeom>
              <a:avLst/>
              <a:gdLst/>
              <a:ahLst/>
              <a:cxnLst/>
              <a:rect l="l" t="t" r="r" b="b"/>
              <a:pathLst>
                <a:path w="2661" h="5287" extrusionOk="0">
                  <a:moveTo>
                    <a:pt x="2492" y="202"/>
                  </a:moveTo>
                  <a:lnTo>
                    <a:pt x="2424" y="472"/>
                  </a:lnTo>
                  <a:lnTo>
                    <a:pt x="2391" y="775"/>
                  </a:lnTo>
                  <a:lnTo>
                    <a:pt x="2391" y="1347"/>
                  </a:lnTo>
                  <a:lnTo>
                    <a:pt x="2424" y="1953"/>
                  </a:lnTo>
                  <a:lnTo>
                    <a:pt x="2424" y="2525"/>
                  </a:lnTo>
                  <a:lnTo>
                    <a:pt x="2391" y="3771"/>
                  </a:lnTo>
                  <a:lnTo>
                    <a:pt x="2323" y="5017"/>
                  </a:lnTo>
                  <a:lnTo>
                    <a:pt x="1684" y="5017"/>
                  </a:lnTo>
                  <a:lnTo>
                    <a:pt x="1313" y="4983"/>
                  </a:lnTo>
                  <a:lnTo>
                    <a:pt x="1111" y="4983"/>
                  </a:lnTo>
                  <a:lnTo>
                    <a:pt x="943" y="5017"/>
                  </a:lnTo>
                  <a:lnTo>
                    <a:pt x="977" y="4344"/>
                  </a:lnTo>
                  <a:lnTo>
                    <a:pt x="977" y="3704"/>
                  </a:lnTo>
                  <a:lnTo>
                    <a:pt x="909" y="2424"/>
                  </a:lnTo>
                  <a:lnTo>
                    <a:pt x="943" y="2357"/>
                  </a:lnTo>
                  <a:lnTo>
                    <a:pt x="943" y="2290"/>
                  </a:lnTo>
                  <a:lnTo>
                    <a:pt x="909" y="2222"/>
                  </a:lnTo>
                  <a:lnTo>
                    <a:pt x="808" y="2222"/>
                  </a:lnTo>
                  <a:lnTo>
                    <a:pt x="303" y="2323"/>
                  </a:lnTo>
                  <a:lnTo>
                    <a:pt x="270" y="1751"/>
                  </a:lnTo>
                  <a:lnTo>
                    <a:pt x="236" y="1179"/>
                  </a:lnTo>
                  <a:lnTo>
                    <a:pt x="236" y="674"/>
                  </a:lnTo>
                  <a:lnTo>
                    <a:pt x="236" y="438"/>
                  </a:lnTo>
                  <a:lnTo>
                    <a:pt x="202" y="202"/>
                  </a:lnTo>
                  <a:lnTo>
                    <a:pt x="202" y="202"/>
                  </a:lnTo>
                  <a:lnTo>
                    <a:pt x="775" y="236"/>
                  </a:lnTo>
                  <a:lnTo>
                    <a:pt x="1347" y="236"/>
                  </a:lnTo>
                  <a:lnTo>
                    <a:pt x="2458" y="202"/>
                  </a:lnTo>
                  <a:close/>
                  <a:moveTo>
                    <a:pt x="775" y="0"/>
                  </a:moveTo>
                  <a:lnTo>
                    <a:pt x="202" y="68"/>
                  </a:lnTo>
                  <a:lnTo>
                    <a:pt x="169" y="101"/>
                  </a:lnTo>
                  <a:lnTo>
                    <a:pt x="101" y="68"/>
                  </a:lnTo>
                  <a:lnTo>
                    <a:pt x="68" y="101"/>
                  </a:lnTo>
                  <a:lnTo>
                    <a:pt x="0" y="371"/>
                  </a:lnTo>
                  <a:lnTo>
                    <a:pt x="0" y="640"/>
                  </a:lnTo>
                  <a:lnTo>
                    <a:pt x="0" y="1179"/>
                  </a:lnTo>
                  <a:lnTo>
                    <a:pt x="0" y="1785"/>
                  </a:lnTo>
                  <a:lnTo>
                    <a:pt x="0" y="2121"/>
                  </a:lnTo>
                  <a:lnTo>
                    <a:pt x="68" y="2424"/>
                  </a:lnTo>
                  <a:lnTo>
                    <a:pt x="68" y="2458"/>
                  </a:lnTo>
                  <a:lnTo>
                    <a:pt x="135" y="2492"/>
                  </a:lnTo>
                  <a:lnTo>
                    <a:pt x="270" y="2492"/>
                  </a:lnTo>
                  <a:lnTo>
                    <a:pt x="741" y="2458"/>
                  </a:lnTo>
                  <a:lnTo>
                    <a:pt x="741" y="3805"/>
                  </a:lnTo>
                  <a:lnTo>
                    <a:pt x="741" y="4478"/>
                  </a:lnTo>
                  <a:lnTo>
                    <a:pt x="775" y="5152"/>
                  </a:lnTo>
                  <a:lnTo>
                    <a:pt x="808" y="5185"/>
                  </a:lnTo>
                  <a:lnTo>
                    <a:pt x="876" y="5219"/>
                  </a:lnTo>
                  <a:lnTo>
                    <a:pt x="909" y="5185"/>
                  </a:lnTo>
                  <a:lnTo>
                    <a:pt x="943" y="5152"/>
                  </a:lnTo>
                  <a:lnTo>
                    <a:pt x="943" y="5118"/>
                  </a:lnTo>
                  <a:lnTo>
                    <a:pt x="1078" y="5185"/>
                  </a:lnTo>
                  <a:lnTo>
                    <a:pt x="1246" y="5219"/>
                  </a:lnTo>
                  <a:lnTo>
                    <a:pt x="1549" y="5219"/>
                  </a:lnTo>
                  <a:lnTo>
                    <a:pt x="1953" y="5253"/>
                  </a:lnTo>
                  <a:lnTo>
                    <a:pt x="2357" y="5253"/>
                  </a:lnTo>
                  <a:lnTo>
                    <a:pt x="2424" y="5286"/>
                  </a:lnTo>
                  <a:lnTo>
                    <a:pt x="2492" y="5253"/>
                  </a:lnTo>
                  <a:lnTo>
                    <a:pt x="2525" y="5253"/>
                  </a:lnTo>
                  <a:lnTo>
                    <a:pt x="2593" y="5219"/>
                  </a:lnTo>
                  <a:lnTo>
                    <a:pt x="2626" y="5152"/>
                  </a:lnTo>
                  <a:lnTo>
                    <a:pt x="2593" y="5084"/>
                  </a:lnTo>
                  <a:lnTo>
                    <a:pt x="2525" y="5017"/>
                  </a:lnTo>
                  <a:lnTo>
                    <a:pt x="2593" y="3771"/>
                  </a:lnTo>
                  <a:lnTo>
                    <a:pt x="2626" y="2525"/>
                  </a:lnTo>
                  <a:lnTo>
                    <a:pt x="2660" y="1347"/>
                  </a:lnTo>
                  <a:lnTo>
                    <a:pt x="2660" y="741"/>
                  </a:lnTo>
                  <a:lnTo>
                    <a:pt x="2593" y="438"/>
                  </a:lnTo>
                  <a:lnTo>
                    <a:pt x="2525" y="169"/>
                  </a:lnTo>
                  <a:lnTo>
                    <a:pt x="2559" y="135"/>
                  </a:lnTo>
                  <a:lnTo>
                    <a:pt x="2559" y="68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5982425" y="2726175"/>
              <a:ext cx="21050" cy="12650"/>
            </a:xfrm>
            <a:custGeom>
              <a:avLst/>
              <a:gdLst/>
              <a:ahLst/>
              <a:cxnLst/>
              <a:rect l="l" t="t" r="r" b="b"/>
              <a:pathLst>
                <a:path w="842" h="506" extrusionOk="0">
                  <a:moveTo>
                    <a:pt x="34" y="1"/>
                  </a:moveTo>
                  <a:lnTo>
                    <a:pt x="0" y="68"/>
                  </a:lnTo>
                  <a:lnTo>
                    <a:pt x="0" y="135"/>
                  </a:lnTo>
                  <a:lnTo>
                    <a:pt x="101" y="304"/>
                  </a:lnTo>
                  <a:lnTo>
                    <a:pt x="236" y="472"/>
                  </a:lnTo>
                  <a:lnTo>
                    <a:pt x="270" y="506"/>
                  </a:lnTo>
                  <a:lnTo>
                    <a:pt x="303" y="506"/>
                  </a:lnTo>
                  <a:lnTo>
                    <a:pt x="371" y="472"/>
                  </a:lnTo>
                  <a:lnTo>
                    <a:pt x="472" y="472"/>
                  </a:lnTo>
                  <a:lnTo>
                    <a:pt x="640" y="304"/>
                  </a:lnTo>
                  <a:lnTo>
                    <a:pt x="842" y="169"/>
                  </a:lnTo>
                  <a:lnTo>
                    <a:pt x="842" y="102"/>
                  </a:lnTo>
                  <a:lnTo>
                    <a:pt x="842" y="34"/>
                  </a:lnTo>
                  <a:lnTo>
                    <a:pt x="775" y="1"/>
                  </a:lnTo>
                  <a:lnTo>
                    <a:pt x="707" y="1"/>
                  </a:lnTo>
                  <a:lnTo>
                    <a:pt x="539" y="135"/>
                  </a:lnTo>
                  <a:lnTo>
                    <a:pt x="371" y="304"/>
                  </a:lnTo>
                  <a:lnTo>
                    <a:pt x="270" y="169"/>
                  </a:lnTo>
                  <a:lnTo>
                    <a:pt x="135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5072550" y="2497250"/>
              <a:ext cx="28625" cy="23575"/>
            </a:xfrm>
            <a:custGeom>
              <a:avLst/>
              <a:gdLst/>
              <a:ahLst/>
              <a:cxnLst/>
              <a:rect l="l" t="t" r="r" b="b"/>
              <a:pathLst>
                <a:path w="1145" h="943" extrusionOk="0">
                  <a:moveTo>
                    <a:pt x="1044" y="0"/>
                  </a:moveTo>
                  <a:lnTo>
                    <a:pt x="1010" y="34"/>
                  </a:lnTo>
                  <a:lnTo>
                    <a:pt x="976" y="236"/>
                  </a:lnTo>
                  <a:lnTo>
                    <a:pt x="976" y="438"/>
                  </a:lnTo>
                  <a:lnTo>
                    <a:pt x="976" y="505"/>
                  </a:lnTo>
                  <a:lnTo>
                    <a:pt x="943" y="471"/>
                  </a:lnTo>
                  <a:lnTo>
                    <a:pt x="774" y="337"/>
                  </a:lnTo>
                  <a:lnTo>
                    <a:pt x="640" y="202"/>
                  </a:lnTo>
                  <a:lnTo>
                    <a:pt x="572" y="168"/>
                  </a:lnTo>
                  <a:lnTo>
                    <a:pt x="505" y="202"/>
                  </a:lnTo>
                  <a:lnTo>
                    <a:pt x="471" y="236"/>
                  </a:lnTo>
                  <a:lnTo>
                    <a:pt x="471" y="303"/>
                  </a:lnTo>
                  <a:lnTo>
                    <a:pt x="471" y="337"/>
                  </a:lnTo>
                  <a:lnTo>
                    <a:pt x="606" y="471"/>
                  </a:lnTo>
                  <a:lnTo>
                    <a:pt x="370" y="471"/>
                  </a:lnTo>
                  <a:lnTo>
                    <a:pt x="202" y="438"/>
                  </a:lnTo>
                  <a:lnTo>
                    <a:pt x="101" y="438"/>
                  </a:lnTo>
                  <a:lnTo>
                    <a:pt x="34" y="471"/>
                  </a:lnTo>
                  <a:lnTo>
                    <a:pt x="0" y="505"/>
                  </a:lnTo>
                  <a:lnTo>
                    <a:pt x="34" y="539"/>
                  </a:lnTo>
                  <a:lnTo>
                    <a:pt x="67" y="572"/>
                  </a:lnTo>
                  <a:lnTo>
                    <a:pt x="168" y="606"/>
                  </a:lnTo>
                  <a:lnTo>
                    <a:pt x="303" y="640"/>
                  </a:lnTo>
                  <a:lnTo>
                    <a:pt x="606" y="673"/>
                  </a:lnTo>
                  <a:lnTo>
                    <a:pt x="471" y="741"/>
                  </a:lnTo>
                  <a:lnTo>
                    <a:pt x="438" y="774"/>
                  </a:lnTo>
                  <a:lnTo>
                    <a:pt x="438" y="842"/>
                  </a:lnTo>
                  <a:lnTo>
                    <a:pt x="471" y="909"/>
                  </a:lnTo>
                  <a:lnTo>
                    <a:pt x="539" y="909"/>
                  </a:lnTo>
                  <a:lnTo>
                    <a:pt x="774" y="808"/>
                  </a:lnTo>
                  <a:lnTo>
                    <a:pt x="976" y="640"/>
                  </a:lnTo>
                  <a:lnTo>
                    <a:pt x="976" y="842"/>
                  </a:lnTo>
                  <a:lnTo>
                    <a:pt x="1010" y="909"/>
                  </a:lnTo>
                  <a:lnTo>
                    <a:pt x="1044" y="943"/>
                  </a:lnTo>
                  <a:lnTo>
                    <a:pt x="1111" y="909"/>
                  </a:lnTo>
                  <a:lnTo>
                    <a:pt x="1145" y="842"/>
                  </a:lnTo>
                  <a:lnTo>
                    <a:pt x="1145" y="438"/>
                  </a:lnTo>
                  <a:lnTo>
                    <a:pt x="1145" y="236"/>
                  </a:lnTo>
                  <a:lnTo>
                    <a:pt x="1111" y="34"/>
                  </a:lnTo>
                  <a:lnTo>
                    <a:pt x="1077" y="34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5868800" y="26058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79" y="270"/>
                  </a:lnTo>
                  <a:lnTo>
                    <a:pt x="2357" y="236"/>
                  </a:lnTo>
                  <a:lnTo>
                    <a:pt x="2357" y="236"/>
                  </a:lnTo>
                  <a:lnTo>
                    <a:pt x="2289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89" y="2424"/>
                  </a:lnTo>
                  <a:lnTo>
                    <a:pt x="2289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0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1" y="1886"/>
                  </a:lnTo>
                  <a:lnTo>
                    <a:pt x="2525" y="1313"/>
                  </a:lnTo>
                  <a:lnTo>
                    <a:pt x="2491" y="775"/>
                  </a:lnTo>
                  <a:lnTo>
                    <a:pt x="2458" y="202"/>
                  </a:lnTo>
                  <a:lnTo>
                    <a:pt x="2491" y="169"/>
                  </a:lnTo>
                  <a:lnTo>
                    <a:pt x="2491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5128100" y="2676525"/>
              <a:ext cx="63150" cy="78300"/>
            </a:xfrm>
            <a:custGeom>
              <a:avLst/>
              <a:gdLst/>
              <a:ahLst/>
              <a:cxnLst/>
              <a:rect l="l" t="t" r="r" b="b"/>
              <a:pathLst>
                <a:path w="2526" h="3132" extrusionOk="0">
                  <a:moveTo>
                    <a:pt x="202" y="169"/>
                  </a:moveTo>
                  <a:lnTo>
                    <a:pt x="741" y="236"/>
                  </a:lnTo>
                  <a:lnTo>
                    <a:pt x="1280" y="270"/>
                  </a:lnTo>
                  <a:lnTo>
                    <a:pt x="2357" y="236"/>
                  </a:lnTo>
                  <a:lnTo>
                    <a:pt x="2290" y="842"/>
                  </a:lnTo>
                  <a:lnTo>
                    <a:pt x="2256" y="1549"/>
                  </a:lnTo>
                  <a:lnTo>
                    <a:pt x="2256" y="2222"/>
                  </a:lnTo>
                  <a:lnTo>
                    <a:pt x="2290" y="2828"/>
                  </a:lnTo>
                  <a:lnTo>
                    <a:pt x="2290" y="2862"/>
                  </a:lnTo>
                  <a:lnTo>
                    <a:pt x="2256" y="2862"/>
                  </a:lnTo>
                  <a:lnTo>
                    <a:pt x="2020" y="2828"/>
                  </a:lnTo>
                  <a:lnTo>
                    <a:pt x="808" y="2828"/>
                  </a:lnTo>
                  <a:lnTo>
                    <a:pt x="303" y="2795"/>
                  </a:lnTo>
                  <a:lnTo>
                    <a:pt x="236" y="1482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842"/>
                  </a:lnTo>
                  <a:lnTo>
                    <a:pt x="0" y="1616"/>
                  </a:lnTo>
                  <a:lnTo>
                    <a:pt x="34" y="2391"/>
                  </a:lnTo>
                  <a:lnTo>
                    <a:pt x="101" y="3064"/>
                  </a:lnTo>
                  <a:lnTo>
                    <a:pt x="135" y="3098"/>
                  </a:lnTo>
                  <a:lnTo>
                    <a:pt x="168" y="3132"/>
                  </a:lnTo>
                  <a:lnTo>
                    <a:pt x="236" y="3132"/>
                  </a:lnTo>
                  <a:lnTo>
                    <a:pt x="303" y="3098"/>
                  </a:lnTo>
                  <a:lnTo>
                    <a:pt x="337" y="3064"/>
                  </a:lnTo>
                  <a:lnTo>
                    <a:pt x="337" y="3030"/>
                  </a:lnTo>
                  <a:lnTo>
                    <a:pt x="337" y="2963"/>
                  </a:lnTo>
                  <a:lnTo>
                    <a:pt x="808" y="3064"/>
                  </a:lnTo>
                  <a:lnTo>
                    <a:pt x="1313" y="3098"/>
                  </a:lnTo>
                  <a:lnTo>
                    <a:pt x="1818" y="3098"/>
                  </a:lnTo>
                  <a:lnTo>
                    <a:pt x="2054" y="3064"/>
                  </a:lnTo>
                  <a:lnTo>
                    <a:pt x="2256" y="3030"/>
                  </a:lnTo>
                  <a:lnTo>
                    <a:pt x="2323" y="2997"/>
                  </a:lnTo>
                  <a:lnTo>
                    <a:pt x="2323" y="2896"/>
                  </a:lnTo>
                  <a:lnTo>
                    <a:pt x="2357" y="2929"/>
                  </a:lnTo>
                  <a:lnTo>
                    <a:pt x="2391" y="2929"/>
                  </a:lnTo>
                  <a:lnTo>
                    <a:pt x="2458" y="2896"/>
                  </a:lnTo>
                  <a:lnTo>
                    <a:pt x="2458" y="2828"/>
                  </a:lnTo>
                  <a:lnTo>
                    <a:pt x="2492" y="2222"/>
                  </a:lnTo>
                  <a:lnTo>
                    <a:pt x="2525" y="1515"/>
                  </a:lnTo>
                  <a:lnTo>
                    <a:pt x="2492" y="808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5055700" y="2464425"/>
              <a:ext cx="103550" cy="65675"/>
            </a:xfrm>
            <a:custGeom>
              <a:avLst/>
              <a:gdLst/>
              <a:ahLst/>
              <a:cxnLst/>
              <a:rect l="l" t="t" r="r" b="b"/>
              <a:pathLst>
                <a:path w="4142" h="2627" extrusionOk="0">
                  <a:moveTo>
                    <a:pt x="1112" y="202"/>
                  </a:moveTo>
                  <a:lnTo>
                    <a:pt x="1953" y="236"/>
                  </a:lnTo>
                  <a:lnTo>
                    <a:pt x="2896" y="269"/>
                  </a:lnTo>
                  <a:lnTo>
                    <a:pt x="3873" y="370"/>
                  </a:lnTo>
                  <a:lnTo>
                    <a:pt x="3873" y="1414"/>
                  </a:lnTo>
                  <a:lnTo>
                    <a:pt x="3805" y="1885"/>
                  </a:lnTo>
                  <a:lnTo>
                    <a:pt x="3805" y="2357"/>
                  </a:lnTo>
                  <a:lnTo>
                    <a:pt x="3671" y="2289"/>
                  </a:lnTo>
                  <a:lnTo>
                    <a:pt x="3536" y="2222"/>
                  </a:lnTo>
                  <a:lnTo>
                    <a:pt x="3233" y="2188"/>
                  </a:lnTo>
                  <a:lnTo>
                    <a:pt x="2930" y="2222"/>
                  </a:lnTo>
                  <a:lnTo>
                    <a:pt x="2660" y="2222"/>
                  </a:lnTo>
                  <a:lnTo>
                    <a:pt x="2088" y="2289"/>
                  </a:lnTo>
                  <a:lnTo>
                    <a:pt x="1549" y="2323"/>
                  </a:lnTo>
                  <a:lnTo>
                    <a:pt x="943" y="2323"/>
                  </a:lnTo>
                  <a:lnTo>
                    <a:pt x="640" y="2289"/>
                  </a:lnTo>
                  <a:lnTo>
                    <a:pt x="337" y="2323"/>
                  </a:lnTo>
                  <a:lnTo>
                    <a:pt x="270" y="1751"/>
                  </a:lnTo>
                  <a:lnTo>
                    <a:pt x="236" y="1178"/>
                  </a:lnTo>
                  <a:lnTo>
                    <a:pt x="270" y="707"/>
                  </a:lnTo>
                  <a:lnTo>
                    <a:pt x="270" y="471"/>
                  </a:lnTo>
                  <a:lnTo>
                    <a:pt x="236" y="269"/>
                  </a:lnTo>
                  <a:lnTo>
                    <a:pt x="270" y="269"/>
                  </a:lnTo>
                  <a:lnTo>
                    <a:pt x="674" y="202"/>
                  </a:lnTo>
                  <a:close/>
                  <a:moveTo>
                    <a:pt x="775" y="0"/>
                  </a:moveTo>
                  <a:lnTo>
                    <a:pt x="539" y="34"/>
                  </a:lnTo>
                  <a:lnTo>
                    <a:pt x="304" y="101"/>
                  </a:lnTo>
                  <a:lnTo>
                    <a:pt x="270" y="101"/>
                  </a:lnTo>
                  <a:lnTo>
                    <a:pt x="236" y="135"/>
                  </a:lnTo>
                  <a:lnTo>
                    <a:pt x="236" y="236"/>
                  </a:lnTo>
                  <a:lnTo>
                    <a:pt x="203" y="135"/>
                  </a:lnTo>
                  <a:lnTo>
                    <a:pt x="169" y="135"/>
                  </a:lnTo>
                  <a:lnTo>
                    <a:pt x="102" y="236"/>
                  </a:lnTo>
                  <a:lnTo>
                    <a:pt x="68" y="370"/>
                  </a:lnTo>
                  <a:lnTo>
                    <a:pt x="1" y="640"/>
                  </a:lnTo>
                  <a:lnTo>
                    <a:pt x="1" y="1178"/>
                  </a:lnTo>
                  <a:lnTo>
                    <a:pt x="34" y="1784"/>
                  </a:lnTo>
                  <a:lnTo>
                    <a:pt x="102" y="2390"/>
                  </a:lnTo>
                  <a:lnTo>
                    <a:pt x="169" y="2458"/>
                  </a:lnTo>
                  <a:lnTo>
                    <a:pt x="304" y="2458"/>
                  </a:lnTo>
                  <a:lnTo>
                    <a:pt x="337" y="2390"/>
                  </a:lnTo>
                  <a:lnTo>
                    <a:pt x="539" y="2458"/>
                  </a:lnTo>
                  <a:lnTo>
                    <a:pt x="741" y="2491"/>
                  </a:lnTo>
                  <a:lnTo>
                    <a:pt x="1145" y="2559"/>
                  </a:lnTo>
                  <a:lnTo>
                    <a:pt x="1583" y="2559"/>
                  </a:lnTo>
                  <a:lnTo>
                    <a:pt x="1987" y="2525"/>
                  </a:lnTo>
                  <a:lnTo>
                    <a:pt x="2458" y="2491"/>
                  </a:lnTo>
                  <a:lnTo>
                    <a:pt x="2896" y="2491"/>
                  </a:lnTo>
                  <a:lnTo>
                    <a:pt x="3334" y="2525"/>
                  </a:lnTo>
                  <a:lnTo>
                    <a:pt x="3805" y="2559"/>
                  </a:lnTo>
                  <a:lnTo>
                    <a:pt x="3839" y="2626"/>
                  </a:lnTo>
                  <a:lnTo>
                    <a:pt x="3940" y="2626"/>
                  </a:lnTo>
                  <a:lnTo>
                    <a:pt x="3974" y="2559"/>
                  </a:lnTo>
                  <a:lnTo>
                    <a:pt x="4075" y="2289"/>
                  </a:lnTo>
                  <a:lnTo>
                    <a:pt x="4108" y="2020"/>
                  </a:lnTo>
                  <a:lnTo>
                    <a:pt x="4142" y="1414"/>
                  </a:lnTo>
                  <a:lnTo>
                    <a:pt x="4142" y="741"/>
                  </a:lnTo>
                  <a:lnTo>
                    <a:pt x="4108" y="404"/>
                  </a:lnTo>
                  <a:lnTo>
                    <a:pt x="4075" y="67"/>
                  </a:lnTo>
                  <a:lnTo>
                    <a:pt x="4041" y="0"/>
                  </a:lnTo>
                  <a:lnTo>
                    <a:pt x="3974" y="0"/>
                  </a:lnTo>
                  <a:lnTo>
                    <a:pt x="3906" y="34"/>
                  </a:lnTo>
                  <a:lnTo>
                    <a:pt x="3873" y="101"/>
                  </a:lnTo>
                  <a:lnTo>
                    <a:pt x="3873" y="168"/>
                  </a:lnTo>
                  <a:lnTo>
                    <a:pt x="3031" y="67"/>
                  </a:lnTo>
                  <a:lnTo>
                    <a:pt x="2189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5059075" y="2348250"/>
              <a:ext cx="66525" cy="40425"/>
            </a:xfrm>
            <a:custGeom>
              <a:avLst/>
              <a:gdLst/>
              <a:ahLst/>
              <a:cxnLst/>
              <a:rect l="l" t="t" r="r" b="b"/>
              <a:pathLst>
                <a:path w="2661" h="1617" extrusionOk="0">
                  <a:moveTo>
                    <a:pt x="2189" y="203"/>
                  </a:moveTo>
                  <a:lnTo>
                    <a:pt x="2357" y="237"/>
                  </a:lnTo>
                  <a:lnTo>
                    <a:pt x="2391" y="270"/>
                  </a:lnTo>
                  <a:lnTo>
                    <a:pt x="2458" y="237"/>
                  </a:lnTo>
                  <a:lnTo>
                    <a:pt x="2458" y="371"/>
                  </a:lnTo>
                  <a:lnTo>
                    <a:pt x="2424" y="506"/>
                  </a:lnTo>
                  <a:lnTo>
                    <a:pt x="2424" y="775"/>
                  </a:lnTo>
                  <a:lnTo>
                    <a:pt x="2424" y="1078"/>
                  </a:lnTo>
                  <a:lnTo>
                    <a:pt x="2458" y="1381"/>
                  </a:lnTo>
                  <a:lnTo>
                    <a:pt x="1280" y="1381"/>
                  </a:lnTo>
                  <a:lnTo>
                    <a:pt x="707" y="1415"/>
                  </a:lnTo>
                  <a:lnTo>
                    <a:pt x="135" y="1482"/>
                  </a:lnTo>
                  <a:lnTo>
                    <a:pt x="169" y="1280"/>
                  </a:lnTo>
                  <a:lnTo>
                    <a:pt x="202" y="1078"/>
                  </a:lnTo>
                  <a:lnTo>
                    <a:pt x="202" y="708"/>
                  </a:lnTo>
                  <a:lnTo>
                    <a:pt x="202" y="439"/>
                  </a:lnTo>
                  <a:lnTo>
                    <a:pt x="202" y="304"/>
                  </a:lnTo>
                  <a:lnTo>
                    <a:pt x="202" y="203"/>
                  </a:lnTo>
                  <a:lnTo>
                    <a:pt x="371" y="237"/>
                  </a:lnTo>
                  <a:lnTo>
                    <a:pt x="1650" y="237"/>
                  </a:lnTo>
                  <a:lnTo>
                    <a:pt x="1987" y="203"/>
                  </a:lnTo>
                  <a:close/>
                  <a:moveTo>
                    <a:pt x="707" y="1"/>
                  </a:moveTo>
                  <a:lnTo>
                    <a:pt x="438" y="34"/>
                  </a:lnTo>
                  <a:lnTo>
                    <a:pt x="135" y="68"/>
                  </a:lnTo>
                  <a:lnTo>
                    <a:pt x="135" y="102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68" y="136"/>
                  </a:lnTo>
                  <a:lnTo>
                    <a:pt x="34" y="270"/>
                  </a:lnTo>
                  <a:lnTo>
                    <a:pt x="34" y="439"/>
                  </a:lnTo>
                  <a:lnTo>
                    <a:pt x="34" y="708"/>
                  </a:lnTo>
                  <a:lnTo>
                    <a:pt x="0" y="1078"/>
                  </a:lnTo>
                  <a:lnTo>
                    <a:pt x="0" y="1280"/>
                  </a:lnTo>
                  <a:lnTo>
                    <a:pt x="34" y="1482"/>
                  </a:lnTo>
                  <a:lnTo>
                    <a:pt x="68" y="1516"/>
                  </a:lnTo>
                  <a:lnTo>
                    <a:pt x="68" y="1550"/>
                  </a:lnTo>
                  <a:lnTo>
                    <a:pt x="101" y="1583"/>
                  </a:lnTo>
                  <a:lnTo>
                    <a:pt x="707" y="1617"/>
                  </a:lnTo>
                  <a:lnTo>
                    <a:pt x="1313" y="1617"/>
                  </a:lnTo>
                  <a:lnTo>
                    <a:pt x="2492" y="1583"/>
                  </a:lnTo>
                  <a:lnTo>
                    <a:pt x="2593" y="1583"/>
                  </a:lnTo>
                  <a:lnTo>
                    <a:pt x="2626" y="1550"/>
                  </a:lnTo>
                  <a:lnTo>
                    <a:pt x="2660" y="1482"/>
                  </a:lnTo>
                  <a:lnTo>
                    <a:pt x="2660" y="1449"/>
                  </a:lnTo>
                  <a:lnTo>
                    <a:pt x="2626" y="1381"/>
                  </a:lnTo>
                  <a:lnTo>
                    <a:pt x="2626" y="1078"/>
                  </a:lnTo>
                  <a:lnTo>
                    <a:pt x="2593" y="775"/>
                  </a:lnTo>
                  <a:lnTo>
                    <a:pt x="2626" y="439"/>
                  </a:lnTo>
                  <a:lnTo>
                    <a:pt x="2593" y="270"/>
                  </a:lnTo>
                  <a:lnTo>
                    <a:pt x="2559" y="136"/>
                  </a:lnTo>
                  <a:lnTo>
                    <a:pt x="2525" y="136"/>
                  </a:lnTo>
                  <a:lnTo>
                    <a:pt x="2492" y="102"/>
                  </a:lnTo>
                  <a:lnTo>
                    <a:pt x="2458" y="68"/>
                  </a:lnTo>
                  <a:lnTo>
                    <a:pt x="2323" y="34"/>
                  </a:lnTo>
                  <a:lnTo>
                    <a:pt x="2189" y="1"/>
                  </a:lnTo>
                  <a:lnTo>
                    <a:pt x="1886" y="1"/>
                  </a:lnTo>
                  <a:lnTo>
                    <a:pt x="1280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5055700" y="2677375"/>
              <a:ext cx="64850" cy="72400"/>
            </a:xfrm>
            <a:custGeom>
              <a:avLst/>
              <a:gdLst/>
              <a:ahLst/>
              <a:cxnLst/>
              <a:rect l="l" t="t" r="r" b="b"/>
              <a:pathLst>
                <a:path w="2594" h="2896" extrusionOk="0">
                  <a:moveTo>
                    <a:pt x="135" y="0"/>
                  </a:moveTo>
                  <a:lnTo>
                    <a:pt x="102" y="34"/>
                  </a:lnTo>
                  <a:lnTo>
                    <a:pt x="34" y="303"/>
                  </a:lnTo>
                  <a:lnTo>
                    <a:pt x="1" y="572"/>
                  </a:lnTo>
                  <a:lnTo>
                    <a:pt x="1" y="1111"/>
                  </a:lnTo>
                  <a:lnTo>
                    <a:pt x="1" y="1953"/>
                  </a:lnTo>
                  <a:lnTo>
                    <a:pt x="34" y="2390"/>
                  </a:lnTo>
                  <a:lnTo>
                    <a:pt x="102" y="2794"/>
                  </a:lnTo>
                  <a:lnTo>
                    <a:pt x="135" y="2828"/>
                  </a:lnTo>
                  <a:lnTo>
                    <a:pt x="236" y="2828"/>
                  </a:lnTo>
                  <a:lnTo>
                    <a:pt x="270" y="2761"/>
                  </a:lnTo>
                  <a:lnTo>
                    <a:pt x="270" y="2390"/>
                  </a:lnTo>
                  <a:lnTo>
                    <a:pt x="236" y="1919"/>
                  </a:lnTo>
                  <a:lnTo>
                    <a:pt x="236" y="1111"/>
                  </a:lnTo>
                  <a:lnTo>
                    <a:pt x="236" y="673"/>
                  </a:lnTo>
                  <a:lnTo>
                    <a:pt x="236" y="236"/>
                  </a:lnTo>
                  <a:lnTo>
                    <a:pt x="472" y="269"/>
                  </a:lnTo>
                  <a:lnTo>
                    <a:pt x="2290" y="269"/>
                  </a:lnTo>
                  <a:lnTo>
                    <a:pt x="2324" y="303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5"/>
                  </a:lnTo>
                  <a:lnTo>
                    <a:pt x="2357" y="673"/>
                  </a:lnTo>
                  <a:lnTo>
                    <a:pt x="2357" y="1010"/>
                  </a:lnTo>
                  <a:lnTo>
                    <a:pt x="2324" y="1818"/>
                  </a:lnTo>
                  <a:lnTo>
                    <a:pt x="2324" y="2626"/>
                  </a:lnTo>
                  <a:lnTo>
                    <a:pt x="2122" y="2592"/>
                  </a:lnTo>
                  <a:lnTo>
                    <a:pt x="1852" y="2592"/>
                  </a:lnTo>
                  <a:lnTo>
                    <a:pt x="1381" y="2626"/>
                  </a:lnTo>
                  <a:lnTo>
                    <a:pt x="775" y="2592"/>
                  </a:lnTo>
                  <a:lnTo>
                    <a:pt x="640" y="2592"/>
                  </a:lnTo>
                  <a:lnTo>
                    <a:pt x="472" y="2626"/>
                  </a:lnTo>
                  <a:lnTo>
                    <a:pt x="371" y="2660"/>
                  </a:lnTo>
                  <a:lnTo>
                    <a:pt x="270" y="2761"/>
                  </a:lnTo>
                  <a:lnTo>
                    <a:pt x="337" y="2828"/>
                  </a:lnTo>
                  <a:lnTo>
                    <a:pt x="472" y="2895"/>
                  </a:lnTo>
                  <a:lnTo>
                    <a:pt x="2088" y="2895"/>
                  </a:lnTo>
                  <a:lnTo>
                    <a:pt x="2357" y="2862"/>
                  </a:lnTo>
                  <a:lnTo>
                    <a:pt x="2391" y="2895"/>
                  </a:lnTo>
                  <a:lnTo>
                    <a:pt x="2458" y="2895"/>
                  </a:lnTo>
                  <a:lnTo>
                    <a:pt x="2526" y="2862"/>
                  </a:lnTo>
                  <a:lnTo>
                    <a:pt x="2559" y="2794"/>
                  </a:lnTo>
                  <a:lnTo>
                    <a:pt x="2559" y="1178"/>
                  </a:lnTo>
                  <a:lnTo>
                    <a:pt x="2593" y="640"/>
                  </a:lnTo>
                  <a:lnTo>
                    <a:pt x="2559" y="404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8"/>
                  </a:lnTo>
                  <a:lnTo>
                    <a:pt x="2391" y="101"/>
                  </a:lnTo>
                  <a:lnTo>
                    <a:pt x="2290" y="67"/>
                  </a:lnTo>
                  <a:lnTo>
                    <a:pt x="2088" y="67"/>
                  </a:lnTo>
                  <a:lnTo>
                    <a:pt x="1650" y="101"/>
                  </a:lnTo>
                  <a:lnTo>
                    <a:pt x="943" y="67"/>
                  </a:lnTo>
                  <a:lnTo>
                    <a:pt x="573" y="67"/>
                  </a:lnTo>
                  <a:lnTo>
                    <a:pt x="203" y="101"/>
                  </a:lnTo>
                  <a:lnTo>
                    <a:pt x="203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5722325" y="2677375"/>
              <a:ext cx="80825" cy="72400"/>
            </a:xfrm>
            <a:custGeom>
              <a:avLst/>
              <a:gdLst/>
              <a:ahLst/>
              <a:cxnLst/>
              <a:rect l="l" t="t" r="r" b="b"/>
              <a:pathLst>
                <a:path w="3233" h="2896" extrusionOk="0">
                  <a:moveTo>
                    <a:pt x="3031" y="0"/>
                  </a:moveTo>
                  <a:lnTo>
                    <a:pt x="2997" y="337"/>
                  </a:lnTo>
                  <a:lnTo>
                    <a:pt x="2997" y="640"/>
                  </a:lnTo>
                  <a:lnTo>
                    <a:pt x="2997" y="1313"/>
                  </a:lnTo>
                  <a:lnTo>
                    <a:pt x="2997" y="2020"/>
                  </a:lnTo>
                  <a:lnTo>
                    <a:pt x="2997" y="2357"/>
                  </a:lnTo>
                  <a:lnTo>
                    <a:pt x="3031" y="2727"/>
                  </a:lnTo>
                  <a:lnTo>
                    <a:pt x="2997" y="2693"/>
                  </a:lnTo>
                  <a:lnTo>
                    <a:pt x="203" y="2693"/>
                  </a:lnTo>
                  <a:lnTo>
                    <a:pt x="270" y="2357"/>
                  </a:lnTo>
                  <a:lnTo>
                    <a:pt x="270" y="1986"/>
                  </a:lnTo>
                  <a:lnTo>
                    <a:pt x="236" y="1279"/>
                  </a:lnTo>
                  <a:lnTo>
                    <a:pt x="236" y="640"/>
                  </a:lnTo>
                  <a:lnTo>
                    <a:pt x="203" y="337"/>
                  </a:lnTo>
                  <a:lnTo>
                    <a:pt x="135" y="34"/>
                  </a:lnTo>
                  <a:lnTo>
                    <a:pt x="102" y="34"/>
                  </a:lnTo>
                  <a:lnTo>
                    <a:pt x="34" y="337"/>
                  </a:lnTo>
                  <a:lnTo>
                    <a:pt x="1" y="640"/>
                  </a:lnTo>
                  <a:lnTo>
                    <a:pt x="1" y="1279"/>
                  </a:lnTo>
                  <a:lnTo>
                    <a:pt x="1" y="2020"/>
                  </a:lnTo>
                  <a:lnTo>
                    <a:pt x="34" y="2390"/>
                  </a:lnTo>
                  <a:lnTo>
                    <a:pt x="68" y="2761"/>
                  </a:lnTo>
                  <a:lnTo>
                    <a:pt x="102" y="2794"/>
                  </a:lnTo>
                  <a:lnTo>
                    <a:pt x="135" y="2794"/>
                  </a:lnTo>
                  <a:lnTo>
                    <a:pt x="270" y="2761"/>
                  </a:lnTo>
                  <a:lnTo>
                    <a:pt x="337" y="2828"/>
                  </a:lnTo>
                  <a:lnTo>
                    <a:pt x="438" y="2862"/>
                  </a:lnTo>
                  <a:lnTo>
                    <a:pt x="674" y="2895"/>
                  </a:lnTo>
                  <a:lnTo>
                    <a:pt x="1179" y="2862"/>
                  </a:lnTo>
                  <a:lnTo>
                    <a:pt x="2122" y="2895"/>
                  </a:lnTo>
                  <a:lnTo>
                    <a:pt x="3031" y="2862"/>
                  </a:lnTo>
                  <a:lnTo>
                    <a:pt x="3065" y="2862"/>
                  </a:lnTo>
                  <a:lnTo>
                    <a:pt x="3065" y="2828"/>
                  </a:lnTo>
                  <a:lnTo>
                    <a:pt x="3132" y="2828"/>
                  </a:lnTo>
                  <a:lnTo>
                    <a:pt x="3166" y="2794"/>
                  </a:lnTo>
                  <a:lnTo>
                    <a:pt x="3199" y="2491"/>
                  </a:lnTo>
                  <a:lnTo>
                    <a:pt x="3233" y="2155"/>
                  </a:lnTo>
                  <a:lnTo>
                    <a:pt x="3233" y="1515"/>
                  </a:lnTo>
                  <a:lnTo>
                    <a:pt x="3233" y="741"/>
                  </a:lnTo>
                  <a:lnTo>
                    <a:pt x="3199" y="370"/>
                  </a:lnTo>
                  <a:lnTo>
                    <a:pt x="3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5811550" y="2677375"/>
              <a:ext cx="65675" cy="75775"/>
            </a:xfrm>
            <a:custGeom>
              <a:avLst/>
              <a:gdLst/>
              <a:ahLst/>
              <a:cxnLst/>
              <a:rect l="l" t="t" r="r" b="b"/>
              <a:pathLst>
                <a:path w="2627" h="3031" extrusionOk="0">
                  <a:moveTo>
                    <a:pt x="2458" y="0"/>
                  </a:moveTo>
                  <a:lnTo>
                    <a:pt x="2425" y="67"/>
                  </a:lnTo>
                  <a:lnTo>
                    <a:pt x="2122" y="34"/>
                  </a:lnTo>
                  <a:lnTo>
                    <a:pt x="1852" y="67"/>
                  </a:lnTo>
                  <a:lnTo>
                    <a:pt x="1246" y="135"/>
                  </a:lnTo>
                  <a:lnTo>
                    <a:pt x="943" y="135"/>
                  </a:lnTo>
                  <a:lnTo>
                    <a:pt x="640" y="67"/>
                  </a:lnTo>
                  <a:lnTo>
                    <a:pt x="337" y="34"/>
                  </a:lnTo>
                  <a:lnTo>
                    <a:pt x="203" y="67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304" y="303"/>
                  </a:lnTo>
                  <a:lnTo>
                    <a:pt x="573" y="337"/>
                  </a:lnTo>
                  <a:lnTo>
                    <a:pt x="1078" y="370"/>
                  </a:lnTo>
                  <a:lnTo>
                    <a:pt x="1246" y="404"/>
                  </a:lnTo>
                  <a:lnTo>
                    <a:pt x="1415" y="370"/>
                  </a:lnTo>
                  <a:lnTo>
                    <a:pt x="1718" y="337"/>
                  </a:lnTo>
                  <a:lnTo>
                    <a:pt x="2054" y="303"/>
                  </a:lnTo>
                  <a:lnTo>
                    <a:pt x="2425" y="303"/>
                  </a:lnTo>
                  <a:lnTo>
                    <a:pt x="2391" y="808"/>
                  </a:lnTo>
                  <a:lnTo>
                    <a:pt x="2391" y="1347"/>
                  </a:lnTo>
                  <a:lnTo>
                    <a:pt x="2357" y="2020"/>
                  </a:lnTo>
                  <a:lnTo>
                    <a:pt x="2357" y="2357"/>
                  </a:lnTo>
                  <a:lnTo>
                    <a:pt x="2391" y="2693"/>
                  </a:lnTo>
                  <a:lnTo>
                    <a:pt x="2324" y="2693"/>
                  </a:lnTo>
                  <a:lnTo>
                    <a:pt x="1684" y="2727"/>
                  </a:lnTo>
                  <a:lnTo>
                    <a:pt x="1044" y="2794"/>
                  </a:lnTo>
                  <a:lnTo>
                    <a:pt x="506" y="2828"/>
                  </a:lnTo>
                  <a:lnTo>
                    <a:pt x="270" y="2862"/>
                  </a:lnTo>
                  <a:lnTo>
                    <a:pt x="1" y="2963"/>
                  </a:lnTo>
                  <a:lnTo>
                    <a:pt x="34" y="2996"/>
                  </a:lnTo>
                  <a:lnTo>
                    <a:pt x="270" y="3030"/>
                  </a:lnTo>
                  <a:lnTo>
                    <a:pt x="539" y="3030"/>
                  </a:lnTo>
                  <a:lnTo>
                    <a:pt x="1044" y="2963"/>
                  </a:lnTo>
                  <a:lnTo>
                    <a:pt x="1684" y="2929"/>
                  </a:lnTo>
                  <a:lnTo>
                    <a:pt x="2324" y="2895"/>
                  </a:lnTo>
                  <a:lnTo>
                    <a:pt x="2391" y="2862"/>
                  </a:lnTo>
                  <a:lnTo>
                    <a:pt x="2425" y="2828"/>
                  </a:lnTo>
                  <a:lnTo>
                    <a:pt x="2425" y="2862"/>
                  </a:lnTo>
                  <a:lnTo>
                    <a:pt x="2492" y="2862"/>
                  </a:lnTo>
                  <a:lnTo>
                    <a:pt x="2526" y="2828"/>
                  </a:lnTo>
                  <a:lnTo>
                    <a:pt x="2559" y="2525"/>
                  </a:lnTo>
                  <a:lnTo>
                    <a:pt x="2593" y="2188"/>
                  </a:lnTo>
                  <a:lnTo>
                    <a:pt x="2593" y="1549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593" y="67"/>
                  </a:lnTo>
                  <a:lnTo>
                    <a:pt x="2559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5363775" y="2677375"/>
              <a:ext cx="351000" cy="78300"/>
            </a:xfrm>
            <a:custGeom>
              <a:avLst/>
              <a:gdLst/>
              <a:ahLst/>
              <a:cxnLst/>
              <a:rect l="l" t="t" r="r" b="b"/>
              <a:pathLst>
                <a:path w="14040" h="3132" extrusionOk="0">
                  <a:moveTo>
                    <a:pt x="101" y="202"/>
                  </a:moveTo>
                  <a:lnTo>
                    <a:pt x="1818" y="269"/>
                  </a:lnTo>
                  <a:lnTo>
                    <a:pt x="3569" y="337"/>
                  </a:lnTo>
                  <a:lnTo>
                    <a:pt x="7003" y="370"/>
                  </a:lnTo>
                  <a:lnTo>
                    <a:pt x="13703" y="505"/>
                  </a:lnTo>
                  <a:lnTo>
                    <a:pt x="13703" y="875"/>
                  </a:lnTo>
                  <a:lnTo>
                    <a:pt x="13703" y="1212"/>
                  </a:lnTo>
                  <a:lnTo>
                    <a:pt x="13703" y="2862"/>
                  </a:lnTo>
                  <a:lnTo>
                    <a:pt x="13669" y="2828"/>
                  </a:lnTo>
                  <a:lnTo>
                    <a:pt x="13299" y="2761"/>
                  </a:lnTo>
                  <a:lnTo>
                    <a:pt x="12929" y="2727"/>
                  </a:lnTo>
                  <a:lnTo>
                    <a:pt x="12558" y="2693"/>
                  </a:lnTo>
                  <a:lnTo>
                    <a:pt x="11481" y="2693"/>
                  </a:lnTo>
                  <a:lnTo>
                    <a:pt x="10740" y="2761"/>
                  </a:lnTo>
                  <a:lnTo>
                    <a:pt x="9899" y="2828"/>
                  </a:lnTo>
                  <a:lnTo>
                    <a:pt x="9023" y="2862"/>
                  </a:lnTo>
                  <a:lnTo>
                    <a:pt x="7272" y="2895"/>
                  </a:lnTo>
                  <a:lnTo>
                    <a:pt x="5555" y="2862"/>
                  </a:lnTo>
                  <a:lnTo>
                    <a:pt x="3805" y="2794"/>
                  </a:lnTo>
                  <a:lnTo>
                    <a:pt x="2088" y="2761"/>
                  </a:lnTo>
                  <a:lnTo>
                    <a:pt x="1212" y="2794"/>
                  </a:lnTo>
                  <a:lnTo>
                    <a:pt x="371" y="2828"/>
                  </a:lnTo>
                  <a:lnTo>
                    <a:pt x="371" y="2491"/>
                  </a:lnTo>
                  <a:lnTo>
                    <a:pt x="337" y="2121"/>
                  </a:lnTo>
                  <a:lnTo>
                    <a:pt x="270" y="1448"/>
                  </a:lnTo>
                  <a:lnTo>
                    <a:pt x="202" y="808"/>
                  </a:lnTo>
                  <a:lnTo>
                    <a:pt x="169" y="505"/>
                  </a:lnTo>
                  <a:lnTo>
                    <a:pt x="101" y="202"/>
                  </a:lnTo>
                  <a:close/>
                  <a:moveTo>
                    <a:pt x="101" y="0"/>
                  </a:moveTo>
                  <a:lnTo>
                    <a:pt x="68" y="34"/>
                  </a:lnTo>
                  <a:lnTo>
                    <a:pt x="34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0" y="471"/>
                  </a:lnTo>
                  <a:lnTo>
                    <a:pt x="0" y="774"/>
                  </a:lnTo>
                  <a:lnTo>
                    <a:pt x="34" y="1448"/>
                  </a:lnTo>
                  <a:lnTo>
                    <a:pt x="68" y="2222"/>
                  </a:lnTo>
                  <a:lnTo>
                    <a:pt x="101" y="2626"/>
                  </a:lnTo>
                  <a:lnTo>
                    <a:pt x="202" y="2996"/>
                  </a:lnTo>
                  <a:lnTo>
                    <a:pt x="236" y="3030"/>
                  </a:lnTo>
                  <a:lnTo>
                    <a:pt x="270" y="3064"/>
                  </a:lnTo>
                  <a:lnTo>
                    <a:pt x="303" y="3030"/>
                  </a:lnTo>
                  <a:lnTo>
                    <a:pt x="337" y="2996"/>
                  </a:lnTo>
                  <a:lnTo>
                    <a:pt x="1179" y="3030"/>
                  </a:lnTo>
                  <a:lnTo>
                    <a:pt x="2020" y="3098"/>
                  </a:lnTo>
                  <a:lnTo>
                    <a:pt x="5353" y="3098"/>
                  </a:lnTo>
                  <a:lnTo>
                    <a:pt x="7037" y="3131"/>
                  </a:lnTo>
                  <a:lnTo>
                    <a:pt x="8653" y="3131"/>
                  </a:lnTo>
                  <a:lnTo>
                    <a:pt x="9461" y="3098"/>
                  </a:lnTo>
                  <a:lnTo>
                    <a:pt x="10269" y="3064"/>
                  </a:lnTo>
                  <a:lnTo>
                    <a:pt x="11111" y="2996"/>
                  </a:lnTo>
                  <a:lnTo>
                    <a:pt x="11919" y="2929"/>
                  </a:lnTo>
                  <a:lnTo>
                    <a:pt x="12356" y="2929"/>
                  </a:lnTo>
                  <a:lnTo>
                    <a:pt x="12760" y="2963"/>
                  </a:lnTo>
                  <a:lnTo>
                    <a:pt x="13164" y="2996"/>
                  </a:lnTo>
                  <a:lnTo>
                    <a:pt x="13568" y="3098"/>
                  </a:lnTo>
                  <a:lnTo>
                    <a:pt x="13636" y="3098"/>
                  </a:lnTo>
                  <a:lnTo>
                    <a:pt x="13703" y="3064"/>
                  </a:lnTo>
                  <a:lnTo>
                    <a:pt x="13737" y="2963"/>
                  </a:lnTo>
                  <a:lnTo>
                    <a:pt x="13804" y="2996"/>
                  </a:lnTo>
                  <a:lnTo>
                    <a:pt x="13871" y="2996"/>
                  </a:lnTo>
                  <a:lnTo>
                    <a:pt x="13939" y="2963"/>
                  </a:lnTo>
                  <a:lnTo>
                    <a:pt x="13972" y="2862"/>
                  </a:lnTo>
                  <a:lnTo>
                    <a:pt x="13972" y="1414"/>
                  </a:lnTo>
                  <a:lnTo>
                    <a:pt x="13972" y="976"/>
                  </a:lnTo>
                  <a:lnTo>
                    <a:pt x="13972" y="741"/>
                  </a:lnTo>
                  <a:lnTo>
                    <a:pt x="13972" y="505"/>
                  </a:lnTo>
                  <a:lnTo>
                    <a:pt x="14006" y="438"/>
                  </a:lnTo>
                  <a:lnTo>
                    <a:pt x="14040" y="370"/>
                  </a:lnTo>
                  <a:lnTo>
                    <a:pt x="14006" y="303"/>
                  </a:lnTo>
                  <a:lnTo>
                    <a:pt x="13905" y="269"/>
                  </a:lnTo>
                  <a:lnTo>
                    <a:pt x="13871" y="269"/>
                  </a:lnTo>
                  <a:lnTo>
                    <a:pt x="13838" y="168"/>
                  </a:lnTo>
                  <a:lnTo>
                    <a:pt x="13804" y="269"/>
                  </a:lnTo>
                  <a:lnTo>
                    <a:pt x="7003" y="135"/>
                  </a:lnTo>
                  <a:lnTo>
                    <a:pt x="3569" y="34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5273700" y="2674850"/>
              <a:ext cx="85050" cy="79125"/>
            </a:xfrm>
            <a:custGeom>
              <a:avLst/>
              <a:gdLst/>
              <a:ahLst/>
              <a:cxnLst/>
              <a:rect l="l" t="t" r="r" b="b"/>
              <a:pathLst>
                <a:path w="3402" h="3165" extrusionOk="0">
                  <a:moveTo>
                    <a:pt x="1347" y="0"/>
                  </a:moveTo>
                  <a:lnTo>
                    <a:pt x="943" y="34"/>
                  </a:lnTo>
                  <a:lnTo>
                    <a:pt x="573" y="101"/>
                  </a:lnTo>
                  <a:lnTo>
                    <a:pt x="236" y="168"/>
                  </a:lnTo>
                  <a:lnTo>
                    <a:pt x="169" y="101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1" y="135"/>
                  </a:lnTo>
                  <a:lnTo>
                    <a:pt x="1" y="202"/>
                  </a:lnTo>
                  <a:lnTo>
                    <a:pt x="34" y="269"/>
                  </a:lnTo>
                  <a:lnTo>
                    <a:pt x="68" y="269"/>
                  </a:lnTo>
                  <a:lnTo>
                    <a:pt x="34" y="505"/>
                  </a:lnTo>
                  <a:lnTo>
                    <a:pt x="34" y="842"/>
                  </a:lnTo>
                  <a:lnTo>
                    <a:pt x="34" y="1717"/>
                  </a:lnTo>
                  <a:lnTo>
                    <a:pt x="34" y="2963"/>
                  </a:lnTo>
                  <a:lnTo>
                    <a:pt x="68" y="3064"/>
                  </a:lnTo>
                  <a:lnTo>
                    <a:pt x="236" y="3064"/>
                  </a:lnTo>
                  <a:lnTo>
                    <a:pt x="236" y="3030"/>
                  </a:lnTo>
                  <a:lnTo>
                    <a:pt x="270" y="2963"/>
                  </a:lnTo>
                  <a:lnTo>
                    <a:pt x="236" y="1953"/>
                  </a:lnTo>
                  <a:lnTo>
                    <a:pt x="236" y="943"/>
                  </a:lnTo>
                  <a:lnTo>
                    <a:pt x="270" y="673"/>
                  </a:lnTo>
                  <a:lnTo>
                    <a:pt x="304" y="505"/>
                  </a:lnTo>
                  <a:lnTo>
                    <a:pt x="304" y="370"/>
                  </a:lnTo>
                  <a:lnTo>
                    <a:pt x="977" y="303"/>
                  </a:lnTo>
                  <a:lnTo>
                    <a:pt x="1684" y="269"/>
                  </a:lnTo>
                  <a:lnTo>
                    <a:pt x="2054" y="303"/>
                  </a:lnTo>
                  <a:lnTo>
                    <a:pt x="2425" y="370"/>
                  </a:lnTo>
                  <a:lnTo>
                    <a:pt x="2795" y="404"/>
                  </a:lnTo>
                  <a:lnTo>
                    <a:pt x="3166" y="471"/>
                  </a:lnTo>
                  <a:lnTo>
                    <a:pt x="3199" y="438"/>
                  </a:lnTo>
                  <a:lnTo>
                    <a:pt x="3199" y="438"/>
                  </a:lnTo>
                  <a:lnTo>
                    <a:pt x="3166" y="673"/>
                  </a:lnTo>
                  <a:lnTo>
                    <a:pt x="3166" y="909"/>
                  </a:lnTo>
                  <a:lnTo>
                    <a:pt x="3132" y="1380"/>
                  </a:lnTo>
                  <a:lnTo>
                    <a:pt x="3098" y="2188"/>
                  </a:lnTo>
                  <a:lnTo>
                    <a:pt x="3132" y="2592"/>
                  </a:lnTo>
                  <a:lnTo>
                    <a:pt x="3166" y="2996"/>
                  </a:lnTo>
                  <a:lnTo>
                    <a:pt x="2762" y="2895"/>
                  </a:lnTo>
                  <a:lnTo>
                    <a:pt x="2357" y="2862"/>
                  </a:lnTo>
                  <a:lnTo>
                    <a:pt x="1516" y="2828"/>
                  </a:lnTo>
                  <a:lnTo>
                    <a:pt x="1179" y="2794"/>
                  </a:lnTo>
                  <a:lnTo>
                    <a:pt x="876" y="2761"/>
                  </a:lnTo>
                  <a:lnTo>
                    <a:pt x="708" y="2794"/>
                  </a:lnTo>
                  <a:lnTo>
                    <a:pt x="539" y="2828"/>
                  </a:lnTo>
                  <a:lnTo>
                    <a:pt x="405" y="2895"/>
                  </a:lnTo>
                  <a:lnTo>
                    <a:pt x="270" y="2963"/>
                  </a:lnTo>
                  <a:lnTo>
                    <a:pt x="438" y="3030"/>
                  </a:lnTo>
                  <a:lnTo>
                    <a:pt x="607" y="3064"/>
                  </a:lnTo>
                  <a:lnTo>
                    <a:pt x="1718" y="3064"/>
                  </a:lnTo>
                  <a:lnTo>
                    <a:pt x="2492" y="3165"/>
                  </a:lnTo>
                  <a:lnTo>
                    <a:pt x="2896" y="3165"/>
                  </a:lnTo>
                  <a:lnTo>
                    <a:pt x="3300" y="3131"/>
                  </a:lnTo>
                  <a:lnTo>
                    <a:pt x="3401" y="3064"/>
                  </a:lnTo>
                  <a:lnTo>
                    <a:pt x="3401" y="3030"/>
                  </a:lnTo>
                  <a:lnTo>
                    <a:pt x="3401" y="2996"/>
                  </a:lnTo>
                  <a:lnTo>
                    <a:pt x="3368" y="2592"/>
                  </a:lnTo>
                  <a:lnTo>
                    <a:pt x="3334" y="2188"/>
                  </a:lnTo>
                  <a:lnTo>
                    <a:pt x="3368" y="1380"/>
                  </a:lnTo>
                  <a:lnTo>
                    <a:pt x="3401" y="808"/>
                  </a:lnTo>
                  <a:lnTo>
                    <a:pt x="3401" y="505"/>
                  </a:lnTo>
                  <a:lnTo>
                    <a:pt x="3334" y="202"/>
                  </a:lnTo>
                  <a:lnTo>
                    <a:pt x="3300" y="202"/>
                  </a:lnTo>
                  <a:lnTo>
                    <a:pt x="3233" y="337"/>
                  </a:lnTo>
                  <a:lnTo>
                    <a:pt x="3199" y="303"/>
                  </a:lnTo>
                  <a:lnTo>
                    <a:pt x="2863" y="168"/>
                  </a:lnTo>
                  <a:lnTo>
                    <a:pt x="2526" y="101"/>
                  </a:lnTo>
                  <a:lnTo>
                    <a:pt x="2122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94" name="Google Shape;294;p5"/>
          <p:cNvSpPr txBox="1">
            <a:spLocks noGrp="1"/>
          </p:cNvSpPr>
          <p:nvPr>
            <p:ph type="ctrTitle"/>
          </p:nvPr>
        </p:nvSpPr>
        <p:spPr>
          <a:xfrm>
            <a:off x="2077167" y="2052033"/>
            <a:ext cx="8037600" cy="21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7200" b="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7200" b="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7200" b="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7200" b="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7200" b="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7200" b="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7200" b="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7200" b="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5"/>
          <p:cNvSpPr txBox="1">
            <a:spLocks noGrp="1"/>
          </p:cNvSpPr>
          <p:nvPr>
            <p:ph type="sldNum" idx="12"/>
          </p:nvPr>
        </p:nvSpPr>
        <p:spPr>
          <a:xfrm>
            <a:off x="11665333" y="0"/>
            <a:ext cx="526400" cy="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290440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thors Alliance WIB Content 2 ">
  <p:cSld name="Authors Alliance WIB Content 2 ">
    <p:bg>
      <p:bgPr>
        <a:solidFill>
          <a:srgbClr val="F5F6F7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"/>
          <p:cNvSpPr/>
          <p:nvPr/>
        </p:nvSpPr>
        <p:spPr>
          <a:xfrm rot="16200000">
            <a:off x="-1774933" y="1764867"/>
            <a:ext cx="6878133" cy="3328267"/>
          </a:xfrm>
          <a:prstGeom prst="flowChartOffpageConnector">
            <a:avLst/>
          </a:prstGeom>
          <a:solidFill>
            <a:srgbClr val="E06666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4" name="Google Shape;304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305" name="Google Shape;305;p7"/>
          <p:cNvCxnSpPr/>
          <p:nvPr/>
        </p:nvCxnSpPr>
        <p:spPr>
          <a:xfrm>
            <a:off x="2525467" y="-60200"/>
            <a:ext cx="705200" cy="34948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306" name="Google Shape;306;p7"/>
          <p:cNvCxnSpPr/>
          <p:nvPr/>
        </p:nvCxnSpPr>
        <p:spPr>
          <a:xfrm flipH="1">
            <a:off x="2557600" y="3457067"/>
            <a:ext cx="666800" cy="34108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307" name="Google Shape;307;p7"/>
          <p:cNvSpPr txBox="1"/>
          <p:nvPr/>
        </p:nvSpPr>
        <p:spPr>
          <a:xfrm>
            <a:off x="4470433" y="1801800"/>
            <a:ext cx="7488800" cy="47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4122833" y="282900"/>
            <a:ext cx="8069200" cy="1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600" b="1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11290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thors Alliance WIB Credits">
  <p:cSld name="Authors Alliance WIB Credits">
    <p:bg>
      <p:bgPr>
        <a:solidFill>
          <a:srgbClr val="95A5A6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"/>
          <p:cNvSpPr/>
          <p:nvPr/>
        </p:nvSpPr>
        <p:spPr>
          <a:xfrm>
            <a:off x="304400" y="1283833"/>
            <a:ext cx="11583200" cy="1346400"/>
          </a:xfrm>
          <a:prstGeom prst="rect">
            <a:avLst/>
          </a:prstGeom>
          <a:solidFill>
            <a:srgbClr val="EA9999"/>
          </a:solidFill>
          <a:ln w="19050" cap="flat" cmpd="sng">
            <a:solidFill>
              <a:srgbClr val="BDD1D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9" name="Google Shape;339;p13"/>
          <p:cNvSpPr txBox="1"/>
          <p:nvPr/>
        </p:nvSpPr>
        <p:spPr>
          <a:xfrm>
            <a:off x="0" y="252233"/>
            <a:ext cx="12192000" cy="10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6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822900" y="2942833"/>
            <a:ext cx="10481600" cy="3772400"/>
          </a:xfrm>
          <a:prstGeom prst="rect">
            <a:avLst/>
          </a:prstGeom>
          <a:solidFill>
            <a:srgbClr val="E06666"/>
          </a:solidFill>
          <a:ln w="19050" cap="flat" cmpd="sng">
            <a:solidFill>
              <a:srgbClr val="BDD1D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1" name="Google Shape;341;p13"/>
          <p:cNvSpPr txBox="1"/>
          <p:nvPr/>
        </p:nvSpPr>
        <p:spPr>
          <a:xfrm>
            <a:off x="822900" y="2904033"/>
            <a:ext cx="1048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None/>
            </a:pPr>
            <a:endParaRPr sz="2400" b="1">
              <a:solidFill>
                <a:srgbClr val="F5F6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361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">
            <a:extLst>
              <a:ext uri="{FF2B5EF4-FFF2-40B4-BE49-F238E27FC236}">
                <a16:creationId xmlns:a16="http://schemas.microsoft.com/office/drawing/2014/main" id="{A5E7B941-CE32-1D43-B287-BCB25BBF8F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6"/>
            <a:ext cx="10515600" cy="753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AF0656E-DA2F-C14C-BF10-2FC3587B4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838200" y="1251284"/>
            <a:ext cx="10515600" cy="492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FB257-F417-C06C-62B6-BE5F22AA8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9132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2"/>
                </a:solidFill>
              </a:defRPr>
            </a:lvl1pPr>
          </a:lstStyle>
          <a:p>
            <a:fld id="{7AE81EE8-44D6-3349-8A8F-524053424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0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0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33413" indent="-176213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438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5425" indent="-123825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949450" indent="-12065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">
            <a:extLst>
              <a:ext uri="{FF2B5EF4-FFF2-40B4-BE49-F238E27FC236}">
                <a16:creationId xmlns:a16="http://schemas.microsoft.com/office/drawing/2014/main" id="{A5E7B941-CE32-1D43-B287-BCB25BBF8F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6"/>
            <a:ext cx="10515600" cy="753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AF0656E-DA2F-C14C-BF10-2FC3587B4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838200" y="1251284"/>
            <a:ext cx="10515600" cy="492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FB257-F417-C06C-62B6-BE5F22AA8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9132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2"/>
                </a:solidFill>
              </a:defRPr>
            </a:lvl1pPr>
          </a:lstStyle>
          <a:p>
            <a:fld id="{ABE74BD8-1C66-3243-A03F-0B81EC14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69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33413" indent="-176213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438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5425" indent="-123825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949450" indent="-12065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81EE8-44D6-3349-8A8F-524053424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7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672" r:id="rId12"/>
    <p:sldLayoutId id="2147483673" r:id="rId13"/>
    <p:sldLayoutId id="2147483674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copyright.psu.edu/" TargetMode="Externa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le:Macaca_nigra_self-portrait_large.jpg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creativecommons.org/licenses/by/4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creativecommons.org/licenses/by/4.0/" TargetMode="Externa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creativecommons.org/licenses/by-nc/4.0/" TargetMode="External"/><Relationship Id="rId4" Type="http://schemas.openxmlformats.org/officeDocument/2006/relationships/hyperlink" Target="https://library.georgetown.edu/copyright/fair-us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creativecommons.org/licenses/by/4.0/" TargetMode="External"/><Relationship Id="rId5" Type="http://schemas.openxmlformats.org/officeDocument/2006/relationships/hyperlink" Target="https://www.ccny.cuny.edu/" TargetMode="External"/><Relationship Id="rId4" Type="http://schemas.openxmlformats.org/officeDocument/2006/relationships/hyperlink" Target="https://citycollegeoer.commons.gc.cuny.edu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about/cclicenses/" TargetMode="External"/><Relationship Id="rId2" Type="http://schemas.openxmlformats.org/officeDocument/2006/relationships/hyperlink" Target="https://copyright.psu.edu/copyright-basics/creative-commons/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hyperlink" Target="https://guides.libraries.psu.edu/open-access/apc" TargetMode="Externa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policy.psu.edu/policies/ac02" TargetMode="Externa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mailto:openaccess@psu.edu" TargetMode="Externa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guides.libraries.psu.edu/open-access/gold#s-lg-box-wrapper-21934803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creativecommons.org/licenses/by/4.0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copen.org/our-work/guide-for-authors-complying-with-policies/" TargetMode="External"/><Relationship Id="rId2" Type="http://schemas.openxmlformats.org/officeDocument/2006/relationships/hyperlink" Target="https://sparcopen.org/our-work/public-access-resources/core-elements-of-federal-public-access-policies/" TargetMode="Externa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pyright.gov/history/copyright-exhibit/quiz/" TargetMode="External"/><Relationship Id="rId13" Type="http://schemas.openxmlformats.org/officeDocument/2006/relationships/hyperlink" Target="https://www.authorsalliance.org/workshop-in-a-box-copyright-for-grad-students/" TargetMode="External"/><Relationship Id="rId3" Type="http://schemas.openxmlformats.org/officeDocument/2006/relationships/hyperlink" Target="https://creativecommons.org/licenses/by/3.0/us/" TargetMode="External"/><Relationship Id="rId7" Type="http://schemas.openxmlformats.org/officeDocument/2006/relationships/hyperlink" Target="https://creativecommons.org/2017/01/16/public-domain-5-things-not-covered-copyright/" TargetMode="External"/><Relationship Id="rId12" Type="http://schemas.openxmlformats.org/officeDocument/2006/relationships/hyperlink" Target="https://pennstateoffice365-my.sharepoint.com/:p:/g/personal/djs7648_psu_edu/EeXYeT4lNjZHlgKQY32VZwcBhcUDh6NtyJUO3eQ5eKZDeg" TargetMode="External"/><Relationship Id="rId2" Type="http://schemas.openxmlformats.org/officeDocument/2006/relationships/hyperlink" Target="https://www.eff.org/teachingcopyright/handouts#fairuseFAQ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creativecommons.org/licenses/by/4.0/" TargetMode="External"/><Relationship Id="rId11" Type="http://schemas.openxmlformats.org/officeDocument/2006/relationships/hyperlink" Target="http://www.copyright.gov/" TargetMode="External"/><Relationship Id="rId5" Type="http://schemas.openxmlformats.org/officeDocument/2006/relationships/hyperlink" Target="http://www.creativecommons.org" TargetMode="External"/><Relationship Id="rId10" Type="http://schemas.openxmlformats.org/officeDocument/2006/relationships/hyperlink" Target="https://www.copyright.gov/circs/circ01.pdf" TargetMode="External"/><Relationship Id="rId4" Type="http://schemas.openxmlformats.org/officeDocument/2006/relationships/hyperlink" Target="http://www.copyright.gov" TargetMode="External"/><Relationship Id="rId9" Type="http://schemas.openxmlformats.org/officeDocument/2006/relationships/hyperlink" Target="https://copyright.psu.edu/copyright-basics/workshop/intr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esentation Title">
            <a:extLst>
              <a:ext uri="{FF2B5EF4-FFF2-40B4-BE49-F238E27FC236}">
                <a16:creationId xmlns:a16="http://schemas.microsoft.com/office/drawing/2014/main" id="{498AB44B-2337-E2AA-F371-9A5DC6AD8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/>
          <a:p>
            <a:r>
              <a:rPr lang="en-US" sz="5600"/>
              <a:t>Introduction to Copyright and </a:t>
            </a:r>
            <a:br>
              <a:rPr lang="en-US" sz="5600"/>
            </a:br>
            <a:r>
              <a:rPr lang="en-US" sz="5600"/>
              <a:t>Open Access Publishing</a:t>
            </a:r>
          </a:p>
        </p:txBody>
      </p:sp>
      <p:sp>
        <p:nvSpPr>
          <p:cNvPr id="7" name="Presenter Name, Title">
            <a:extLst>
              <a:ext uri="{FF2B5EF4-FFF2-40B4-BE49-F238E27FC236}">
                <a16:creationId xmlns:a16="http://schemas.microsoft.com/office/drawing/2014/main" id="{376BF7CC-DE0A-4E03-3DBB-4614AED9A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sz="2200" b="1" i="0"/>
              <a:t>Danielle Steinhart</a:t>
            </a:r>
          </a:p>
          <a:p>
            <a:r>
              <a:rPr lang="en-US" sz="2200" b="1" i="0">
                <a:highlight>
                  <a:srgbClr val="FFFFFF"/>
                </a:highlight>
              </a:rPr>
              <a:t>Interim Head, Office of Scholarly Communications and Copyright</a:t>
            </a:r>
          </a:p>
          <a:p>
            <a:r>
              <a:rPr lang="en-US" sz="2200" b="1" i="0" err="1">
                <a:highlight>
                  <a:srgbClr val="FFFFFF"/>
                </a:highlight>
              </a:rPr>
              <a:t>copyright@psu.edu</a:t>
            </a:r>
            <a:endParaRPr lang="en-US" sz="2200" b="1"/>
          </a:p>
        </p:txBody>
      </p:sp>
    </p:spTree>
    <p:extLst>
      <p:ext uri="{BB962C8B-B14F-4D97-AF65-F5344CB8AC3E}">
        <p14:creationId xmlns:p14="http://schemas.microsoft.com/office/powerpoint/2010/main" val="207985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65B40-8FBA-646C-5474-166786CFF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73B5E-ED27-A250-3A48-27A0EF00A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/>
              <a:t>Visit </a:t>
            </a:r>
            <a:r>
              <a:rPr lang="en-US" sz="3200">
                <a:hlinkClick r:id="rId2"/>
              </a:rPr>
              <a:t>copyright.psu.edu</a:t>
            </a:r>
            <a:r>
              <a:rPr lang="en-US" sz="3200"/>
              <a:t> to:</a:t>
            </a:r>
            <a:endParaRPr lang="en-US" sz="3200">
              <a:ea typeface="Calibri"/>
              <a:cs typeface="Calibri"/>
            </a:endParaRPr>
          </a:p>
          <a:p>
            <a:pPr lvl="1">
              <a:buFont typeface="Arial,Sans-Serif" panose="020B0604020202020204" pitchFamily="34" charset="0"/>
            </a:pPr>
            <a:r>
              <a:rPr lang="en-US" sz="3200"/>
              <a:t>Make an appointment.</a:t>
            </a:r>
            <a:endParaRPr lang="en-US" sz="3200">
              <a:ea typeface="Calibri"/>
              <a:cs typeface="Calibri"/>
            </a:endParaRPr>
          </a:p>
          <a:p>
            <a:pPr lvl="1">
              <a:buFont typeface="Arial,Sans-Serif" panose="020B0604020202020204" pitchFamily="34" charset="0"/>
            </a:pPr>
            <a:r>
              <a:rPr lang="en-US" sz="3200"/>
              <a:t>Submit a question.</a:t>
            </a:r>
            <a:endParaRPr lang="en-US" sz="3200">
              <a:ea typeface="Calibri"/>
              <a:cs typeface="Calibri"/>
            </a:endParaRPr>
          </a:p>
          <a:p>
            <a:pPr lvl="1">
              <a:buFont typeface="Arial,Sans-Serif" panose="020B0604020202020204" pitchFamily="34" charset="0"/>
            </a:pPr>
            <a:r>
              <a:rPr lang="en-US" sz="3200"/>
              <a:t>Request this workshop for your college, department, or lab.</a:t>
            </a:r>
            <a:endParaRPr lang="en-US" sz="3200">
              <a:ea typeface="Calibri"/>
              <a:cs typeface="Calibri"/>
            </a:endParaRPr>
          </a:p>
          <a:p>
            <a:pPr lvl="1">
              <a:buFont typeface="Arial,Sans-Serif" panose="020B0604020202020204" pitchFamily="34" charset="0"/>
            </a:pPr>
            <a:r>
              <a:rPr lang="en-US" sz="3200"/>
              <a:t>Find more resources on copyright and scholarly communications.</a:t>
            </a:r>
            <a:endParaRPr lang="en-US" sz="3200">
              <a:ea typeface="Calibri"/>
              <a:cs typeface="Calibri"/>
            </a:endParaRPr>
          </a:p>
          <a:p>
            <a:endParaRPr lang="en-US" sz="3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097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3B863-EEED-AADA-402E-A7BF878A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743" y="1827609"/>
            <a:ext cx="9895951" cy="598241"/>
          </a:xfrm>
        </p:spPr>
        <p:txBody>
          <a:bodyPr>
            <a:normAutofit fontScale="90000"/>
          </a:bodyPr>
          <a:lstStyle/>
          <a:p>
            <a:br>
              <a:rPr lang="en-US" sz="3400">
                <a:ea typeface="Calibri"/>
                <a:cs typeface="Calibri"/>
              </a:rPr>
            </a:br>
            <a:r>
              <a:rPr lang="en-US" sz="3600">
                <a:solidFill>
                  <a:schemeClr val="tx2"/>
                </a:solidFill>
                <a:ea typeface="Calibri"/>
                <a:cs typeface="Calibri"/>
              </a:rPr>
              <a:t>Plan for Today</a:t>
            </a:r>
            <a:endParaRPr lang="en-US" sz="3600">
              <a:solidFill>
                <a:schemeClr val="tx2"/>
              </a:solidFill>
              <a:ea typeface="Calibri Light"/>
              <a:cs typeface="Calibri Light"/>
            </a:endParaRPr>
          </a:p>
          <a:p>
            <a:endParaRPr lang="en-US" sz="34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85FFF-7E16-BACC-70DA-6AA353C75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0276" y="6265962"/>
            <a:ext cx="5965371" cy="365125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Intro to Copyright and Open Access Publishing by Danielle Steinhart of the Penn State Libraries is licensed under </a:t>
            </a:r>
            <a:r>
              <a:rPr lang="en-US" sz="700">
                <a:solidFill>
                  <a:schemeClr val="tx2"/>
                </a:solidFill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7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700">
              <a:solidFill>
                <a:schemeClr val="tx2"/>
              </a:solidFill>
            </a:endParaRPr>
          </a:p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7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3EDC0-2E1F-3A22-2BA7-634D39A20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385" y="2653839"/>
            <a:ext cx="9724031" cy="31572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</a:pPr>
            <a:r>
              <a:rPr lang="en-US">
                <a:latin typeface="Calibri"/>
                <a:ea typeface="Calibri"/>
                <a:cs typeface="Calibri"/>
              </a:rPr>
              <a:t>Copyright Basics</a:t>
            </a:r>
          </a:p>
          <a:p>
            <a:pPr>
              <a:spcBef>
                <a:spcPct val="20000"/>
              </a:spcBef>
            </a:pPr>
            <a:r>
              <a:rPr lang="en-US">
                <a:latin typeface="Calibri"/>
                <a:ea typeface="Calibri"/>
                <a:cs typeface="Calibri"/>
              </a:rPr>
              <a:t>Fair Use</a:t>
            </a:r>
          </a:p>
          <a:p>
            <a:pPr>
              <a:spcBef>
                <a:spcPct val="20000"/>
              </a:spcBef>
            </a:pPr>
            <a:r>
              <a:rPr lang="en-US">
                <a:latin typeface="Calibri"/>
                <a:ea typeface="Calibri"/>
                <a:cs typeface="Calibri"/>
              </a:rPr>
              <a:t>Copyright Duration</a:t>
            </a:r>
          </a:p>
          <a:p>
            <a:pPr>
              <a:spcBef>
                <a:spcPct val="20000"/>
              </a:spcBef>
            </a:pPr>
            <a:r>
              <a:rPr lang="en-US">
                <a:latin typeface="Calibri"/>
                <a:ea typeface="Calibri"/>
                <a:cs typeface="Calibri"/>
              </a:rPr>
              <a:t>Copyright Infringement vs. Plagiarism</a:t>
            </a:r>
          </a:p>
          <a:p>
            <a:pPr>
              <a:spcBef>
                <a:spcPct val="20000"/>
              </a:spcBef>
            </a:pPr>
            <a:r>
              <a:rPr lang="en-US">
                <a:latin typeface="Calibri"/>
                <a:ea typeface="Calibri"/>
                <a:cs typeface="Calibri"/>
              </a:rPr>
              <a:t>Creative Commons and Public Domain</a:t>
            </a:r>
            <a:endParaRPr lang="en-US">
              <a:latin typeface="Aptos" panose="020B0004020202020204"/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>
                <a:latin typeface="Calibri"/>
                <a:ea typeface="Calibri"/>
                <a:cs typeface="Calibri"/>
              </a:rPr>
              <a:t>Open Access Publishing</a:t>
            </a:r>
            <a:r>
              <a:rPr lang="en-US">
                <a:latin typeface="Times"/>
                <a:ea typeface="Calibri"/>
                <a:cs typeface="Times"/>
              </a:rPr>
              <a:t> 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374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659F-357B-4B64-97C8-93A49D989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9CDE"/>
                </a:solidFill>
                <a:latin typeface="Franklin Gothic Medium"/>
              </a:rPr>
              <a:t>What is Copyright?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9D6E2-245F-4C28-AB6E-BF7528A1C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33045" indent="-233045"/>
            <a:r>
              <a:rPr lang="en-US" sz="2200"/>
              <a:t>In the U.S., copyright aims “To Promote the Progress of Science and useful Arts.”</a:t>
            </a:r>
            <a:endParaRPr lang="en-US" sz="2200">
              <a:solidFill>
                <a:srgbClr val="000320"/>
              </a:solidFill>
            </a:endParaRPr>
          </a:p>
          <a:p>
            <a:pPr marL="233045" indent="-233045"/>
            <a:r>
              <a:rPr lang="en-US" sz="2200"/>
              <a:t>It gives authors certain rights in their works, and it limits the authors’ rights by recognizing rights for users.</a:t>
            </a: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AF3DBD8-0090-7585-25CD-2FC90ADBBA62}"/>
              </a:ext>
            </a:extLst>
          </p:cNvPr>
          <p:cNvSpPr txBox="1">
            <a:spLocks/>
          </p:cNvSpPr>
          <p:nvPr/>
        </p:nvSpPr>
        <p:spPr>
          <a:xfrm>
            <a:off x="6607794" y="6389481"/>
            <a:ext cx="5507075" cy="365125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1"/>
                </a:solidFill>
                <a:ea typeface="+mn-lt"/>
                <a:cs typeface="+mn-lt"/>
              </a:rPr>
              <a:t>Intro to Copyright and Open Access Publishing  by Danielle Steinhart of the Penn State Libraries is licensed under CC BY 4.0.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2E693AC-50B5-81DC-7492-F52901616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8061" y="6392686"/>
            <a:ext cx="7017656" cy="365125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Intro to Copyright and Open Access Publishing  by Danielle Steinhart of the Penn State Libraries is licensed under </a:t>
            </a:r>
            <a:r>
              <a:rPr lang="en-US" sz="1000">
                <a:solidFill>
                  <a:schemeClr val="tx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212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To Avoid Copyright Infringement, Ask Yourself: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A4078-0B92-6F4A-80FD-BBEC9D30D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6132" y="5948186"/>
            <a:ext cx="7017656" cy="365125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Intro to Copyright and Open Access Publishing  by Danielle Steinhart of the Penn State Libraries is licensed under </a:t>
            </a:r>
            <a:r>
              <a:rPr lang="en-US" sz="1000">
                <a:solidFill>
                  <a:schemeClr val="tx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/>
              <a:t>Is the work protected by copyright?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Is your use the kind that copyright regulates?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Do any users’ rights, such as fair use, apply?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Who holds the copyright? Have they already made any licenses that would permit your use?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Badge Copyright with solid fill">
            <a:extLst>
              <a:ext uri="{FF2B5EF4-FFF2-40B4-BE49-F238E27FC236}">
                <a16:creationId xmlns:a16="http://schemas.microsoft.com/office/drawing/2014/main" id="{A8CB99FC-8638-D57A-3101-7DD980A346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3879" y="218209"/>
            <a:ext cx="1195613" cy="117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79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38" y="564079"/>
            <a:ext cx="6541521" cy="837385"/>
          </a:xfrm>
        </p:spPr>
        <p:txBody>
          <a:bodyPr anchor="ctr">
            <a:normAutofit/>
          </a:bodyPr>
          <a:lstStyle/>
          <a:p>
            <a:r>
              <a:rPr lang="en-US" sz="3600"/>
              <a:t>Is the work covered by copyright?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1619180"/>
            <a:ext cx="5334197" cy="462089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/>
              <a:t>Is it the sort of thing copyright covers?</a:t>
            </a:r>
            <a:endParaRPr lang="en-US" sz="2400">
              <a:ea typeface="Calibri"/>
              <a:cs typeface="Calibri"/>
            </a:endParaRPr>
          </a:p>
          <a:p>
            <a:pPr marL="914400" lvl="1" indent="-457200">
              <a:buChar char="•"/>
            </a:pPr>
            <a:r>
              <a:rPr lang="en-US"/>
              <a:t>Original AND fixed</a:t>
            </a:r>
            <a:endParaRPr lang="en-US">
              <a:ea typeface="Calibri"/>
              <a:cs typeface="Calibri"/>
            </a:endParaRPr>
          </a:p>
          <a:p>
            <a:pPr marL="914400" lvl="1" indent="-457200">
              <a:buChar char="•"/>
            </a:pPr>
            <a:r>
              <a:rPr lang="en-US"/>
              <a:t>Not an invention, idea, fact, etc.</a:t>
            </a:r>
            <a:endParaRPr lang="en-US">
              <a:ea typeface="Calibri"/>
              <a:cs typeface="Calibri"/>
            </a:endParaRPr>
          </a:p>
          <a:p>
            <a:pPr marL="914400" lvl="1" indent="-457200">
              <a:buChar char="•"/>
            </a:pPr>
            <a:r>
              <a:rPr lang="en-US"/>
              <a:t>Not a U.S. federal government work</a:t>
            </a:r>
            <a:endParaRPr lang="en-US">
              <a:ea typeface="Calibri"/>
              <a:cs typeface="Calibri"/>
            </a:endParaRPr>
          </a:p>
          <a:p>
            <a:pPr marL="57150" indent="0">
              <a:buNone/>
            </a:pPr>
            <a:r>
              <a:rPr lang="en-US" sz="2400"/>
              <a:t>What's</a:t>
            </a:r>
            <a:r>
              <a:rPr lang="en-US" sz="2400">
                <a:cs typeface="Calibri"/>
              </a:rPr>
              <a:t> not covered by copyright?</a:t>
            </a:r>
            <a:endParaRPr lang="en-US" sz="2400">
              <a:ea typeface="Calibri"/>
              <a:cs typeface="Calibri"/>
            </a:endParaRPr>
          </a:p>
          <a:p>
            <a:pPr marL="1028700" lvl="1" indent="-571500">
              <a:buChar char="•"/>
            </a:pPr>
            <a:r>
              <a:rPr lang="en-US">
                <a:cs typeface="Calibri"/>
              </a:rPr>
              <a:t>Ideas, procedures, systems, methods of operation, concepts, principles, or discoveries</a:t>
            </a:r>
            <a:endParaRPr lang="en-US">
              <a:ea typeface="Calibri"/>
              <a:cs typeface="Calibri"/>
            </a:endParaRPr>
          </a:p>
          <a:p>
            <a:pPr marL="1028700" lvl="1" indent="-571500">
              <a:buChar char="•"/>
            </a:pPr>
            <a:r>
              <a:rPr lang="en-US">
                <a:cs typeface="Calibri"/>
              </a:rPr>
              <a:t>Federal government works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067E287-B1C7-DB49-8701-50B597F6F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867" y="6356350"/>
            <a:ext cx="6073839" cy="365125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/>
                </a:solidFill>
                <a:ea typeface="+mn-lt"/>
                <a:cs typeface="+mn-lt"/>
              </a:rPr>
              <a:t>Intro to Copyright and Open Access Publishing  by Danielle Steinhart of the Penn State Libraries is licensed under </a:t>
            </a:r>
            <a:r>
              <a:rPr lang="en-US" sz="900">
                <a:solidFill>
                  <a:schemeClr val="tx1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900">
                <a:solidFill>
                  <a:schemeClr val="tx1"/>
                </a:solidFill>
                <a:ea typeface="Calibri"/>
                <a:cs typeface="Calibri"/>
              </a:rPr>
              <a:t>.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A42777-0F82-6CDD-1B9B-50F03AAC2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91" r="28730" b="7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911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7CB0-83A5-5C4F-8D7B-841D70F0F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sort of thing copyright covers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608E-5F2C-DA4C-833C-AA477622B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Copyright covers works of authorship that are:</a:t>
            </a:r>
          </a:p>
          <a:p>
            <a:pPr lvl="1"/>
            <a:r>
              <a:rPr lang="en-US"/>
              <a:t>Original</a:t>
            </a:r>
          </a:p>
          <a:p>
            <a:pPr lvl="2"/>
            <a:r>
              <a:rPr lang="en-US"/>
              <a:t>Possessing at least a modicum of creativity</a:t>
            </a:r>
          </a:p>
          <a:p>
            <a:pPr lvl="2"/>
            <a:r>
              <a:rPr lang="en-US"/>
              <a:t>The independent creation of their author(s)</a:t>
            </a:r>
          </a:p>
          <a:p>
            <a:pPr lvl="1"/>
            <a:r>
              <a:rPr lang="en-US"/>
              <a:t>Fixed in a tangible medium of expression</a:t>
            </a:r>
          </a:p>
          <a:p>
            <a:r>
              <a:rPr lang="en-US"/>
              <a:t>Copyright does not cover works created by officers or employees of the U.S. government in their official duties.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FB32E-3B21-1B44-B389-CBED767C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7900" y="6132513"/>
            <a:ext cx="7073900" cy="365125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1000">
                <a:ea typeface="Calibri"/>
                <a:cs typeface="Calibri"/>
              </a:rPr>
              <a:t>Intro to Copyright and Open Access Publishing  by Danielle Steinhart of the Penn State Libraries  is licensed under </a:t>
            </a:r>
            <a:r>
              <a:rPr lang="en-US" sz="1000">
                <a:ea typeface="Calibri"/>
                <a:cs typeface="Calibri"/>
                <a:hlinkClick r:id="rId2"/>
              </a:rPr>
              <a:t>CC BY 4.0</a:t>
            </a:r>
            <a:r>
              <a:rPr lang="en-US" sz="1000">
                <a:ea typeface="Calibri"/>
                <a:cs typeface="Calibri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67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2EC2F1D-6FCB-C908-11C8-60F422C8C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6874" y="1542762"/>
            <a:ext cx="5092536" cy="3225614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rgbClr val="000000"/>
                </a:solidFill>
                <a:cs typeface="Calibri"/>
              </a:rPr>
              <a:t>Works must be created by a human being to get copyright protection</a:t>
            </a:r>
            <a:endParaRPr lang="en-US" sz="4000">
              <a:solidFill>
                <a:srgbClr val="000000"/>
              </a:solidFill>
              <a:ea typeface="Calibri Light" panose="020F0302020204030204"/>
              <a:cs typeface="Calibri"/>
            </a:endParaRPr>
          </a:p>
        </p:txBody>
      </p:sp>
      <p:pic>
        <p:nvPicPr>
          <p:cNvPr id="10" name="Picture 10" descr="A picture containing mammal, tree, primate, outdoor&#10;&#10;Description automatically generated">
            <a:extLst>
              <a:ext uri="{FF2B5EF4-FFF2-40B4-BE49-F238E27FC236}">
                <a16:creationId xmlns:a16="http://schemas.microsoft.com/office/drawing/2014/main" id="{790EA4D7-126F-306C-F1F5-68845F835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672" y="331026"/>
            <a:ext cx="4183048" cy="5794197"/>
          </a:xfrm>
        </p:spPr>
      </p:pic>
      <p:sp>
        <p:nvSpPr>
          <p:cNvPr id="11" name="TextBox 10" descr="Smiling Macaca with trees in background.">
            <a:extLst>
              <a:ext uri="{FF2B5EF4-FFF2-40B4-BE49-F238E27FC236}">
                <a16:creationId xmlns:a16="http://schemas.microsoft.com/office/drawing/2014/main" id="{3D27C266-BF05-B0AB-CAFF-D3770E7D0502}"/>
              </a:ext>
            </a:extLst>
          </p:cNvPr>
          <p:cNvSpPr txBox="1"/>
          <p:nvPr/>
        </p:nvSpPr>
        <p:spPr>
          <a:xfrm>
            <a:off x="633020" y="6225989"/>
            <a:ext cx="4010989" cy="1558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i="1">
                <a:ea typeface="+mn-lt"/>
                <a:cs typeface="+mn-lt"/>
                <a:hlinkClick r:id="rId3"/>
              </a:rPr>
              <a:t>Macaca Selfie</a:t>
            </a:r>
            <a:r>
              <a:rPr lang="en-US" sz="1200" i="1">
                <a:ea typeface="+mn-lt"/>
                <a:cs typeface="+mn-lt"/>
              </a:rPr>
              <a:t> </a:t>
            </a:r>
            <a:r>
              <a:rPr lang="en-US" sz="1200">
                <a:ea typeface="+mn-lt"/>
                <a:cs typeface="+mn-lt"/>
              </a:rPr>
              <a:t>from Wikimedia is in the Public domain</a:t>
            </a:r>
            <a:endParaRPr lang="en-US" sz="12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21A4BFF-2DDC-51E1-5B56-88D92A6F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14471" y="6386513"/>
            <a:ext cx="7073900" cy="365125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1000">
                <a:ea typeface="Calibri"/>
                <a:cs typeface="Calibri"/>
              </a:rPr>
              <a:t>Intro to Copyright and Open Access Publishing  by Danielle Steinhart of the Penn State Libraries  is licensed under </a:t>
            </a:r>
            <a:r>
              <a:rPr lang="en-US" sz="1000">
                <a:ea typeface="Calibri"/>
                <a:cs typeface="Calibri"/>
                <a:hlinkClick r:id="rId4"/>
              </a:rPr>
              <a:t>CC BY 4.0</a:t>
            </a:r>
            <a:r>
              <a:rPr lang="en-US" sz="1000">
                <a:ea typeface="Calibri"/>
                <a:cs typeface="Calibri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8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071" y="312536"/>
            <a:ext cx="4085665" cy="731185"/>
          </a:xfrm>
        </p:spPr>
        <p:txBody>
          <a:bodyPr anchor="t">
            <a:normAutofit/>
          </a:bodyPr>
          <a:lstStyle/>
          <a:p>
            <a:r>
              <a:rPr lang="en-US" sz="3200"/>
              <a:t>Copyright Duration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29" y="1281176"/>
            <a:ext cx="4793236" cy="4525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A work created in the U.S. today will be covered by copyright in the U.S. until 70 years after the death of the author.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Under earlier copyright regimes, there were many other ways a work could enter the public domain.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Key dates (as of 2020)</a:t>
            </a:r>
            <a:endParaRPr lang="en-US" sz="2000">
              <a:ea typeface="Calibri"/>
              <a:cs typeface="Calibri"/>
            </a:endParaRPr>
          </a:p>
          <a:p>
            <a:pPr lvl="1"/>
            <a:r>
              <a:rPr lang="en-US" sz="2000"/>
              <a:t>Works created after March 1, 1989 are under copyright (unless by U.S. government).</a:t>
            </a:r>
            <a:endParaRPr lang="en-US" sz="2000">
              <a:ea typeface="Calibri"/>
              <a:cs typeface="Calibri"/>
            </a:endParaRPr>
          </a:p>
          <a:p>
            <a:pPr lvl="1"/>
            <a:r>
              <a:rPr lang="en-US" sz="2000"/>
              <a:t>Works published prior to 1925 are public domain.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1F127E1-69F7-A748-AEAE-CE4D46CD7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2493" y="6283779"/>
            <a:ext cx="3245284" cy="365125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/>
                </a:solidFill>
                <a:ea typeface="+mn-lt"/>
                <a:cs typeface="+mn-lt"/>
              </a:rPr>
              <a:t>Intro to Copyright and Open Access Publishing by Danielle Steinhart of the Penn State Libraries </a:t>
            </a:r>
            <a:r>
              <a:rPr lang="en-US" sz="900">
                <a:solidFill>
                  <a:schemeClr val="tx1"/>
                </a:solidFill>
                <a:ea typeface="Calibri"/>
                <a:cs typeface="Calibri"/>
              </a:rPr>
              <a:t>is licensed under </a:t>
            </a:r>
            <a:r>
              <a:rPr lang="en-US" sz="900">
                <a:solidFill>
                  <a:schemeClr val="tx1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900">
                <a:solidFill>
                  <a:srgbClr val="FFFFFF"/>
                </a:solidFill>
                <a:ea typeface="Calibri"/>
                <a:cs typeface="Calibri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CF729-E970-03C3-15A0-67576B153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034" y="0"/>
            <a:ext cx="6511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96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27597F-7A72-91F4-CA8B-FD535441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Calibri"/>
                <a:cs typeface="Calibri"/>
              </a:rPr>
              <a:t>Copyright Registration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27E7A-4D26-43BA-FDD7-53730F41C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In addition to establishing a public record of a copyright claim, registration offers several other statutory advantages: 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Before an infringement suit may be filed in court, registration (or refusal) is necessary for U.S. works.  </a:t>
            </a:r>
          </a:p>
          <a:p>
            <a:r>
              <a:rPr lang="en-US" sz="2200">
                <a:ea typeface="+mn-lt"/>
                <a:cs typeface="+mn-lt"/>
              </a:rPr>
              <a:t>Registration establishes prima facie evidence of the validity of the copyright and facts stated in the certificate when registration is made before or within five years of publication. </a:t>
            </a:r>
          </a:p>
          <a:p>
            <a:r>
              <a:rPr lang="en-US" sz="2200">
                <a:ea typeface="+mn-lt"/>
                <a:cs typeface="+mn-lt"/>
              </a:rPr>
              <a:t> When registration is made prior to infringement or within three months after publication of a work, a copyright owner is eligible for statutory damages, attorneys’ fees, and costs. </a:t>
            </a:r>
          </a:p>
          <a:p>
            <a:r>
              <a:rPr lang="en-US" sz="2200">
                <a:ea typeface="+mn-lt"/>
                <a:cs typeface="+mn-lt"/>
              </a:rPr>
              <a:t>Registration permits a copyright owner to establish a record with the U.S. Customs and Border Protection (CBP)4 for protection against the importation of infringing copies.</a:t>
            </a:r>
            <a:endParaRPr lang="en-US" sz="2200"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177C9-1543-A541-99EE-B7643606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0211" y="6356350"/>
            <a:ext cx="7519059" cy="365125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ea typeface="+mn-lt"/>
                <a:cs typeface="+mn-lt"/>
              </a:rPr>
              <a:t>Intro to Copyright and Open Access Publishing  by Danielle Steinhart of the Penn State Libraries </a:t>
            </a:r>
            <a:r>
              <a:rPr lang="en-US" sz="700">
                <a:ea typeface="Calibri"/>
                <a:cs typeface="Calibri"/>
              </a:rPr>
              <a:t>is licensed under </a:t>
            </a:r>
            <a:r>
              <a:rPr lang="en-US" sz="700"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700">
                <a:ea typeface="Calibri"/>
                <a:cs typeface="Calibri"/>
              </a:rPr>
              <a:t>.</a:t>
            </a:r>
            <a:endParaRPr lang="en-US" sz="70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4155179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6A3-3FA0-C625-3AB9-6FAC18EC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cs typeface="Calibri"/>
              </a:rPr>
              <a:t>Does copyright regulate your use?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72B3D-F2BC-9E08-30F0-54B8E8E4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5033" y="6389664"/>
            <a:ext cx="5038436" cy="365125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ea typeface="+mn-lt"/>
                <a:cs typeface="+mn-lt"/>
              </a:rPr>
              <a:t>Intro to Copyright and Open Access Publishing  by Danielle Steinhart of the Penn State Libraries </a:t>
            </a:r>
            <a:r>
              <a:rPr lang="en-US" sz="700">
                <a:ea typeface="Calibri"/>
                <a:cs typeface="Calibri"/>
              </a:rPr>
              <a:t>is licensed under </a:t>
            </a:r>
            <a:r>
              <a:rPr lang="en-US" sz="700"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700">
                <a:ea typeface="Calibri"/>
                <a:cs typeface="Calibri"/>
              </a:rPr>
              <a:t>.</a:t>
            </a:r>
            <a:endParaRPr lang="en-US" sz="700"/>
          </a:p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700">
              <a:solidFill>
                <a:srgbClr val="FFFFFF"/>
              </a:solidFill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CD166EA3-680C-9B7E-F898-957FE59B5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29378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24281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49401-28FA-9D5E-3991-7F07ECAE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462436"/>
            <a:ext cx="9688296" cy="633567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4000">
                <a:cs typeface="Calibri"/>
              </a:rPr>
              <a:t>How can I use this work?</a:t>
            </a:r>
            <a:endParaRPr lang="en-US" sz="400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16586-088E-DD20-C0EE-5508B27F9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9807" y="5873141"/>
            <a:ext cx="4946073" cy="365125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Intro to Copyright and Open Access Publishing  by Danielle Steinhart of the Penn State Libraries </a:t>
            </a:r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  <a:ea typeface="Calibri"/>
                <a:cs typeface="Calibri"/>
              </a:rPr>
              <a:t>is licensed under </a:t>
            </a:r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  <a:ea typeface="Calibri"/>
                <a:cs typeface="Calibri"/>
              </a:rPr>
              <a:t>.</a:t>
            </a:r>
            <a:endParaRPr lang="en-US" sz="7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7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5E17A-A3C2-A705-6219-4851F31A8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527760"/>
            <a:ext cx="9688296" cy="43450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cs typeface="Calibri"/>
              </a:rPr>
              <a:t>Do any user's rights apply?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Fair use (107)</a:t>
            </a:r>
          </a:p>
          <a:p>
            <a:r>
              <a:rPr lang="en-US">
                <a:ea typeface="+mn-lt"/>
                <a:cs typeface="+mn-lt"/>
              </a:rPr>
              <a:t>Reproduction by libraries and archives (108)</a:t>
            </a:r>
          </a:p>
          <a:p>
            <a:r>
              <a:rPr lang="en-US">
                <a:ea typeface="+mn-lt"/>
                <a:cs typeface="+mn-lt"/>
              </a:rPr>
              <a:t>First sale (109)</a:t>
            </a:r>
          </a:p>
          <a:p>
            <a:r>
              <a:rPr lang="en-US">
                <a:ea typeface="+mn-lt"/>
                <a:cs typeface="+mn-lt"/>
              </a:rPr>
              <a:t>Exemption of certain performances and displays (110)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54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ctr"/>
            <a:r>
              <a:rPr lang="en-US" sz="6600"/>
              <a:t>Fair Use Factors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AutoNum type="arabicPeriod"/>
            </a:pPr>
            <a:r>
              <a:rPr lang="en-US" sz="2200"/>
              <a:t>the purpose and character of the use, including whether such use is of a commercial nature or is for nonprofit educational purposes;</a:t>
            </a:r>
            <a:endParaRPr lang="en-US" sz="220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the nature of the copyrighted work;</a:t>
            </a:r>
            <a:endParaRPr lang="en-US" sz="220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the amount and substantiality of the portion used in relation to the copyrighted work as a whole; and</a:t>
            </a:r>
            <a:endParaRPr lang="en-US" sz="220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the effect of the use upon the potential market for or value of the copyrighted work.</a:t>
            </a:r>
            <a:endParaRPr lang="en-US" sz="2200">
              <a:ea typeface="Calibri"/>
              <a:cs typeface="Calibri"/>
            </a:endParaRPr>
          </a:p>
          <a:p>
            <a:pPr marL="0" indent="0">
              <a:buNone/>
            </a:pPr>
            <a:endParaRPr lang="en-US" sz="220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1F5F25D-1621-6541-8E40-FD830EBF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1528" y="6153150"/>
            <a:ext cx="6049772" cy="3651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Intro to Copyright and Open Access Publishing  by Danielle Steinhart of the Penn State Libraries</a:t>
            </a: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</a:rPr>
              <a:t> is licensed under </a:t>
            </a: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hlinkClick r:id="rId3"/>
              </a:rPr>
              <a:t>CC BY 4.0</a:t>
            </a: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</a:rPr>
              <a:t>.</a:t>
            </a:r>
            <a:endParaRPr lang="en-US" sz="9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646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7160F-C979-B413-A108-423B28E3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1217" y="6314597"/>
            <a:ext cx="6968690" cy="3651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000">
                <a:latin typeface="+mn-lt"/>
                <a:ea typeface="Calibri"/>
                <a:cs typeface="Calibri"/>
              </a:rPr>
              <a:t>Intro to Copyright and Open Access Publishing  by Danielle Steinhart of the Penn State Libraries is licensed under </a:t>
            </a:r>
            <a:r>
              <a:rPr lang="en-US" sz="1000">
                <a:latin typeface="+mn-lt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1000">
                <a:latin typeface="+mn-lt"/>
                <a:ea typeface="Calibri"/>
                <a:cs typeface="Calibri"/>
              </a:rPr>
              <a:t>.</a:t>
            </a:r>
            <a:endParaRPr lang="en-US" sz="1000">
              <a:latin typeface="+mn-lt"/>
              <a:ea typeface="+mn-ea"/>
              <a:cs typeface="+mn-cs"/>
            </a:endParaRPr>
          </a:p>
        </p:txBody>
      </p:sp>
      <p:pic>
        <p:nvPicPr>
          <p:cNvPr id="5" name="Picture 5" descr="Four arrows depicting the four fair use factors to show which &#10;&#10;">
            <a:extLst>
              <a:ext uri="{FF2B5EF4-FFF2-40B4-BE49-F238E27FC236}">
                <a16:creationId xmlns:a16="http://schemas.microsoft.com/office/drawing/2014/main" id="{DCCE138C-8572-13F8-5664-9261CF6A4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634" y="509082"/>
            <a:ext cx="7282075" cy="50025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A6BCC1-390C-E1A4-1E63-8D9E53C4328B}"/>
              </a:ext>
            </a:extLst>
          </p:cNvPr>
          <p:cNvSpPr txBox="1"/>
          <p:nvPr/>
        </p:nvSpPr>
        <p:spPr>
          <a:xfrm>
            <a:off x="2293398" y="5511553"/>
            <a:ext cx="7649590" cy="1385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The </a:t>
            </a:r>
            <a:r>
              <a:rPr lang="en-US" sz="1000">
                <a:ea typeface="+mn-lt"/>
                <a:cs typeface="+mn-lt"/>
                <a:hlinkClick r:id="rId4"/>
              </a:rPr>
              <a:t>Four Factors</a:t>
            </a:r>
            <a:r>
              <a:rPr lang="en-US" sz="1000">
                <a:ea typeface="+mn-lt"/>
                <a:cs typeface="+mn-lt"/>
              </a:rPr>
              <a:t> by Georgetown University Library is licensed under a </a:t>
            </a:r>
            <a:r>
              <a:rPr lang="en-US" sz="1000">
                <a:ea typeface="+mn-lt"/>
                <a:cs typeface="+mn-lt"/>
                <a:hlinkClick r:id="rId5"/>
              </a:rPr>
              <a:t>Creative Commons Attribution NonCommercial 4.0 International License</a:t>
            </a:r>
            <a:r>
              <a:rPr lang="en-US" sz="1000">
                <a:ea typeface="+mn-lt"/>
                <a:cs typeface="+mn-lt"/>
              </a:rPr>
              <a:t>. 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948790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D8A40-F979-C75F-94EB-9BD60AAC7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0684-5C92-BD7C-E69B-BD09BE93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>
                <a:cs typeface="Calibri"/>
              </a:rPr>
              <a:t>Public Domain</a:t>
            </a:r>
            <a:endParaRPr lang="en-US" sz="6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CC5E3-648F-2A64-4875-6613A5DDD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cs typeface="Calibri"/>
              </a:rPr>
              <a:t>Federal Government Works</a:t>
            </a:r>
            <a:endParaRPr lang="en-US"/>
          </a:p>
          <a:p>
            <a:r>
              <a:rPr lang="en-US" sz="4400">
                <a:cs typeface="Calibri"/>
              </a:rPr>
              <a:t>Copyright has expired</a:t>
            </a:r>
            <a:endParaRPr lang="en-US"/>
          </a:p>
          <a:p>
            <a:r>
              <a:rPr lang="en-US" sz="4400">
                <a:cs typeface="Calibri"/>
              </a:rPr>
              <a:t>Released into the Public Domain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8B374-7260-BB1A-0EBE-42A8C2EB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  <a:latin typeface="Aptos"/>
                <a:ea typeface="Calibri"/>
                <a:cs typeface="Calibri"/>
              </a:rPr>
              <a:t>Intro to Copyright and Open Access Publishing  by Danielle Steinhart of the Penn State Libraries is licensed under </a:t>
            </a:r>
            <a:r>
              <a:rPr lang="en-US">
                <a:solidFill>
                  <a:schemeClr val="bg1"/>
                </a:solidFill>
                <a:latin typeface="Aptos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>
                <a:solidFill>
                  <a:schemeClr val="bg1"/>
                </a:solidFill>
                <a:latin typeface="Aptos"/>
                <a:ea typeface="Calibri"/>
                <a:cs typeface="Calibri"/>
              </a:rPr>
              <a:t>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1718B34-3C05-F7EC-F075-E474038A5B68}"/>
              </a:ext>
            </a:extLst>
          </p:cNvPr>
          <p:cNvSpPr txBox="1">
            <a:spLocks/>
          </p:cNvSpPr>
          <p:nvPr/>
        </p:nvSpPr>
        <p:spPr>
          <a:xfrm>
            <a:off x="2744275" y="6311043"/>
            <a:ext cx="701765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Intro to Copyright and Open Access Publishing  by Danielle Steinhart of the Penn State Libraries is licensed under </a:t>
            </a:r>
            <a:r>
              <a:rPr lang="en-US" sz="1000">
                <a:solidFill>
                  <a:schemeClr val="tx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84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D25EEF-C217-9EE1-8FDE-BCB6EB1D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Public Licenses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A41C0-A79F-CF51-838E-55EEF7273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93704"/>
            <a:ext cx="9724031" cy="47719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20000"/>
              </a:spcBef>
              <a:buNone/>
            </a:pPr>
            <a:r>
              <a:rPr lang="en-US">
                <a:latin typeface="Calibri"/>
                <a:ea typeface="Calibri"/>
                <a:cs typeface="Calibri"/>
              </a:rPr>
              <a:t>The rightsholder is the licensor, and everybody else is the licensee.</a:t>
            </a:r>
            <a:endParaRPr lang="en-US"/>
          </a:p>
          <a:p>
            <a:pPr marL="457200" lvl="1" indent="0">
              <a:spcBef>
                <a:spcPct val="20000"/>
              </a:spcBef>
              <a:buNone/>
            </a:pPr>
            <a:r>
              <a:rPr lang="en-US" sz="2800">
                <a:latin typeface="Calibri"/>
                <a:ea typeface="Calibri"/>
                <a:cs typeface="Calibri"/>
              </a:rPr>
              <a:t>Examples:</a:t>
            </a:r>
          </a:p>
          <a:p>
            <a:pPr lvl="2">
              <a:spcBef>
                <a:spcPct val="20000"/>
              </a:spcBef>
              <a:buFont typeface="Wingdings" panose="020B0604020202020204" pitchFamily="34" charset="0"/>
              <a:buChar char="§"/>
            </a:pPr>
            <a:r>
              <a:rPr lang="en-US" sz="2800">
                <a:latin typeface="Calibri"/>
                <a:ea typeface="Calibri"/>
                <a:cs typeface="Calibri"/>
              </a:rPr>
              <a:t>MIT License</a:t>
            </a:r>
          </a:p>
          <a:p>
            <a:pPr lvl="2">
              <a:spcBef>
                <a:spcPct val="20000"/>
              </a:spcBef>
              <a:buFont typeface="Wingdings" panose="020B0604020202020204" pitchFamily="34" charset="0"/>
              <a:buChar char="§"/>
            </a:pPr>
            <a:r>
              <a:rPr lang="en-US" sz="2800">
                <a:latin typeface="Calibri"/>
                <a:ea typeface="Calibri"/>
                <a:cs typeface="Calibri"/>
              </a:rPr>
              <a:t>BSD Licenses</a:t>
            </a:r>
          </a:p>
          <a:p>
            <a:pPr lvl="2">
              <a:spcBef>
                <a:spcPct val="20000"/>
              </a:spcBef>
              <a:buFont typeface="Wingdings" panose="020B0604020202020204" pitchFamily="34" charset="0"/>
              <a:buChar char="§"/>
            </a:pPr>
            <a:r>
              <a:rPr lang="en-US" sz="2800">
                <a:latin typeface="Calibri"/>
                <a:ea typeface="Calibri"/>
                <a:cs typeface="Calibri"/>
              </a:rPr>
              <a:t>GNU General Public License</a:t>
            </a:r>
          </a:p>
          <a:p>
            <a:pPr lvl="2">
              <a:spcBef>
                <a:spcPct val="20000"/>
              </a:spcBef>
              <a:buFont typeface="Wingdings" panose="020B0604020202020204" pitchFamily="34" charset="0"/>
              <a:buChar char="§"/>
            </a:pPr>
            <a:r>
              <a:rPr lang="en-US" sz="2800">
                <a:latin typeface="Calibri"/>
                <a:ea typeface="Calibri"/>
                <a:cs typeface="Calibri"/>
              </a:rPr>
              <a:t>GNU Free Documentation License</a:t>
            </a:r>
          </a:p>
          <a:p>
            <a:pPr lvl="2">
              <a:spcBef>
                <a:spcPct val="20000"/>
              </a:spcBef>
              <a:buFont typeface="Wingdings" panose="020B0604020202020204" pitchFamily="34" charset="0"/>
              <a:buChar char="§"/>
            </a:pPr>
            <a:r>
              <a:rPr lang="en-US" sz="2800">
                <a:latin typeface="Calibri"/>
                <a:ea typeface="Calibri"/>
                <a:cs typeface="Calibri"/>
              </a:rPr>
              <a:t>Creative Commons Licenses</a:t>
            </a:r>
          </a:p>
          <a:p>
            <a:pPr lvl="1">
              <a:spcBef>
                <a:spcPct val="20000"/>
              </a:spcBef>
            </a:pPr>
            <a:endParaRPr lang="en-US" sz="16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4851FF9-FA8B-CDE4-CB9D-E620739B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418" y="6383615"/>
            <a:ext cx="7017656" cy="365125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Intro to Copyright and Open Access Publishing  by Danielle Steinhart of the Penn State Libraries is licensed under </a:t>
            </a:r>
            <a:r>
              <a:rPr lang="en-US" sz="1000">
                <a:solidFill>
                  <a:schemeClr val="tx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721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picture containing table of the different Creative Commons licenses from most open to least open. ">
            <a:extLst>
              <a:ext uri="{FF2B5EF4-FFF2-40B4-BE49-F238E27FC236}">
                <a16:creationId xmlns:a16="http://schemas.microsoft.com/office/drawing/2014/main" id="{536679F4-3AC8-373D-BC52-A37C66C58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88599" y="550763"/>
            <a:ext cx="8180455" cy="501373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F9C9A-8E0E-9E32-60B7-37E359B1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6000" y="5723037"/>
            <a:ext cx="5334000" cy="365125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1000">
                <a:ea typeface="+mn-lt"/>
                <a:cs typeface="+mn-lt"/>
              </a:rPr>
              <a:t>Adapted from  </a:t>
            </a:r>
            <a:r>
              <a:rPr lang="en-US" sz="1000" b="1">
                <a:ea typeface="+mn-lt"/>
                <a:cs typeface="+mn-lt"/>
                <a:hlinkClick r:id="rId4"/>
              </a:rPr>
              <a:t>CCNY OER Workshop</a:t>
            </a:r>
            <a:r>
              <a:rPr lang="en-US" sz="1000">
                <a:ea typeface="+mn-lt"/>
                <a:cs typeface="+mn-lt"/>
              </a:rPr>
              <a:t> by the </a:t>
            </a:r>
            <a:r>
              <a:rPr lang="en-US" sz="1000" b="1">
                <a:ea typeface="+mn-lt"/>
                <a:cs typeface="+mn-lt"/>
                <a:hlinkClick r:id="rId5"/>
              </a:rPr>
              <a:t>City College of New York</a:t>
            </a:r>
            <a:r>
              <a:rPr lang="en-US" sz="1000">
                <a:ea typeface="+mn-lt"/>
                <a:cs typeface="+mn-lt"/>
              </a:rPr>
              <a:t> is licensed under </a:t>
            </a:r>
            <a:r>
              <a:rPr lang="en-US" sz="1000" b="1">
                <a:ea typeface="+mn-lt"/>
                <a:cs typeface="+mn-lt"/>
                <a:hlinkClick r:id="rId6"/>
              </a:rPr>
              <a:t>CC BY 4.0</a:t>
            </a:r>
            <a:r>
              <a:rPr lang="en-US" sz="1000">
                <a:ea typeface="+mn-lt"/>
                <a:cs typeface="+mn-lt"/>
              </a:rPr>
              <a:t>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95200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317BE-77AB-6B50-CEB8-BAAAB758C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91" y="762001"/>
            <a:ext cx="5819106" cy="1708242"/>
          </a:xfrm>
        </p:spPr>
        <p:txBody>
          <a:bodyPr anchor="ctr">
            <a:normAutofit/>
          </a:bodyPr>
          <a:lstStyle/>
          <a:p>
            <a:pPr algn="ctr"/>
            <a:r>
              <a:rPr lang="en-US" sz="3700"/>
              <a:t>Which Creative Commons license should I use?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2C446-6824-2C2B-A58C-894234B31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/>
              <a:t>Find more information on licenses: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Our </a:t>
            </a:r>
            <a:r>
              <a:rPr lang="en-US" u="sng">
                <a:hlinkClick r:id="rId2"/>
              </a:rPr>
              <a:t>Creative Commons licenses webpage</a:t>
            </a:r>
            <a:endParaRPr lang="en-US" u="sng">
              <a:ea typeface="Calibri"/>
              <a:cs typeface="Calibri"/>
            </a:endParaRPr>
          </a:p>
          <a:p>
            <a:r>
              <a:rPr lang="en-US"/>
              <a:t>Creative Commons </a:t>
            </a:r>
            <a:r>
              <a:rPr lang="en-US" u="sng">
                <a:hlinkClick r:id="rId3"/>
              </a:rPr>
              <a:t>About CC Licenses</a:t>
            </a:r>
            <a:r>
              <a:rPr lang="en-US"/>
              <a:t> page 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7C7B52A3-2F99-FDCB-3560-C45026B023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91" r="28730" b="7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3C3E442-636A-F613-096E-113DAD04F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4775" y="6347328"/>
            <a:ext cx="3534228" cy="365125"/>
          </a:xfrm>
          <a:prstGeom prst="rect">
            <a:avLst/>
          </a:prstGeom>
        </p:spPr>
        <p:txBody>
          <a:bodyPr lIns="91440" tIns="45720" rIns="91440" bIns="4572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Intro to Copyright and Open Access Publishing by Danielle 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Steinhart of the Penn State Libraries is licensed under 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sz="10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32557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2ADED-6901-0E4F-83FC-634316E77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9703198" cy="1618489"/>
          </a:xfrm>
        </p:spPr>
        <p:txBody>
          <a:bodyPr anchor="ctr">
            <a:normAutofit/>
          </a:bodyPr>
          <a:lstStyle/>
          <a:p>
            <a:r>
              <a:rPr lang="en-US" sz="5000"/>
              <a:t>Types of Open Access for Articles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4E87D1-5769-9C4E-AEC9-4C872050C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Calibri"/>
                <a:ea typeface="Calibri"/>
                <a:cs typeface="Calibri"/>
              </a:rPr>
              <a:t>Green OA </a:t>
            </a:r>
            <a:endParaRPr lang="en-US" sz="2400"/>
          </a:p>
          <a:p>
            <a:r>
              <a:rPr lang="en-US" sz="2400">
                <a:latin typeface="Calibri"/>
                <a:ea typeface="Calibri"/>
                <a:cs typeface="Calibri"/>
              </a:rPr>
              <a:t>Gold OA with an APC</a:t>
            </a:r>
          </a:p>
          <a:p>
            <a:pPr lvl="1"/>
            <a:r>
              <a:rPr lang="en-US" sz="2000">
                <a:latin typeface="Calibri"/>
                <a:ea typeface="Calibri"/>
                <a:cs typeface="Calibri"/>
                <a:hlinkClick r:id="rId2"/>
              </a:rPr>
              <a:t>Article Processing Charges (APC) page</a:t>
            </a:r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Diamond OA (Gold OA with no APC)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9ADAEF-0A5E-F5F0-36B1-9B0D2D601C51}"/>
              </a:ext>
            </a:extLst>
          </p:cNvPr>
          <p:cNvSpPr txBox="1"/>
          <p:nvPr/>
        </p:nvSpPr>
        <p:spPr>
          <a:xfrm>
            <a:off x="2954966" y="6437433"/>
            <a:ext cx="7661753" cy="1297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Intro to Copyright and Open Access Publishing  by Danielle Steinhart of the Penn State Libraries is licensed under </a:t>
            </a:r>
            <a:r>
              <a:rPr lang="en-US" sz="900">
                <a:hlinkClick r:id="rId3"/>
              </a:rPr>
              <a:t>CC BY 4.0</a:t>
            </a: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9838-0F41-C34D-08E1-76F28BD0E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143" y="1122363"/>
            <a:ext cx="11638642" cy="2387600"/>
          </a:xfrm>
        </p:spPr>
        <p:txBody>
          <a:bodyPr anchor="b">
            <a:normAutofit/>
          </a:bodyPr>
          <a:lstStyle/>
          <a:p>
            <a:r>
              <a:rPr lang="en-US"/>
              <a:t>Penn State Open Access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BFD21-E60D-2E62-4788-DE049A02E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hlinkClick r:id="rId2"/>
              </a:rPr>
              <a:t>AC02 Open Access to Scholarly Articles</a:t>
            </a:r>
            <a:endParaRPr lang="en-US" sz="2800" b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93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9BA95-800B-AB4F-42A7-B3CA20D8A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716" y="535683"/>
            <a:ext cx="5929422" cy="642323"/>
          </a:xfrm>
        </p:spPr>
        <p:txBody>
          <a:bodyPr anchor="b">
            <a:normAutofit/>
          </a:bodyPr>
          <a:lstStyle/>
          <a:p>
            <a:r>
              <a:rPr lang="en-US" sz="4000"/>
              <a:t>Reminder Emails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C5667-CC7F-7F54-DAE8-8063401D4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718" y="1416893"/>
            <a:ext cx="7362706" cy="45267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/>
              <a:t>Before sending, RMD checks:</a:t>
            </a:r>
            <a:endParaRPr lang="en-US" sz="2400">
              <a:ea typeface="Calibri"/>
              <a:cs typeface="Calibri"/>
            </a:endParaRPr>
          </a:p>
          <a:p>
            <a:pPr lvl="1"/>
            <a:r>
              <a:rPr lang="en-US"/>
              <a:t>If the article is open access on the publisher’s website or in an open access repository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If a copy of the article has been uploaded in Activity Insight for the Libraries to deposit in </a:t>
            </a:r>
            <a:r>
              <a:rPr lang="en-US" err="1"/>
              <a:t>ScholarSphere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If the researcher is currently affiliated with Penn State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If the researcher or any PSU coauthor has waived the OA policy for this article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/>
              <a:t>If an article is mentioned in a reminder email, we need help from the researcher or a proxy to make it open.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1A56E84-DD44-C1EB-F1D6-2ABE6C22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45506" y="1492624"/>
            <a:ext cx="3765176" cy="376517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01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7813A-B632-9346-A643-63A20F62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Article 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13048-F196-D140-B8C9-238CE3FF4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Pre-print</a:t>
            </a:r>
          </a:p>
          <a:p>
            <a:r>
              <a:rPr lang="en-US"/>
              <a:t>Accepted Manuscript (aka post print)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Calibri" panose="020F0502020204030204"/>
                <a:cs typeface="Calibri" panose="020F0502020204030204"/>
              </a:rPr>
              <a:t>Final Published Version (aka Version of Record)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29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16E9114-ED10-5D50-D85E-12AC6DCA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Need Help?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1226F-4B89-ECE3-97B1-7B4AF7AD2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828" y="2743200"/>
            <a:ext cx="5685995" cy="361314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3200"/>
              <a:t>Email </a:t>
            </a:r>
            <a:r>
              <a:rPr lang="en-US" sz="3200">
                <a:hlinkClick r:id="rId2"/>
              </a:rPr>
              <a:t>openaccess@psu.edu</a:t>
            </a:r>
            <a:r>
              <a:rPr lang="en-US" sz="3200"/>
              <a:t> to</a:t>
            </a:r>
            <a:endParaRPr lang="en-US" sz="3200">
              <a:ea typeface="Calibri"/>
              <a:cs typeface="Calibri"/>
            </a:endParaRPr>
          </a:p>
          <a:p>
            <a:r>
              <a:rPr lang="en-US" sz="3200"/>
              <a:t>Ask questions</a:t>
            </a:r>
            <a:endParaRPr lang="en-US" sz="3200">
              <a:ea typeface="Calibri"/>
              <a:cs typeface="Calibri"/>
            </a:endParaRPr>
          </a:p>
          <a:p>
            <a:r>
              <a:rPr lang="en-US" sz="3200"/>
              <a:t>Have us deposit the file for you</a:t>
            </a:r>
            <a:endParaRPr lang="en-US" sz="3200">
              <a:ea typeface="Calibri"/>
              <a:cs typeface="Calibri"/>
            </a:endParaRPr>
          </a:p>
          <a:p>
            <a:r>
              <a:rPr lang="en-US" sz="3200"/>
              <a:t>Request a waiver</a:t>
            </a:r>
            <a:endParaRPr lang="en-US" sz="3200"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2CC35F-574E-29A3-26E5-83EA82B76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92" r="2245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62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E278B-633D-E42D-A81C-2020F493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pPr algn="ctr"/>
            <a:r>
              <a:rPr lang="en-US" sz="4000">
                <a:latin typeface="Calibri Light"/>
                <a:ea typeface="Calibri Light"/>
                <a:cs typeface="Calibri Light"/>
              </a:rPr>
              <a:t>APC Discounts for Penn State Authors</a:t>
            </a:r>
            <a:endParaRPr lang="en-US" sz="400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F560F-B47E-20B4-F7D5-4ADFBB108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25" y="2743200"/>
            <a:ext cx="5794852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latin typeface="Calibri"/>
                <a:ea typeface="Calibri"/>
                <a:cs typeface="Calibri"/>
                <a:hlinkClick r:id="rId2"/>
              </a:rPr>
              <a:t>Full list of discounts</a:t>
            </a:r>
            <a:r>
              <a:rPr lang="en-US" sz="2000">
                <a:latin typeface="Calibri"/>
                <a:ea typeface="Calibri"/>
                <a:cs typeface="Calibri"/>
              </a:rPr>
              <a:t> is in our Open Access guide.</a:t>
            </a:r>
          </a:p>
          <a:p>
            <a:r>
              <a:rPr lang="en-US" sz="2000">
                <a:latin typeface="Calibri"/>
                <a:ea typeface="Calibri"/>
                <a:cs typeface="Calibri"/>
              </a:rPr>
              <a:t>Highlights:</a:t>
            </a:r>
          </a:p>
          <a:p>
            <a:pPr lvl="1"/>
            <a:r>
              <a:rPr lang="en-US" sz="2000">
                <a:latin typeface="Calibri"/>
                <a:ea typeface="Calibri"/>
                <a:cs typeface="Calibri"/>
              </a:rPr>
              <a:t>ACS</a:t>
            </a:r>
          </a:p>
          <a:p>
            <a:pPr lvl="1"/>
            <a:r>
              <a:rPr lang="en-US" sz="2000">
                <a:latin typeface="Calibri"/>
                <a:ea typeface="Calibri"/>
                <a:cs typeface="Calibri"/>
              </a:rPr>
              <a:t>Cambridge University Press</a:t>
            </a:r>
            <a:endParaRPr lang="en-US" sz="2000"/>
          </a:p>
          <a:p>
            <a:pPr lvl="1"/>
            <a:r>
              <a:rPr lang="en-US" sz="2000">
                <a:latin typeface="Calibri"/>
                <a:ea typeface="Calibri"/>
                <a:cs typeface="Calibri"/>
              </a:rPr>
              <a:t>Springer</a:t>
            </a:r>
          </a:p>
          <a:p>
            <a:pPr lvl="1"/>
            <a:r>
              <a:rPr lang="en-US" sz="2000">
                <a:latin typeface="Calibri"/>
                <a:ea typeface="Calibri"/>
                <a:cs typeface="Calibri"/>
              </a:rPr>
              <a:t>SAGE</a:t>
            </a:r>
          </a:p>
          <a:p>
            <a:pPr lvl="1"/>
            <a:r>
              <a:rPr lang="en-US" sz="2000">
                <a:latin typeface="Calibri"/>
                <a:ea typeface="Calibri"/>
                <a:cs typeface="Calibri"/>
              </a:rPr>
              <a:t>Springer</a:t>
            </a:r>
          </a:p>
          <a:p>
            <a:pPr lvl="1"/>
            <a:r>
              <a:rPr lang="en-US" sz="2000">
                <a:latin typeface="Calibri"/>
                <a:ea typeface="Calibri"/>
                <a:cs typeface="Calibri"/>
              </a:rPr>
              <a:t>Taylor &amp; Francis</a:t>
            </a:r>
          </a:p>
          <a:p>
            <a:pPr lvl="1"/>
            <a:r>
              <a:rPr lang="en-US" sz="2000">
                <a:latin typeface="Calibri"/>
                <a:ea typeface="Calibri"/>
                <a:cs typeface="Calibri"/>
              </a:rPr>
              <a:t>Wiley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7D5537-A71B-2935-4217-91C952471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40" r="31264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D75214-64AA-09B2-72BE-457F92BDCDD7}"/>
              </a:ext>
            </a:extLst>
          </p:cNvPr>
          <p:cNvSpPr txBox="1"/>
          <p:nvPr/>
        </p:nvSpPr>
        <p:spPr>
          <a:xfrm>
            <a:off x="730477" y="6474856"/>
            <a:ext cx="4682692" cy="11259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/>
              <a:t>Intro to Copyright and Open Access Publishing  by Danielle Steinhart of the Penn State Libraries is licensed under </a:t>
            </a:r>
            <a:r>
              <a:rPr lang="en-US" sz="70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700"/>
              <a:t>.</a:t>
            </a:r>
            <a:endParaRPr lang="en-US" sz="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8041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5B85C-1185-7959-C38F-CFAF9F5A8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U.S. Federal Agency Public Access and Publisher Policies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39073-F75D-F286-4BD5-E20C1439B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0408"/>
            <a:ext cx="10515600" cy="47820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Resources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SPARC Core Elements of Federal Public Access Policies</a:t>
            </a:r>
          </a:p>
          <a:p>
            <a:r>
              <a:rPr lang="en-US" dirty="0">
                <a:ea typeface="+mn-lt"/>
                <a:cs typeface="+mn-lt"/>
                <a:hlinkClick r:id="rId3"/>
              </a:rPr>
              <a:t>SPARC Guide for Authors Complying with U.S. Federal Agency Public Access and Publisher Policies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9621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C66D14A8-1E24-0FCA-590C-4F3205D53F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53690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274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4ADCC-8F2E-E438-57C0-B5A7E15F3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1536"/>
          </a:xfrm>
        </p:spPr>
        <p:txBody>
          <a:bodyPr/>
          <a:lstStyle/>
          <a:p>
            <a:pPr algn="ctr"/>
            <a:r>
              <a:rPr lang="en-US">
                <a:cs typeface="Calibri"/>
              </a:rPr>
              <a:t>Attributions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B6719-65DA-8F7B-311B-92C5D4967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012" y="1607541"/>
            <a:ext cx="11628457" cy="39459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cs typeface="Calibri"/>
              </a:rPr>
              <a:t>The following resources were used in preparing this presentation:</a:t>
            </a: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  <a:hlinkClick r:id="rId2"/>
              </a:rPr>
              <a:t>Teaching Copyright</a:t>
            </a:r>
            <a:r>
              <a:rPr lang="en-US" sz="1800">
                <a:ea typeface="+mn-lt"/>
                <a:cs typeface="+mn-lt"/>
              </a:rPr>
              <a:t> by EFF is licensed under </a:t>
            </a:r>
            <a:r>
              <a:rPr lang="en-US" sz="1800" dirty="0">
                <a:ea typeface="+mn-lt"/>
                <a:cs typeface="+mn-lt"/>
                <a:hlinkClick r:id="rId3"/>
              </a:rPr>
              <a:t>CC BY 3.0 US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cs typeface="Calibri"/>
                <a:hlinkClick r:id="rId4"/>
              </a:rPr>
              <a:t>www.copyright.gov</a:t>
            </a:r>
            <a:r>
              <a:rPr lang="en-US" sz="1800">
                <a:cs typeface="Calibri"/>
              </a:rPr>
              <a:t> is in the Public Domain.</a:t>
            </a:r>
          </a:p>
          <a:p>
            <a:pPr marL="0" indent="0">
              <a:buNone/>
            </a:pPr>
            <a:r>
              <a:rPr lang="en-US" sz="1800" dirty="0">
                <a:cs typeface="Calibri"/>
                <a:hlinkClick r:id="rId5"/>
              </a:rPr>
              <a:t>www.creativecommons.org</a:t>
            </a:r>
            <a:r>
              <a:rPr lang="en-US" sz="1800">
                <a:cs typeface="Calibri"/>
              </a:rPr>
              <a:t> is licensed under </a:t>
            </a:r>
            <a:r>
              <a:rPr lang="en-US" sz="1800" dirty="0">
                <a:cs typeface="Calibri"/>
                <a:hlinkClick r:id="rId6"/>
              </a:rPr>
              <a:t>CC BY 4.0</a:t>
            </a:r>
            <a:r>
              <a:rPr lang="en-US" sz="1800">
                <a:cs typeface="Calibri"/>
              </a:rPr>
              <a:t>.</a:t>
            </a:r>
          </a:p>
          <a:p>
            <a:pPr>
              <a:buNone/>
            </a:pPr>
            <a:r>
              <a:rPr lang="en-US" sz="1800" dirty="0">
                <a:ea typeface="+mn-lt"/>
                <a:cs typeface="+mn-lt"/>
                <a:hlinkClick r:id="rId7"/>
              </a:rPr>
              <a:t>The public domain and 5 things not covered by copyright</a:t>
            </a:r>
            <a:r>
              <a:rPr lang="en-US" sz="1800">
                <a:ea typeface="+mn-lt"/>
                <a:cs typeface="+mn-lt"/>
              </a:rPr>
              <a:t> by Timothy Vollmer is licensed under </a:t>
            </a:r>
            <a:r>
              <a:rPr lang="en-US" sz="1800" dirty="0">
                <a:ea typeface="+mn-lt"/>
                <a:cs typeface="+mn-lt"/>
                <a:hlinkClick r:id="rId6"/>
              </a:rPr>
              <a:t>CC BY 4.0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>
              <a:ea typeface="Calibri"/>
              <a:cs typeface="Calibri"/>
            </a:endParaRPr>
          </a:p>
          <a:p>
            <a:pPr>
              <a:buNone/>
            </a:pPr>
            <a:r>
              <a:rPr lang="en-US" sz="1800" dirty="0">
                <a:ea typeface="+mn-lt"/>
                <a:cs typeface="+mn-lt"/>
                <a:hlinkClick r:id="rId8"/>
              </a:rPr>
              <a:t>Test Your Knowledge</a:t>
            </a:r>
            <a:r>
              <a:rPr lang="en-US" sz="1800">
                <a:ea typeface="+mn-lt"/>
                <a:cs typeface="+mn-lt"/>
              </a:rPr>
              <a:t> from </a:t>
            </a:r>
            <a:r>
              <a:rPr lang="en-US" sz="1800" dirty="0">
                <a:ea typeface="+mn-lt"/>
                <a:cs typeface="+mn-lt"/>
                <a:hlinkClick r:id="rId4"/>
              </a:rPr>
              <a:t>www.copyright.gov</a:t>
            </a:r>
            <a:r>
              <a:rPr lang="en-US" sz="1800">
                <a:ea typeface="+mn-lt"/>
                <a:cs typeface="+mn-lt"/>
              </a:rPr>
              <a:t> is in the Public Domain.</a:t>
            </a:r>
          </a:p>
          <a:p>
            <a:pPr>
              <a:buNone/>
            </a:pPr>
            <a:r>
              <a:rPr lang="en-US" sz="1800" dirty="0">
                <a:ea typeface="+mn-lt"/>
                <a:cs typeface="+mn-lt"/>
                <a:hlinkClick r:id="rId9"/>
              </a:rPr>
              <a:t>Introduction to Copyright</a:t>
            </a:r>
            <a:r>
              <a:rPr lang="en-US" sz="1800">
                <a:ea typeface="+mn-lt"/>
                <a:cs typeface="+mn-lt"/>
              </a:rPr>
              <a:t> by Ana Enriquez of the Penn State Libraries and is licensed under </a:t>
            </a:r>
            <a:r>
              <a:rPr lang="en-US" sz="1800" dirty="0">
                <a:ea typeface="+mn-lt"/>
                <a:cs typeface="+mn-lt"/>
                <a:hlinkClick r:id="rId6"/>
              </a:rPr>
              <a:t>CC BY 4.0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>
              <a:buNone/>
            </a:pPr>
            <a:r>
              <a:rPr lang="en-US" sz="1800" dirty="0">
                <a:ea typeface="+mn-lt"/>
                <a:cs typeface="+mn-lt"/>
                <a:hlinkClick r:id="rId10"/>
              </a:rPr>
              <a:t>Circular 1 Copyright Basics</a:t>
            </a:r>
            <a:r>
              <a:rPr lang="en-US" sz="1800">
                <a:ea typeface="+mn-lt"/>
                <a:cs typeface="+mn-lt"/>
              </a:rPr>
              <a:t> from </a:t>
            </a:r>
            <a:r>
              <a:rPr lang="en-US" sz="1800" dirty="0">
                <a:ea typeface="+mn-lt"/>
                <a:cs typeface="+mn-lt"/>
                <a:hlinkClick r:id="rId11"/>
              </a:rPr>
              <a:t>www.copyright.gov</a:t>
            </a:r>
            <a:r>
              <a:rPr lang="en-US" sz="1800">
                <a:ea typeface="+mn-lt"/>
                <a:cs typeface="+mn-lt"/>
              </a:rPr>
              <a:t> is in the Public Domain.</a:t>
            </a:r>
          </a:p>
          <a:p>
            <a:pPr>
              <a:buNone/>
            </a:pPr>
            <a:r>
              <a:rPr lang="en-US" sz="1800" dirty="0">
                <a:ea typeface="+mn-lt"/>
                <a:cs typeface="+mn-lt"/>
                <a:hlinkClick r:id="rId12"/>
              </a:rPr>
              <a:t>Using Creative Commons Licensed Material</a:t>
            </a:r>
            <a:r>
              <a:rPr lang="en-US" sz="1800">
                <a:ea typeface="+mn-lt"/>
                <a:cs typeface="+mn-lt"/>
              </a:rPr>
              <a:t> by Amanda Larson and Ana Enriquez. It is licensed under a  </a:t>
            </a:r>
            <a:r>
              <a:rPr lang="en-US" sz="1800" dirty="0">
                <a:ea typeface="+mn-lt"/>
                <a:cs typeface="+mn-lt"/>
                <a:hlinkClick r:id="rId6"/>
              </a:rPr>
              <a:t>CC BY 4.0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pPr>
              <a:buNone/>
            </a:pPr>
            <a:r>
              <a:rPr lang="en-US" sz="1800" dirty="0">
                <a:solidFill>
                  <a:srgbClr val="0070C0"/>
                </a:solidFill>
                <a:ea typeface="Calibri"/>
                <a:cs typeface="Calibri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Workshop in a Box: Copyright for Grad Students </a:t>
            </a:r>
            <a:r>
              <a:rPr lang="en-US" sz="1800">
                <a:ea typeface="Calibri"/>
                <a:cs typeface="Calibri"/>
              </a:rPr>
              <a:t> by Authors Alliance and is available under a </a:t>
            </a:r>
            <a:r>
              <a:rPr lang="en-US" sz="1800" dirty="0">
                <a:ea typeface="Calibri"/>
                <a:cs typeface="Calibri"/>
                <a:hlinkClick r:id="rId6"/>
              </a:rPr>
              <a:t>CC BY 4.0</a:t>
            </a:r>
            <a:r>
              <a:rPr lang="en-US" sz="1800" dirty="0">
                <a:solidFill>
                  <a:srgbClr val="FFFFFF"/>
                </a:solidFill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  <a:r>
              <a:rPr lang="en-US" sz="1800">
                <a:ea typeface="Calibri"/>
                <a:cs typeface="Calibri"/>
              </a:rPr>
              <a:t>license.</a:t>
            </a:r>
          </a:p>
          <a:p>
            <a:pPr>
              <a:buNone/>
            </a:pPr>
            <a:endParaRPr lang="en-US" sz="18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6272A-E6DE-67F5-972F-798CB9BA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6127750"/>
            <a:ext cx="6819900" cy="365125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1000">
                <a:ea typeface="Calibri"/>
                <a:cs typeface="Calibri"/>
              </a:rPr>
              <a:t>Intro to Copyright and Open Access Publishing  by Danielle Steinhart of the Penn State Libraries is licensed under </a:t>
            </a:r>
            <a:r>
              <a:rPr lang="en-US" sz="1000"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1000">
                <a:ea typeface="Calibri"/>
                <a:cs typeface="Calibri"/>
              </a:rPr>
              <a:t>.</a:t>
            </a:r>
          </a:p>
          <a:p>
            <a:endParaRPr lang="en-US" sz="1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3621196"/>
      </p:ext>
    </p:extLst>
  </p:cSld>
  <p:clrMapOvr>
    <a:masterClrMapping/>
  </p:clrMapOvr>
</p:sld>
</file>

<file path=ppt/theme/theme1.xml><?xml version="1.0" encoding="utf-8"?>
<a:theme xmlns:a="http://schemas.openxmlformats.org/drawingml/2006/main" name="COMMSHLD Theme">
  <a:themeElements>
    <a:clrScheme name="PSU24">
      <a:dk1>
        <a:srgbClr val="000320"/>
      </a:dk1>
      <a:lt1>
        <a:srgbClr val="FFFFFF"/>
      </a:lt1>
      <a:dk2>
        <a:srgbClr val="001E44"/>
      </a:dk2>
      <a:lt2>
        <a:srgbClr val="CCF0FF"/>
      </a:lt2>
      <a:accent1>
        <a:srgbClr val="009CDE"/>
      </a:accent1>
      <a:accent2>
        <a:srgbClr val="1E407C"/>
      </a:accent2>
      <a:accent3>
        <a:srgbClr val="A2AAAD"/>
      </a:accent3>
      <a:accent4>
        <a:srgbClr val="96BEE6"/>
      </a:accent4>
      <a:accent5>
        <a:srgbClr val="3EA39E"/>
      </a:accent5>
      <a:accent6>
        <a:srgbClr val="304D64"/>
      </a:accent6>
      <a:hlink>
        <a:srgbClr val="005FA9"/>
      </a:hlink>
      <a:folHlink>
        <a:srgbClr val="AC8DC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5" id="{8B18823F-B84C-7648-BFED-5C8AFEDC4DC4}" vid="{907CE51C-DBC9-D243-BC00-69DACF4D05B3}"/>
    </a:ext>
  </a:extLst>
</a:theme>
</file>

<file path=ppt/theme/theme2.xml><?xml version="1.0" encoding="utf-8"?>
<a:theme xmlns:a="http://schemas.openxmlformats.org/drawingml/2006/main" name="SHRINE Theme">
  <a:themeElements>
    <a:clrScheme name="PSU24">
      <a:dk1>
        <a:srgbClr val="000320"/>
      </a:dk1>
      <a:lt1>
        <a:srgbClr val="FFFFFF"/>
      </a:lt1>
      <a:dk2>
        <a:srgbClr val="001E44"/>
      </a:dk2>
      <a:lt2>
        <a:srgbClr val="CCF0FF"/>
      </a:lt2>
      <a:accent1>
        <a:srgbClr val="009CDE"/>
      </a:accent1>
      <a:accent2>
        <a:srgbClr val="1E407C"/>
      </a:accent2>
      <a:accent3>
        <a:srgbClr val="A2AAAD"/>
      </a:accent3>
      <a:accent4>
        <a:srgbClr val="96BEE6"/>
      </a:accent4>
      <a:accent5>
        <a:srgbClr val="3EA39E"/>
      </a:accent5>
      <a:accent6>
        <a:srgbClr val="304D64"/>
      </a:accent6>
      <a:hlink>
        <a:srgbClr val="005FA9"/>
      </a:hlink>
      <a:folHlink>
        <a:srgbClr val="AC8DC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6" id="{4FA18042-F91D-1947-ABA9-B9782696BEB7}" vid="{78D69A24-4918-CB4D-B078-D0675BB7D2AE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625994EADAA74DBE5A64AB176206C8" ma:contentTypeVersion="10" ma:contentTypeDescription="Create a new document." ma:contentTypeScope="" ma:versionID="3d392d63b65216dfcb4c4f25bacbfe4b">
  <xsd:schema xmlns:xsd="http://www.w3.org/2001/XMLSchema" xmlns:xs="http://www.w3.org/2001/XMLSchema" xmlns:p="http://schemas.microsoft.com/office/2006/metadata/properties" xmlns:ns2="1c66f223-685a-489d-b2f9-54e90ccb5e24" xmlns:ns3="0ac478ea-1370-4eb3-af89-f3980a0721ae" targetNamespace="http://schemas.microsoft.com/office/2006/metadata/properties" ma:root="true" ma:fieldsID="f8416b6a1069a3373ecc7f4a7496d0ba" ns2:_="" ns3:_="">
    <xsd:import namespace="1c66f223-685a-489d-b2f9-54e90ccb5e24"/>
    <xsd:import namespace="0ac478ea-1370-4eb3-af89-f3980a0721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66f223-685a-489d-b2f9-54e90ccb5e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c478ea-1370-4eb3-af89-f3980a0721a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20c1aea-7613-4e7a-ae0b-ee2986fc7509}" ma:internalName="TaxCatchAll" ma:showField="CatchAllData" ma:web="0ac478ea-1370-4eb3-af89-f3980a0721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c478ea-1370-4eb3-af89-f3980a0721ae" xsi:nil="true"/>
    <lcf76f155ced4ddcb4097134ff3c332f xmlns="1c66f223-685a-489d-b2f9-54e90ccb5e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6F946F-3923-4F1C-808A-4AAA6EDCBE4F}"/>
</file>

<file path=customXml/itemProps2.xml><?xml version="1.0" encoding="utf-8"?>
<ds:datastoreItem xmlns:ds="http://schemas.openxmlformats.org/officeDocument/2006/customXml" ds:itemID="{1785D744-2BDD-48B7-911E-2D99FA565222}"/>
</file>

<file path=customXml/itemProps3.xml><?xml version="1.0" encoding="utf-8"?>
<ds:datastoreItem xmlns:ds="http://schemas.openxmlformats.org/officeDocument/2006/customXml" ds:itemID="{C660225C-8EC8-4C54-8C50-B5F22F47ECE1}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27</Slides>
  <Notes>8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COMMSHLD Theme</vt:lpstr>
      <vt:lpstr>SHRINE Theme</vt:lpstr>
      <vt:lpstr>Office 2013 - 2022 Theme</vt:lpstr>
      <vt:lpstr>office theme</vt:lpstr>
      <vt:lpstr>Introduction to Copyright and  Open Access Publishing</vt:lpstr>
      <vt:lpstr>Resources</vt:lpstr>
      <vt:lpstr> Plan for Today </vt:lpstr>
      <vt:lpstr>What is Copyright?</vt:lpstr>
      <vt:lpstr>To Avoid Copyright Infringement, Ask Yourself:</vt:lpstr>
      <vt:lpstr>Is the work covered by copyright?</vt:lpstr>
      <vt:lpstr>The sort of thing copyright covers</vt:lpstr>
      <vt:lpstr>Works must be created by a human being to get copyright protection</vt:lpstr>
      <vt:lpstr>Copyright Duration</vt:lpstr>
      <vt:lpstr>Copyright Registration</vt:lpstr>
      <vt:lpstr>Does copyright regulate your use?</vt:lpstr>
      <vt:lpstr>How can I use this work?</vt:lpstr>
      <vt:lpstr>Fair Use Factors</vt:lpstr>
      <vt:lpstr>Intro to Copyright and Open Access Publishing  by Danielle Steinhart of the Penn State Libraries is licensed under CC BY 4.0.</vt:lpstr>
      <vt:lpstr>Public Domain</vt:lpstr>
      <vt:lpstr>Public Licenses</vt:lpstr>
      <vt:lpstr>PowerPoint Presentation</vt:lpstr>
      <vt:lpstr>Which Creative Commons license should I use? </vt:lpstr>
      <vt:lpstr>Types of Open Access for Articles</vt:lpstr>
      <vt:lpstr>Penn State Open Access Policy</vt:lpstr>
      <vt:lpstr>Reminder Emails</vt:lpstr>
      <vt:lpstr>Article Versions</vt:lpstr>
      <vt:lpstr>Need Help?</vt:lpstr>
      <vt:lpstr>APC Discounts for Penn State Authors</vt:lpstr>
      <vt:lpstr>U.S. Federal Agency Public Access and Publisher Policies</vt:lpstr>
      <vt:lpstr>PowerPoint Presentation</vt:lpstr>
      <vt:lpstr>Attributions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41</cp:revision>
  <dcterms:created xsi:type="dcterms:W3CDTF">2013-07-15T20:26:40Z</dcterms:created>
  <dcterms:modified xsi:type="dcterms:W3CDTF">2026-05-19T15:05:55Z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0x0101001B625994EADAA74DBE5A64AB176206C8</vt:lpwstr>
  </property>
</Properties>
</file>